
<file path=[Content_Types].xml><?xml version="1.0" encoding="utf-8"?>
<ns0:Types xmlns:ns0="http://schemas.openxmlformats.org/package/2006/content-types">
  <ns0:Default Extension="bin" ContentType="application/vnd.openxmlformats-officedocument.oleObject"/>
  <ns0:Default Extension="emf" ContentType="image/x-emf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ppt/presentation.xml" ContentType="application/vnd.openxmlformats-officedocument.presentationml.presentation.main+xml"/>
  <ns0:Override PartName="/ppt/slideMasters/slideMaster1.xml" ContentType="application/vnd.openxmlformats-officedocument.presentationml.slideMaster+xml"/>
  <ns0:Override PartName="/ppt/slideMasters/slideMaster2.xml" ContentType="application/vnd.openxmlformats-officedocument.presentationml.slideMaster+xml"/>
  <ns0:Override PartName="/ppt/slideMasters/slideMaster3.xml" ContentType="application/vnd.openxmlformats-officedocument.presentationml.slideMaster+xml"/>
  <ns0:Override PartName="/ppt/slideMasters/slideMaster4.xml" ContentType="application/vnd.openxmlformats-officedocument.presentationml.slideMaster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theme/theme1.xml" ContentType="application/vnd.openxmlformats-officedocument.theme+xml"/>
  <ns0:Override PartName="/ppt/slideLayouts/slideLayout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12.xml" ContentType="application/vnd.openxmlformats-officedocument.presentationml.slideLayout+xml"/>
  <ns0:Override PartName="/ppt/slideLayouts/slideLayout13.xml" ContentType="application/vnd.openxmlformats-officedocument.presentationml.slideLayout+xml"/>
  <ns0:Override PartName="/ppt/slideLayouts/slideLayout14.xml" ContentType="application/vnd.openxmlformats-officedocument.presentationml.slideLayout+xml"/>
  <ns0:Override PartName="/ppt/slideLayouts/slideLayout15.xml" ContentType="application/vnd.openxmlformats-officedocument.presentationml.slideLayout+xml"/>
  <ns0:Override PartName="/ppt/slideLayouts/slideLayout16.xml" ContentType="application/vnd.openxmlformats-officedocument.presentationml.slideLayout+xml"/>
  <ns0:Override PartName="/ppt/slideLayouts/slideLayout17.xml" ContentType="application/vnd.openxmlformats-officedocument.presentationml.slideLayout+xml"/>
  <ns0:Override PartName="/ppt/slideLayouts/slideLayout18.xml" ContentType="application/vnd.openxmlformats-officedocument.presentationml.slideLayout+xml"/>
  <ns0:Override PartName="/ppt/slideLayouts/slideLayout19.xml" ContentType="application/vnd.openxmlformats-officedocument.presentationml.slideLayout+xml"/>
  <ns0:Override PartName="/ppt/slideLayouts/slideLayout20.xml" ContentType="application/vnd.openxmlformats-officedocument.presentationml.slideLayout+xml"/>
  <ns0:Override PartName="/ppt/slideLayouts/slideLayout21.xml" ContentType="application/vnd.openxmlformats-officedocument.presentationml.slideLayout+xml"/>
  <ns0:Override PartName="/ppt/slideLayouts/slideLayout22.xml" ContentType="application/vnd.openxmlformats-officedocument.presentationml.slideLayout+xml"/>
  <ns0:Override PartName="/ppt/slideLayouts/slideLayout23.xml" ContentType="application/vnd.openxmlformats-officedocument.presentationml.slideLayout+xml"/>
  <ns0:Override PartName="/ppt/slideLayouts/slideLayout24.xml" ContentType="application/vnd.openxmlformats-officedocument.presentationml.slideLayout+xml"/>
  <ns0:Override PartName="/ppt/slideLayouts/slideLayout25.xml" ContentType="application/vnd.openxmlformats-officedocument.presentationml.slideLayout+xml"/>
  <ns0:Override PartName="/ppt/slideLayouts/slideLayout26.xml" ContentType="application/vnd.openxmlformats-officedocument.presentationml.slideLayout+xml"/>
  <ns0:Override PartName="/ppt/slideLayouts/slideLayout27.xml" ContentType="application/vnd.openxmlformats-officedocument.presentationml.slideLayout+xml"/>
  <ns0:Override PartName="/ppt/slideLayouts/slideLayout28.xml" ContentType="application/vnd.openxmlformats-officedocument.presentationml.slideLayout+xml"/>
  <ns0:Override PartName="/ppt/slideLayouts/slideLayout29.xml" ContentType="application/vnd.openxmlformats-officedocument.presentationml.slideLayout+xml"/>
  <ns0:Override PartName="/ppt/slideLayouts/slideLayout30.xml" ContentType="application/vnd.openxmlformats-officedocument.presentationml.slideLayout+xml"/>
  <ns0:Override PartName="/ppt/slideLayouts/slideLayout31.xml" ContentType="application/vnd.openxmlformats-officedocument.presentationml.slideLayout+xml"/>
  <ns0:Override PartName="/ppt/slideLayouts/slideLayout32.xml" ContentType="application/vnd.openxmlformats-officedocument.presentationml.slideLayout+xml"/>
  <ns0:Override PartName="/ppt/slideLayouts/slideLayout33.xml" ContentType="application/vnd.openxmlformats-officedocument.presentationml.slideLayout+xml"/>
  <ns0:Override PartName="/ppt/slideLayouts/slideLayout34.xml" ContentType="application/vnd.openxmlformats-officedocument.presentationml.slideLayout+xml"/>
  <ns0:Override PartName="/ppt/slideLayouts/slideLayout35.xml" ContentType="application/vnd.openxmlformats-officedocument.presentationml.slideLayout+xml"/>
  <ns0:Override PartName="/ppt/slideLayouts/slideLayout36.xml" ContentType="application/vnd.openxmlformats-officedocument.presentationml.slideLayout+xml"/>
  <ns0:Override PartName="/ppt/slideLayouts/slideLayout37.xml" ContentType="application/vnd.openxmlformats-officedocument.presentationml.slideLayout+xml"/>
  <ns0:Override PartName="/ppt/slideLayouts/slideLayout38.xml" ContentType="application/vnd.openxmlformats-officedocument.presentationml.slideLayout+xml"/>
  <ns0:Override PartName="/ppt/slideLayouts/slideLayout39.xml" ContentType="application/vnd.openxmlformats-officedocument.presentationml.slideLayout+xml"/>
  <ns0:Override PartName="/ppt/slideLayouts/slideLayout40.xml" ContentType="application/vnd.openxmlformats-officedocument.presentationml.slideLayout+xml"/>
  <ns0:Override PartName="/ppt/slideLayouts/slideLayout41.xml" ContentType="application/vnd.openxmlformats-officedocument.presentationml.slideLayout+xml"/>
  <ns0:Override PartName="/ppt/slideLayouts/slideLayout42.xml" ContentType="application/vnd.openxmlformats-officedocument.presentationml.slideLayout+xml"/>
  <ns0:Override PartName="/ppt/slideLayouts/slideLayout43.xml" ContentType="application/vnd.openxmlformats-officedocument.presentationml.slideLayout+xml"/>
  <ns0:Override PartName="/ppt/slideLayouts/slideLayout44.xml" ContentType="application/vnd.openxmlformats-officedocument.presentationml.slideLayout+xml"/>
  <ns0:Override PartName="/ppt/slideLayouts/slideLayout45.xml" ContentType="application/vnd.openxmlformats-officedocument.presentationml.slideLayout+xml"/>
  <ns0:Override PartName="/ppt/slideLayouts/slideLayout46.xml" ContentType="application/vnd.openxmlformats-officedocument.presentationml.slideLayout+xml"/>
  <ns0:Override PartName="/ppt/slideLayouts/slideLayout47.xml" ContentType="application/vnd.openxmlformats-officedocument.presentationml.slideLayout+xml"/>
  <ns0:Override PartName="/ppt/slideLayouts/slideLayout48.xml" ContentType="application/vnd.openxmlformats-officedocument.presentationml.slideLayout+xml"/>
  <ns0:Override PartName="/ppt/slideLayouts/slideLayout49.xml" ContentType="application/vnd.openxmlformats-officedocument.presentationml.slideLayout+xml"/>
  <ns0:Override PartName="/ppt/slideLayouts/slideLayout50.xml" ContentType="application/vnd.openxmlformats-officedocument.presentationml.slideLayout+xml"/>
  <ns0:Override PartName="/ppt/slideLayouts/slideLayout51.xml" ContentType="application/vnd.openxmlformats-officedocument.presentationml.slideLayout+xml"/>
  <ns0:Override PartName="/ppt/slideLayouts/slideLayout52.xml" ContentType="application/vnd.openxmlformats-officedocument.presentationml.slideLayout+xml"/>
  <ns0:Override PartName="/ppt/slideLayouts/slideLayout53.xml" ContentType="application/vnd.openxmlformats-officedocument.presentationml.slideLayout+xml"/>
  <ns0:Override PartName="/ppt/slideLayouts/slideLayout54.xml" ContentType="application/vnd.openxmlformats-officedocument.presentationml.slideLayout+xml"/>
  <ns0:Override PartName="/ppt/slideLayouts/slideLayout55.xml" ContentType="application/vnd.openxmlformats-officedocument.presentationml.slideLayout+xml"/>
  <ns0:Override PartName="/ppt/slideLayouts/slideLayout56.xml" ContentType="application/vnd.openxmlformats-officedocument.presentationml.slideLayout+xml"/>
  <ns0:Override PartName="/ppt/slideLayouts/slideLayout57.xml" ContentType="application/vnd.openxmlformats-officedocument.presentationml.slideLayout+xml"/>
  <ns0:Override PartName="/ppt/slideLayouts/slideLayout58.xml" ContentType="application/vnd.openxmlformats-officedocument.presentationml.slideLayout+xml"/>
  <ns0:Override PartName="/ppt/slideLayouts/slideLayout59.xml" ContentType="application/vnd.openxmlformats-officedocument.presentationml.slideLayout+xml"/>
  <ns0:Override PartName="/ppt/slideLayouts/slideLayout60.xml" ContentType="application/vnd.openxmlformats-officedocument.presentationml.slideLayout+xml"/>
  <ns0:Override PartName="/ppt/slideLayouts/slideLayout61.xml" ContentType="application/vnd.openxmlformats-officedocument.presentationml.slideLayout+xml"/>
  <ns0:Override PartName="/ppt/theme/theme2.xml" ContentType="application/vnd.openxmlformats-officedocument.theme+xml"/>
  <ns0:Override PartName="/ppt/slideLayouts/slideLayout62.xml" ContentType="application/vnd.openxmlformats-officedocument.presentationml.slideLayout+xml"/>
  <ns0:Override PartName="/ppt/slideLayouts/slideLayout63.xml" ContentType="application/vnd.openxmlformats-officedocument.presentationml.slideLayout+xml"/>
  <ns0:Override PartName="/ppt/slideLayouts/slideLayout64.xml" ContentType="application/vnd.openxmlformats-officedocument.presentationml.slideLayout+xml"/>
  <ns0:Override PartName="/ppt/slideLayouts/slideLayout65.xml" ContentType="application/vnd.openxmlformats-officedocument.presentationml.slideLayout+xml"/>
  <ns0:Override PartName="/ppt/slideLayouts/slideLayout66.xml" ContentType="application/vnd.openxmlformats-officedocument.presentationml.slideLayout+xml"/>
  <ns0:Override PartName="/ppt/slideLayouts/slideLayout67.xml" ContentType="application/vnd.openxmlformats-officedocument.presentationml.slideLayout+xml"/>
  <ns0:Override PartName="/ppt/slideLayouts/slideLayout68.xml" ContentType="application/vnd.openxmlformats-officedocument.presentationml.slideLayout+xml"/>
  <ns0:Override PartName="/ppt/slideLayouts/slideLayout69.xml" ContentType="application/vnd.openxmlformats-officedocument.presentationml.slideLayout+xml"/>
  <ns0:Override PartName="/ppt/slideLayouts/slideLayout70.xml" ContentType="application/vnd.openxmlformats-officedocument.presentationml.slideLayout+xml"/>
  <ns0:Override PartName="/ppt/slideLayouts/slideLayout71.xml" ContentType="application/vnd.openxmlformats-officedocument.presentationml.slideLayout+xml"/>
  <ns0:Override PartName="/ppt/slideLayouts/slideLayout72.xml" ContentType="application/vnd.openxmlformats-officedocument.presentationml.slideLayout+xml"/>
  <ns0:Override PartName="/ppt/slideLayouts/slideLayout73.xml" ContentType="application/vnd.openxmlformats-officedocument.presentationml.slideLayout+xml"/>
  <ns0:Override PartName="/ppt/slideLayouts/slideLayout74.xml" ContentType="application/vnd.openxmlformats-officedocument.presentationml.slideLayout+xml"/>
  <ns0:Override PartName="/ppt/slideLayouts/slideLayout75.xml" ContentType="application/vnd.openxmlformats-officedocument.presentationml.slideLayout+xml"/>
  <ns0:Override PartName="/ppt/slideLayouts/slideLayout76.xml" ContentType="application/vnd.openxmlformats-officedocument.presentationml.slideLayout+xml"/>
  <ns0:Override PartName="/ppt/slideLayouts/slideLayout77.xml" ContentType="application/vnd.openxmlformats-officedocument.presentationml.slideLayout+xml"/>
  <ns0:Override PartName="/ppt/slideLayouts/slideLayout78.xml" ContentType="application/vnd.openxmlformats-officedocument.presentationml.slideLayout+xml"/>
  <ns0:Override PartName="/ppt/slideLayouts/slideLayout79.xml" ContentType="application/vnd.openxmlformats-officedocument.presentationml.slideLayout+xml"/>
  <ns0:Override PartName="/ppt/slideLayouts/slideLayout80.xml" ContentType="application/vnd.openxmlformats-officedocument.presentationml.slideLayout+xml"/>
  <ns0:Override PartName="/ppt/slideLayouts/slideLayout81.xml" ContentType="application/vnd.openxmlformats-officedocument.presentationml.slideLayout+xml"/>
  <ns0:Override PartName="/ppt/slideLayouts/slideLayout82.xml" ContentType="application/vnd.openxmlformats-officedocument.presentationml.slideLayout+xml"/>
  <ns0:Override PartName="/ppt/slideLayouts/slideLayout83.xml" ContentType="application/vnd.openxmlformats-officedocument.presentationml.slideLayout+xml"/>
  <ns0:Override PartName="/ppt/slideLayouts/slideLayout84.xml" ContentType="application/vnd.openxmlformats-officedocument.presentationml.slideLayout+xml"/>
  <ns0:Override PartName="/ppt/slideLayouts/slideLayout85.xml" ContentType="application/vnd.openxmlformats-officedocument.presentationml.slideLayout+xml"/>
  <ns0:Override PartName="/ppt/slideLayouts/slideLayout86.xml" ContentType="application/vnd.openxmlformats-officedocument.presentationml.slideLayout+xml"/>
  <ns0:Override PartName="/ppt/slideLayouts/slideLayout87.xml" ContentType="application/vnd.openxmlformats-officedocument.presentationml.slideLayout+xml"/>
  <ns0:Override PartName="/ppt/slideLayouts/slideLayout88.xml" ContentType="application/vnd.openxmlformats-officedocument.presentationml.slideLayout+xml"/>
  <ns0:Override PartName="/ppt/slideLayouts/slideLayout89.xml" ContentType="application/vnd.openxmlformats-officedocument.presentationml.slideLayout+xml"/>
  <ns0:Override PartName="/ppt/slideLayouts/slideLayout90.xml" ContentType="application/vnd.openxmlformats-officedocument.presentationml.slideLayout+xml"/>
  <ns0:Override PartName="/ppt/slideLayouts/slideLayout91.xml" ContentType="application/vnd.openxmlformats-officedocument.presentationml.slideLayout+xml"/>
  <ns0:Override PartName="/ppt/slideLayouts/slideLayout92.xml" ContentType="application/vnd.openxmlformats-officedocument.presentationml.slideLayout+xml"/>
  <ns0:Override PartName="/ppt/slideLayouts/slideLayout93.xml" ContentType="application/vnd.openxmlformats-officedocument.presentationml.slideLayout+xml"/>
  <ns0:Override PartName="/ppt/theme/theme3.xml" ContentType="application/vnd.openxmlformats-officedocument.theme+xml"/>
  <ns0:Override PartName="/ppt/slideLayouts/slideLayout94.xml" ContentType="application/vnd.openxmlformats-officedocument.presentationml.slideLayout+xml"/>
  <ns0:Override PartName="/ppt/slideLayouts/slideLayout95.xml" ContentType="application/vnd.openxmlformats-officedocument.presentationml.slideLayout+xml"/>
  <ns0:Override PartName="/ppt/slideLayouts/slideLayout96.xml" ContentType="application/vnd.openxmlformats-officedocument.presentationml.slideLayout+xml"/>
  <ns0:Override PartName="/ppt/slideLayouts/slideLayout97.xml" ContentType="application/vnd.openxmlformats-officedocument.presentationml.slideLayout+xml"/>
  <ns0:Override PartName="/ppt/slideLayouts/slideLayout98.xml" ContentType="application/vnd.openxmlformats-officedocument.presentationml.slideLayout+xml"/>
  <ns0:Override PartName="/ppt/slideLayouts/slideLayout99.xml" ContentType="application/vnd.openxmlformats-officedocument.presentationml.slideLayout+xml"/>
  <ns0:Override PartName="/ppt/slideLayouts/slideLayout100.xml" ContentType="application/vnd.openxmlformats-officedocument.presentationml.slideLayout+xml"/>
  <ns0:Override PartName="/ppt/slideLayouts/slideLayout101.xml" ContentType="application/vnd.openxmlformats-officedocument.presentationml.slideLayout+xml"/>
  <ns0:Override PartName="/ppt/slideLayouts/slideLayout102.xml" ContentType="application/vnd.openxmlformats-officedocument.presentationml.slideLayout+xml"/>
  <ns0:Override PartName="/ppt/slideLayouts/slideLayout103.xml" ContentType="application/vnd.openxmlformats-officedocument.presentationml.slideLayout+xml"/>
  <ns0:Override PartName="/ppt/slideLayouts/slideLayout104.xml" ContentType="application/vnd.openxmlformats-officedocument.presentationml.slideLayout+xml"/>
  <ns0:Override PartName="/ppt/slideLayouts/slideLayout105.xml" ContentType="application/vnd.openxmlformats-officedocument.presentationml.slideLayout+xml"/>
  <ns0:Override PartName="/ppt/theme/theme4.xml" ContentType="application/vnd.openxmlformats-officedocument.theme+xml"/>
</ns0:Types>
</file>

<file path=_rels/.rels><?xml version='1.0' encoding='utf-8'?>
<ns0:Relationships xmlns:ns0="http://schemas.openxmlformats.org/package/2006/relationships"><ns0:Relationship Id="rId1" Type="http://schemas.openxmlformats.org/officeDocument/2006/relationships/officeDocument" Target="ppt/presentation.xml" /></ns0: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784" r:id="rId4"/>
    <p:sldMasterId id="2147483660" r:id="rId5"/>
    <p:sldMasterId id="2147483800" r:id="rId6"/>
    <p:sldMasterId id="2147483838" r:id="rId7"/>
  </p:sldMasterIdLst>
  <p:sldIdLst>
    <p:sldId id="256" r:id="weeklySlide1"/>
    <p:sldId id="257" r:id="weeklySlide2"/>
  </p:sldIdLst>
  <p:sldSz cx="12192000" cy="6858000"/>
  <p:notesSz cx="6858000" cy="9144000"/>
  <p:custDataLst>
    <p:tags r:id="rId12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_rels/presentation.xml.rels><?xml version='1.0' encoding='utf-8'?>
<ns0:Relationships xmlns:ns0="http://schemas.openxmlformats.org/package/2006/relationships"><ns0:Relationship Id="rId5" Type="http://schemas.openxmlformats.org/officeDocument/2006/relationships/slideMaster" Target="slideMasters/slideMaster2.xml" /><ns0:Relationship Id="rId6" Type="http://schemas.openxmlformats.org/officeDocument/2006/relationships/slideMaster" Target="slideMasters/slideMaster3.xml" /><ns0:Relationship Id="rId7" Type="http://schemas.openxmlformats.org/officeDocument/2006/relationships/slideMaster" Target="slideMasters/slideMaster4.xml" /><ns0:Relationship Id="rId132" Type="http://schemas.openxmlformats.org/officeDocument/2006/relationships/theme" Target="theme/theme1.xml" /><ns0:Relationship Id="rId4" Type="http://schemas.openxmlformats.org/officeDocument/2006/relationships/slideMaster" Target="slideMasters/slideMaster1.xml" /><ns0:Relationship Id="weeklySlide1" Type="http://schemas.openxmlformats.org/officeDocument/2006/relationships/slide" Target="slides/slide1.xml" /><ns0:Relationship Id="weeklySlide2" Type="http://schemas.openxmlformats.org/officeDocument/2006/relationships/slide" Target="slides/slide2.xml" /></ns0:Relationships>
</file>

<file path=ppt/slideLayouts/_rels/slideLayout1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2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3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4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5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6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7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8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9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10.xml.rels><?xml version='1.0' encoding='utf-8'?>
<ns0:Relationships xmlns:ns0="http://schemas.openxmlformats.org/package/2006/relationships"><ns0:Relationship Id="rId2" Type="http://schemas.openxmlformats.org/officeDocument/2006/relationships/image" Target="../media/image1.png" /><ns0:Relationship Id="rId1" Type="http://schemas.openxmlformats.org/officeDocument/2006/relationships/slideMaster" Target="../slideMasters/slideMaster1.xml" /></ns0:Relationships>
</file>

<file path=ppt/slideLayouts/_rels/slideLayout11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12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13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14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15.xml.rels><?xml version='1.0' encoding='utf-8'?>
<ns0:Relationships xmlns:ns0="http://schemas.openxmlformats.org/package/2006/relationships"><ns0:Relationship Id="rId2" Type="http://schemas.openxmlformats.org/officeDocument/2006/relationships/image" Target="../media/image1.png" /><ns0:Relationship Id="rId1" Type="http://schemas.openxmlformats.org/officeDocument/2006/relationships/slideMaster" Target="../slideMasters/slideMaster2.xml" /></ns0:Relationships>
</file>

<file path=ppt/slideLayouts/_rels/slideLayout16.xml.rels><?xml version='1.0' encoding='utf-8'?>
<ns0:Relationships xmlns:ns0="http://schemas.openxmlformats.org/package/2006/relationships"><ns0:Relationship Id="rId2" Type="http://schemas.openxmlformats.org/officeDocument/2006/relationships/image" Target="../media/image3.png" /><ns0:Relationship Id="rId1" Type="http://schemas.openxmlformats.org/officeDocument/2006/relationships/slideMaster" Target="../slideMasters/slideMaster2.xml" /></ns0:Relationships>
</file>

<file path=ppt/slideLayouts/_rels/slideLayout17.xml.rels><?xml version='1.0' encoding='utf-8'?>
<ns0:Relationships xmlns:ns0="http://schemas.openxmlformats.org/package/2006/relationships"><ns0:Relationship Id="rId2" Type="http://schemas.openxmlformats.org/officeDocument/2006/relationships/image" Target="../media/image4.png" /><ns0:Relationship Id="rId1" Type="http://schemas.openxmlformats.org/officeDocument/2006/relationships/slideMaster" Target="../slideMasters/slideMaster2.xml" /></ns0:Relationships>
</file>

<file path=ppt/slideLayouts/_rels/slideLayout18.xml.rels><?xml version='1.0' encoding='utf-8'?>
<ns0:Relationships xmlns:ns0="http://schemas.openxmlformats.org/package/2006/relationships"><ns0:Relationship Id="rId2" Type="http://schemas.openxmlformats.org/officeDocument/2006/relationships/image" Target="../media/image5.png" /><ns0:Relationship Id="rId1" Type="http://schemas.openxmlformats.org/officeDocument/2006/relationships/slideMaster" Target="../slideMasters/slideMaster2.xml" /></ns0:Relationships>
</file>

<file path=ppt/slideLayouts/_rels/slideLayout19.xml.rels><?xml version='1.0' encoding='utf-8'?>
<ns0:Relationships xmlns:ns0="http://schemas.openxmlformats.org/package/2006/relationships"><ns0:Relationship Id="rId3" Type="http://schemas.openxmlformats.org/officeDocument/2006/relationships/image" Target="../media/image6.jpeg" /><ns0:Relationship Id="rId2" Type="http://schemas.openxmlformats.org/officeDocument/2006/relationships/image" Target="../media/image1.png" /><ns0:Relationship Id="rId1" Type="http://schemas.openxmlformats.org/officeDocument/2006/relationships/slideMaster" Target="../slideMasters/slideMaster2.xml" /></ns0:Relationships>
</file>

<file path=ppt/slideLayouts/_rels/slideLayout20.xml.rels><?xml version='1.0' encoding='utf-8'?>
<ns0:Relationships xmlns:ns0="http://schemas.openxmlformats.org/package/2006/relationships"><ns0:Relationship Id="rId3" Type="http://schemas.openxmlformats.org/officeDocument/2006/relationships/image" Target="../media/image7.jpeg" /><ns0:Relationship Id="rId2" Type="http://schemas.openxmlformats.org/officeDocument/2006/relationships/image" Target="../media/image3.png" /><ns0:Relationship Id="rId1" Type="http://schemas.openxmlformats.org/officeDocument/2006/relationships/slideMaster" Target="../slideMasters/slideMaster2.xml" /></ns0:Relationships>
</file>

<file path=ppt/slideLayouts/_rels/slideLayout21.xml.rels><?xml version='1.0' encoding='utf-8'?>
<ns0:Relationships xmlns:ns0="http://schemas.openxmlformats.org/package/2006/relationships"><ns0:Relationship Id="rId3" Type="http://schemas.openxmlformats.org/officeDocument/2006/relationships/image" Target="../media/image8.jpeg" /><ns0:Relationship Id="rId2" Type="http://schemas.openxmlformats.org/officeDocument/2006/relationships/image" Target="../media/image4.png" /><ns0:Relationship Id="rId1" Type="http://schemas.openxmlformats.org/officeDocument/2006/relationships/slideMaster" Target="../slideMasters/slideMaster2.xml" /></ns0:Relationships>
</file>

<file path=ppt/slideLayouts/_rels/slideLayout22.xml.rels><?xml version='1.0' encoding='utf-8'?>
<ns0:Relationships xmlns:ns0="http://schemas.openxmlformats.org/package/2006/relationships"><ns0:Relationship Id="rId3" Type="http://schemas.openxmlformats.org/officeDocument/2006/relationships/image" Target="../media/image9.jpeg" /><ns0:Relationship Id="rId2" Type="http://schemas.openxmlformats.org/officeDocument/2006/relationships/image" Target="../media/image5.png" /><ns0:Relationship Id="rId1" Type="http://schemas.openxmlformats.org/officeDocument/2006/relationships/slideMaster" Target="../slideMasters/slideMaster2.xml" /></ns0:Relationships>
</file>

<file path=ppt/slideLayouts/_rels/slideLayout23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2.xml" /></ns0:Relationships>
</file>

<file path=ppt/slideLayouts/_rels/slideLayout24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2.xml" /></ns0:Relationships>
</file>

<file path=ppt/slideLayouts/_rels/slideLayout25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2.xml" /></ns0:Relationships>
</file>

<file path=ppt/slideLayouts/_rels/slideLayout26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2.xml" /></ns0:Relationships>
</file>

<file path=ppt/slideLayouts/_rels/slideLayout27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2.xml" /></ns0:Relationships>
</file>

<file path=ppt/slideLayouts/_rels/slideLayout28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2.xml" /></ns0:Relationships>
</file>

<file path=ppt/slideLayouts/_rels/slideLayout29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2.xml" /></ns0:Relationships>
</file>

<file path=ppt/slideLayouts/_rels/slideLayout30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2.xml" /></ns0:Relationships>
</file>

<file path=ppt/slideLayouts/_rels/slideLayout31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2.xml" /></ns0:Relationships>
</file>

<file path=ppt/slideLayouts/_rels/slideLayout32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2.xml" /></ns0:Relationships>
</file>

<file path=ppt/slideLayouts/_rels/slideLayout33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2.xml" /></ns0:Relationships>
</file>

<file path=ppt/slideLayouts/_rels/slideLayout34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2.xml" /></ns0:Relationships>
</file>

<file path=ppt/slideLayouts/_rels/slideLayout35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2.xml" /></ns0:Relationships>
</file>

<file path=ppt/slideLayouts/_rels/slideLayout36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2.xml" /></ns0:Relationships>
</file>

<file path=ppt/slideLayouts/_rels/slideLayout37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2.xml" /></ns0:Relationships>
</file>

<file path=ppt/slideLayouts/_rels/slideLayout38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2.xml" /></ns0:Relationships>
</file>

<file path=ppt/slideLayouts/_rels/slideLayout39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2.xml" /></ns0:Relationships>
</file>

<file path=ppt/slideLayouts/_rels/slideLayout40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2.xml" /></ns0:Relationships>
</file>

<file path=ppt/slideLayouts/_rels/slideLayout41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2.xml" /></ns0:Relationships>
</file>

<file path=ppt/slideLayouts/_rels/slideLayout42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2.xml" /></ns0:Relationships>
</file>

<file path=ppt/slideLayouts/_rels/slideLayout43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2.xml" /></ns0:Relationships>
</file>

<file path=ppt/slideLayouts/_rels/slideLayout44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2.xml" /></ns0:Relationships>
</file>

<file path=ppt/slideLayouts/_rels/slideLayout45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2.xml" /></ns0:Relationships>
</file>

<file path=ppt/slideLayouts/_rels/slideLayout46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2.xml" /></ns0:Relationships>
</file>

<file path=ppt/slideLayouts/_rels/slideLayout47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2.xml" /></ns0:Relationships>
</file>

<file path=ppt/slideLayouts/_rels/slideLayout48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2.xml" /></ns0:Relationships>
</file>

<file path=ppt/slideLayouts/_rels/slideLayout49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2.xml" /></ns0:Relationships>
</file>

<file path=ppt/slideLayouts/_rels/slideLayout50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2.xml" /></ns0:Relationships>
</file>

<file path=ppt/slideLayouts/_rels/slideLayout51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2.xml" /></ns0:Relationships>
</file>

<file path=ppt/slideLayouts/_rels/slideLayout52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2.xml" /></ns0:Relationships>
</file>

<file path=ppt/slideLayouts/_rels/slideLayout53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2.xml" /></ns0:Relationships>
</file>

<file path=ppt/slideLayouts/_rels/slideLayout54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2.xml" /></ns0:Relationships>
</file>

<file path=ppt/slideLayouts/_rels/slideLayout55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2.xml" /></ns0:Relationships>
</file>

<file path=ppt/slideLayouts/_rels/slideLayout56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2.xml" /></ns0:Relationships>
</file>

<file path=ppt/slideLayouts/_rels/slideLayout57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2.xml" /></ns0:Relationships>
</file>

<file path=ppt/slideLayouts/_rels/slideLayout58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2.xml" /></ns0:Relationships>
</file>

<file path=ppt/slideLayouts/_rels/slideLayout59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2.xml" /></ns0:Relationships>
</file>

<file path=ppt/slideLayouts/_rels/slideLayout60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2.xml" /></ns0:Relationships>
</file>

<file path=ppt/slideLayouts/_rels/slideLayout61.xml.rels><?xml version='1.0' encoding='utf-8'?>
<ns0:Relationships xmlns:ns0="http://schemas.openxmlformats.org/package/2006/relationships"><ns0:Relationship Id="rId2" Type="http://schemas.openxmlformats.org/officeDocument/2006/relationships/image" Target="../media/image10.png" /><ns0:Relationship Id="rId1" Type="http://schemas.openxmlformats.org/officeDocument/2006/relationships/slideMaster" Target="../slideMasters/slideMaster2.xml" /></ns0:Relationships>
</file>

<file path=ppt/slideLayouts/_rels/slideLayout62.xml.rels><?xml version='1.0' encoding='utf-8'?>
<ns0:Relationships xmlns:ns0="http://schemas.openxmlformats.org/package/2006/relationships"><ns0:Relationship Id="rId2" Type="http://schemas.openxmlformats.org/officeDocument/2006/relationships/image" Target="../media/image10.png" /><ns0:Relationship Id="rId1" Type="http://schemas.openxmlformats.org/officeDocument/2006/relationships/slideMaster" Target="../slideMasters/slideMaster3.xml" /></ns0:Relationships>
</file>

<file path=ppt/slideLayouts/_rels/slideLayout63.xml.rels><?xml version='1.0' encoding='utf-8'?>
<ns0:Relationships xmlns:ns0="http://schemas.openxmlformats.org/package/2006/relationships"><ns0:Relationship Id="rId2" Type="http://schemas.openxmlformats.org/officeDocument/2006/relationships/image" Target="../media/image10.png" /><ns0:Relationship Id="rId1" Type="http://schemas.openxmlformats.org/officeDocument/2006/relationships/slideMaster" Target="../slideMasters/slideMaster3.xml" /></ns0:Relationships>
</file>

<file path=ppt/slideLayouts/_rels/slideLayout64.xml.rels><?xml version='1.0' encoding='utf-8'?>
<ns0:Relationships xmlns:ns0="http://schemas.openxmlformats.org/package/2006/relationships"><ns0:Relationship Id="rId3" Type="http://schemas.openxmlformats.org/officeDocument/2006/relationships/image" Target="../media/image10.png" /><ns0:Relationship Id="rId2" Type="http://schemas.openxmlformats.org/officeDocument/2006/relationships/image" Target="../media/image11.jpeg" /><ns0:Relationship Id="rId1" Type="http://schemas.openxmlformats.org/officeDocument/2006/relationships/slideMaster" Target="../slideMasters/slideMaster3.xml" /></ns0:Relationships>
</file>

<file path=ppt/slideLayouts/_rels/slideLayout65.xml.rels><?xml version='1.0' encoding='utf-8'?>
<ns0:Relationships xmlns:ns0="http://schemas.openxmlformats.org/package/2006/relationships"><ns0:Relationship Id="rId3" Type="http://schemas.openxmlformats.org/officeDocument/2006/relationships/image" Target="../media/image10.png" /><ns0:Relationship Id="rId2" Type="http://schemas.openxmlformats.org/officeDocument/2006/relationships/image" Target="../media/image12.jpeg" /><ns0:Relationship Id="rId1" Type="http://schemas.openxmlformats.org/officeDocument/2006/relationships/slideMaster" Target="../slideMasters/slideMaster3.xml" /></ns0:Relationships>
</file>

<file path=ppt/slideLayouts/_rels/slideLayout66.xml.rels><?xml version='1.0' encoding='utf-8'?>
<ns0:Relationships xmlns:ns0="http://schemas.openxmlformats.org/package/2006/relationships"><ns0:Relationship Id="rId2" Type="http://schemas.openxmlformats.org/officeDocument/2006/relationships/image" Target="../media/image10.png" /><ns0:Relationship Id="rId1" Type="http://schemas.openxmlformats.org/officeDocument/2006/relationships/slideMaster" Target="../slideMasters/slideMaster3.xml" /></ns0:Relationships>
</file>

<file path=ppt/slideLayouts/_rels/slideLayout67.xml.rels><?xml version='1.0' encoding='utf-8'?>
<ns0:Relationships xmlns:ns0="http://schemas.openxmlformats.org/package/2006/relationships"><ns0:Relationship Id="rId2" Type="http://schemas.openxmlformats.org/officeDocument/2006/relationships/image" Target="../media/image10.png" /><ns0:Relationship Id="rId1" Type="http://schemas.openxmlformats.org/officeDocument/2006/relationships/slideMaster" Target="../slideMasters/slideMaster3.xml" /></ns0:Relationships>
</file>

<file path=ppt/slideLayouts/_rels/slideLayout68.xml.rels><?xml version='1.0' encoding='utf-8'?>
<ns0:Relationships xmlns:ns0="http://schemas.openxmlformats.org/package/2006/relationships"><ns0:Relationship Id="rId2" Type="http://schemas.openxmlformats.org/officeDocument/2006/relationships/image" Target="../media/image10.png" /><ns0:Relationship Id="rId1" Type="http://schemas.openxmlformats.org/officeDocument/2006/relationships/slideMaster" Target="../slideMasters/slideMaster3.xml" /></ns0:Relationships>
</file>

<file path=ppt/slideLayouts/_rels/slideLayout69.xml.rels><?xml version='1.0' encoding='utf-8'?>
<ns0:Relationships xmlns:ns0="http://schemas.openxmlformats.org/package/2006/relationships"><ns0:Relationship Id="rId2" Type="http://schemas.openxmlformats.org/officeDocument/2006/relationships/image" Target="../media/image10.png" /><ns0:Relationship Id="rId1" Type="http://schemas.openxmlformats.org/officeDocument/2006/relationships/slideMaster" Target="../slideMasters/slideMaster3.xml" /></ns0:Relationships>
</file>

<file path=ppt/slideLayouts/_rels/slideLayout70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3.xml" /></ns0:Relationships>
</file>

<file path=ppt/slideLayouts/_rels/slideLayout71.xml.rels><?xml version='1.0' encoding='utf-8'?>
<ns0:Relationships xmlns:ns0="http://schemas.openxmlformats.org/package/2006/relationships"><ns0:Relationship Id="rId2" Type="http://schemas.openxmlformats.org/officeDocument/2006/relationships/image" Target="../media/image11.jpeg" /><ns0:Relationship Id="rId1" Type="http://schemas.openxmlformats.org/officeDocument/2006/relationships/slideMaster" Target="../slideMasters/slideMaster3.xml" /></ns0:Relationships>
</file>

<file path=ppt/slideLayouts/_rels/slideLayout72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3.xml" /></ns0:Relationships>
</file>

<file path=ppt/slideLayouts/_rels/slideLayout73.xml.rels><?xml version='1.0' encoding='utf-8'?>
<ns0:Relationships xmlns:ns0="http://schemas.openxmlformats.org/package/2006/relationships"><ns0:Relationship Id="rId2" Type="http://schemas.openxmlformats.org/officeDocument/2006/relationships/image" Target="../media/image11.jpeg" /><ns0:Relationship Id="rId1" Type="http://schemas.openxmlformats.org/officeDocument/2006/relationships/slideMaster" Target="../slideMasters/slideMaster3.xml" /></ns0:Relationships>
</file>

<file path=ppt/slideLayouts/_rels/slideLayout74.xml.rels><?xml version='1.0' encoding='utf-8'?>
<ns0:Relationships xmlns:ns0="http://schemas.openxmlformats.org/package/2006/relationships"><ns0:Relationship Id="rId2" Type="http://schemas.openxmlformats.org/officeDocument/2006/relationships/image" Target="../media/image12.jpeg" /><ns0:Relationship Id="rId1" Type="http://schemas.openxmlformats.org/officeDocument/2006/relationships/slideMaster" Target="../slideMasters/slideMaster3.xml" /></ns0:Relationships>
</file>

<file path=ppt/slideLayouts/_rels/slideLayout75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3.xml" /></ns0:Relationships>
</file>

<file path=ppt/slideLayouts/_rels/slideLayout76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3.xml" /></ns0:Relationships>
</file>

<file path=ppt/slideLayouts/_rels/slideLayout77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3.xml" /></ns0:Relationships>
</file>

<file path=ppt/slideLayouts/_rels/slideLayout78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3.xml" /></ns0:Relationships>
</file>

<file path=ppt/slideLayouts/_rels/slideLayout79.xml.rels><?xml version='1.0' encoding='utf-8'?>
<ns0:Relationships xmlns:ns0="http://schemas.openxmlformats.org/package/2006/relationships"><ns0:Relationship Id="rId2" Type="http://schemas.openxmlformats.org/officeDocument/2006/relationships/image" Target="../media/image10.png" /><ns0:Relationship Id="rId1" Type="http://schemas.openxmlformats.org/officeDocument/2006/relationships/slideMaster" Target="../slideMasters/slideMaster3.xml" /></ns0:Relationships>
</file>

<file path=ppt/slideLayouts/_rels/slideLayout80.xml.rels><?xml version='1.0' encoding='utf-8'?>
<ns0:Relationships xmlns:ns0="http://schemas.openxmlformats.org/package/2006/relationships"><ns0:Relationship Id="rId2" Type="http://schemas.openxmlformats.org/officeDocument/2006/relationships/image" Target="../media/image10.png" /><ns0:Relationship Id="rId1" Type="http://schemas.openxmlformats.org/officeDocument/2006/relationships/slideMaster" Target="../slideMasters/slideMaster3.xml" /></ns0:Relationships>
</file>

<file path=ppt/slideLayouts/_rels/slideLayout81.xml.rels><?xml version='1.0' encoding='utf-8'?>
<ns0:Relationships xmlns:ns0="http://schemas.openxmlformats.org/package/2006/relationships"><ns0:Relationship Id="rId2" Type="http://schemas.openxmlformats.org/officeDocument/2006/relationships/image" Target="../media/image10.png" /><ns0:Relationship Id="rId1" Type="http://schemas.openxmlformats.org/officeDocument/2006/relationships/slideMaster" Target="../slideMasters/slideMaster3.xml" /></ns0:Relationships>
</file>

<file path=ppt/slideLayouts/_rels/slideLayout82.xml.rels><?xml version='1.0' encoding='utf-8'?>
<ns0:Relationships xmlns:ns0="http://schemas.openxmlformats.org/package/2006/relationships"><ns0:Relationship Id="rId2" Type="http://schemas.openxmlformats.org/officeDocument/2006/relationships/image" Target="../media/image10.png" /><ns0:Relationship Id="rId1" Type="http://schemas.openxmlformats.org/officeDocument/2006/relationships/slideMaster" Target="../slideMasters/slideMaster3.xml" /></ns0:Relationships>
</file>

<file path=ppt/slideLayouts/_rels/slideLayout83.xml.rels><?xml version='1.0' encoding='utf-8'?>
<ns0:Relationships xmlns:ns0="http://schemas.openxmlformats.org/package/2006/relationships"><ns0:Relationship Id="rId2" Type="http://schemas.openxmlformats.org/officeDocument/2006/relationships/image" Target="../media/image10.png" /><ns0:Relationship Id="rId1" Type="http://schemas.openxmlformats.org/officeDocument/2006/relationships/slideMaster" Target="../slideMasters/slideMaster3.xml" /></ns0:Relationships>
</file>

<file path=ppt/slideLayouts/_rels/slideLayout84.xml.rels><?xml version='1.0' encoding='utf-8'?>
<ns0:Relationships xmlns:ns0="http://schemas.openxmlformats.org/package/2006/relationships"><ns0:Relationship Id="rId2" Type="http://schemas.openxmlformats.org/officeDocument/2006/relationships/image" Target="../media/image10.png" /><ns0:Relationship Id="rId1" Type="http://schemas.openxmlformats.org/officeDocument/2006/relationships/slideMaster" Target="../slideMasters/slideMaster3.xml" /></ns0:Relationships>
</file>

<file path=ppt/slideLayouts/_rels/slideLayout85.xml.rels><?xml version='1.0' encoding='utf-8'?>
<ns0:Relationships xmlns:ns0="http://schemas.openxmlformats.org/package/2006/relationships"><ns0:Relationship Id="rId3" Type="http://schemas.openxmlformats.org/officeDocument/2006/relationships/image" Target="../media/image10.png" /><ns0:Relationship Id="rId2" Type="http://schemas.openxmlformats.org/officeDocument/2006/relationships/image" Target="../media/image13.jpeg" /><ns0:Relationship Id="rId1" Type="http://schemas.openxmlformats.org/officeDocument/2006/relationships/slideMaster" Target="../slideMasters/slideMaster3.xml" /></ns0:Relationships>
</file>

<file path=ppt/slideLayouts/_rels/slideLayout86.xml.rels><?xml version='1.0' encoding='utf-8'?>
<ns0:Relationships xmlns:ns0="http://schemas.openxmlformats.org/package/2006/relationships"><ns0:Relationship Id="rId3" Type="http://schemas.openxmlformats.org/officeDocument/2006/relationships/image" Target="../media/image10.png" /><ns0:Relationship Id="rId2" Type="http://schemas.openxmlformats.org/officeDocument/2006/relationships/image" Target="../media/image13.jpeg" /><ns0:Relationship Id="rId1" Type="http://schemas.openxmlformats.org/officeDocument/2006/relationships/slideMaster" Target="../slideMasters/slideMaster3.xml" /></ns0:Relationships>
</file>

<file path=ppt/slideLayouts/_rels/slideLayout87.xml.rels><?xml version='1.0' encoding='utf-8'?>
<ns0:Relationships xmlns:ns0="http://schemas.openxmlformats.org/package/2006/relationships"><ns0:Relationship Id="rId2" Type="http://schemas.openxmlformats.org/officeDocument/2006/relationships/image" Target="../media/image10.png" /><ns0:Relationship Id="rId1" Type="http://schemas.openxmlformats.org/officeDocument/2006/relationships/slideMaster" Target="../slideMasters/slideMaster3.xml" /></ns0:Relationships>
</file>

<file path=ppt/slideLayouts/_rels/slideLayout88.xml.rels><?xml version='1.0' encoding='utf-8'?>
<ns0:Relationships xmlns:ns0="http://schemas.openxmlformats.org/package/2006/relationships"><ns0:Relationship Id="rId2" Type="http://schemas.openxmlformats.org/officeDocument/2006/relationships/image" Target="../media/image10.png" /><ns0:Relationship Id="rId1" Type="http://schemas.openxmlformats.org/officeDocument/2006/relationships/slideMaster" Target="../slideMasters/slideMaster3.xml" /></ns0:Relationships>
</file>

<file path=ppt/slideLayouts/_rels/slideLayout89.xml.rels><?xml version='1.0' encoding='utf-8'?>
<ns0:Relationships xmlns:ns0="http://schemas.openxmlformats.org/package/2006/relationships"><ns0:Relationship Id="rId2" Type="http://schemas.openxmlformats.org/officeDocument/2006/relationships/image" Target="../media/image10.png" /><ns0:Relationship Id="rId1" Type="http://schemas.openxmlformats.org/officeDocument/2006/relationships/slideMaster" Target="../slideMasters/slideMaster3.xml" /></ns0:Relationships>
</file>

<file path=ppt/slideLayouts/_rels/slideLayout90.xml.rels><?xml version='1.0' encoding='utf-8'?>
<ns0:Relationships xmlns:ns0="http://schemas.openxmlformats.org/package/2006/relationships"><ns0:Relationship Id="rId2" Type="http://schemas.openxmlformats.org/officeDocument/2006/relationships/image" Target="../media/image10.png" /><ns0:Relationship Id="rId1" Type="http://schemas.openxmlformats.org/officeDocument/2006/relationships/slideMaster" Target="../slideMasters/slideMaster3.xml" /></ns0:Relationships>
</file>

<file path=ppt/slideLayouts/_rels/slideLayout91.xml.rels><?xml version='1.0' encoding='utf-8'?>
<ns0:Relationships xmlns:ns0="http://schemas.openxmlformats.org/package/2006/relationships"><ns0:Relationship Id="rId2" Type="http://schemas.openxmlformats.org/officeDocument/2006/relationships/image" Target="../media/image10.png" /><ns0:Relationship Id="rId1" Type="http://schemas.openxmlformats.org/officeDocument/2006/relationships/slideMaster" Target="../slideMasters/slideMaster3.xml" /></ns0:Relationships>
</file>

<file path=ppt/slideLayouts/_rels/slideLayout92.xml.rels><?xml version='1.0' encoding='utf-8'?>
<ns0:Relationships xmlns:ns0="http://schemas.openxmlformats.org/package/2006/relationships"><ns0:Relationship Id="rId2" Type="http://schemas.openxmlformats.org/officeDocument/2006/relationships/image" Target="../media/image10.png" /><ns0:Relationship Id="rId1" Type="http://schemas.openxmlformats.org/officeDocument/2006/relationships/slideMaster" Target="../slideMasters/slideMaster3.xml" /></ns0:Relationships>
</file>

<file path=ppt/slideLayouts/_rels/slideLayout93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3.xml" /></ns0:Relationships>
</file>

<file path=ppt/slideLayouts/_rels/slideLayout94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4.xml" /></ns0:Relationships>
</file>

<file path=ppt/slideLayouts/_rels/slideLayout95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4.xml" /></ns0:Relationships>
</file>

<file path=ppt/slideLayouts/_rels/slideLayout96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4.xml" /></ns0:Relationships>
</file>

<file path=ppt/slideLayouts/_rels/slideLayout97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4.xml" /></ns0:Relationships>
</file>

<file path=ppt/slideLayouts/_rels/slideLayout98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4.xml" /></ns0:Relationships>
</file>

<file path=ppt/slideLayouts/_rels/slideLayout99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4.xml" /></ns0:Relationships>
</file>

<file path=ppt/slideLayouts/_rels/slideLayout100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4.xml" /></ns0:Relationships>
</file>

<file path=ppt/slideLayouts/_rels/slideLayout101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4.xml" /></ns0:Relationships>
</file>

<file path=ppt/slideLayouts/_rels/slideLayout102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4.xml" /></ns0:Relationships>
</file>

<file path=ppt/slideLayouts/_rels/slideLayout103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4.xml" /></ns0:Relationships>
</file>

<file path=ppt/slideLayouts/_rels/slideLayout104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4.xml" /></ns0:Relationships>
</file>

<file path=ppt/slideLayouts/_rels/slideLayout105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4.xml" /></ns0: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1" y="442528"/>
            <a:ext cx="10670780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9A0C0A2-1C95-CF60-15E7-57B445A899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038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1" y="442528"/>
            <a:ext cx="10670780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BEE098D-3AB1-76DB-7D94-47416B95B315}"/>
              </a:ext>
            </a:extLst>
          </p:cNvPr>
          <p:cNvSpPr txBox="1"/>
          <p:nvPr userDrawn="1"/>
        </p:nvSpPr>
        <p:spPr>
          <a:xfrm>
            <a:off x="1602706" y="6401580"/>
            <a:ext cx="411587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2024 Lenovo Internal. All rights reserved.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7D3A8838-C4DB-A234-AE13-77FD359114A0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611" y="6348283"/>
            <a:ext cx="777442" cy="259316"/>
            <a:chOff x="547688" y="952500"/>
            <a:chExt cx="12190413" cy="4067175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27C46987-CA04-04BE-C5FA-56E293EEB90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8" name="Freeform 7">
              <a:extLst>
                <a:ext uri="{FF2B5EF4-FFF2-40B4-BE49-F238E27FC236}">
                  <a16:creationId xmlns:a16="http://schemas.microsoft.com/office/drawing/2014/main" id="{91EA1B80-EF2A-EAE6-2B00-FF82A140564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9" name="Freeform 8">
              <a:extLst>
                <a:ext uri="{FF2B5EF4-FFF2-40B4-BE49-F238E27FC236}">
                  <a16:creationId xmlns:a16="http://schemas.microsoft.com/office/drawing/2014/main" id="{679F583A-C57A-3239-E8A4-1C575A0EA73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30" name="Freeform 9">
              <a:extLst>
                <a:ext uri="{FF2B5EF4-FFF2-40B4-BE49-F238E27FC236}">
                  <a16:creationId xmlns:a16="http://schemas.microsoft.com/office/drawing/2014/main" id="{36324797-C488-8192-F77E-9F600E5490D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31" name="Freeform 10">
              <a:extLst>
                <a:ext uri="{FF2B5EF4-FFF2-40B4-BE49-F238E27FC236}">
                  <a16:creationId xmlns:a16="http://schemas.microsoft.com/office/drawing/2014/main" id="{6A067FCF-35DE-4E09-CCD5-280D653D4A6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32" name="Freeform 10">
              <a:extLst>
                <a:ext uri="{FF2B5EF4-FFF2-40B4-BE49-F238E27FC236}">
                  <a16:creationId xmlns:a16="http://schemas.microsoft.com/office/drawing/2014/main" id="{65171654-F4B2-F1B9-6AF4-18F3A499E48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33" name="Freeform 11">
              <a:extLst>
                <a:ext uri="{FF2B5EF4-FFF2-40B4-BE49-F238E27FC236}">
                  <a16:creationId xmlns:a16="http://schemas.microsoft.com/office/drawing/2014/main" id="{7E3A5950-4507-5E83-F8E2-F78AD0930D0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245D89D-54AB-A7D6-4141-95E6B3C3695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6163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12E9409-35B8-57EB-2941-154C5CA02C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6617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_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02847966-6DB9-1FB6-9676-273C285CBBB9}"/>
              </a:ext>
            </a:extLst>
          </p:cNvPr>
          <p:cNvSpPr txBox="1"/>
          <p:nvPr userDrawn="1"/>
        </p:nvSpPr>
        <p:spPr>
          <a:xfrm>
            <a:off x="1602706" y="6401580"/>
            <a:ext cx="411587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2024 Lenovo Internal. All rights reserved.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2DC449E-FDC8-E32E-E4B6-BCA292AA3705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611" y="6348283"/>
            <a:ext cx="777442" cy="259316"/>
            <a:chOff x="547688" y="952500"/>
            <a:chExt cx="12190413" cy="4067175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AB6D2A24-CAB4-F08D-2B8E-FD0BBEA396C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4" name="Freeform 7">
              <a:extLst>
                <a:ext uri="{FF2B5EF4-FFF2-40B4-BE49-F238E27FC236}">
                  <a16:creationId xmlns:a16="http://schemas.microsoft.com/office/drawing/2014/main" id="{B5AB7E31-14A7-9501-5A1B-CA9C8DF7F97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5" name="Freeform 8">
              <a:extLst>
                <a:ext uri="{FF2B5EF4-FFF2-40B4-BE49-F238E27FC236}">
                  <a16:creationId xmlns:a16="http://schemas.microsoft.com/office/drawing/2014/main" id="{62254130-3E7F-93A9-7119-F750B966F2A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6" name="Freeform 9">
              <a:extLst>
                <a:ext uri="{FF2B5EF4-FFF2-40B4-BE49-F238E27FC236}">
                  <a16:creationId xmlns:a16="http://schemas.microsoft.com/office/drawing/2014/main" id="{F09E9735-A341-685A-2E0E-8E623D18233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7" name="Freeform 10">
              <a:extLst>
                <a:ext uri="{FF2B5EF4-FFF2-40B4-BE49-F238E27FC236}">
                  <a16:creationId xmlns:a16="http://schemas.microsoft.com/office/drawing/2014/main" id="{7576E6CE-DA5C-AF50-7933-59F501DBD1B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8" name="Freeform 10">
              <a:extLst>
                <a:ext uri="{FF2B5EF4-FFF2-40B4-BE49-F238E27FC236}">
                  <a16:creationId xmlns:a16="http://schemas.microsoft.com/office/drawing/2014/main" id="{69BCEF5B-3A08-5E7B-9ED1-3F71D12FBA9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9" name="Freeform 11">
              <a:extLst>
                <a:ext uri="{FF2B5EF4-FFF2-40B4-BE49-F238E27FC236}">
                  <a16:creationId xmlns:a16="http://schemas.microsoft.com/office/drawing/2014/main" id="{B6FEDC4B-7FBE-AE64-86BE-07088AD5B60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094B782-D6B1-E164-080E-40821B7DAFA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8862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37F1298-487A-B4E6-4008-0A5D51F1C143}"/>
              </a:ext>
            </a:extLst>
          </p:cNvPr>
          <p:cNvGrpSpPr/>
          <p:nvPr userDrawn="1"/>
        </p:nvGrpSpPr>
        <p:grpSpPr>
          <a:xfrm>
            <a:off x="9392771" y="767096"/>
            <a:ext cx="2800816" cy="1898696"/>
            <a:chOff x="9390324" y="767096"/>
            <a:chExt cx="2800087" cy="1898696"/>
          </a:xfrm>
        </p:grpSpPr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DBC4C027-8FC0-71EF-963F-3B8A0447C1E8}"/>
                </a:ext>
              </a:extLst>
            </p:cNvPr>
            <p:cNvGrpSpPr/>
            <p:nvPr userDrawn="1"/>
          </p:nvGrpSpPr>
          <p:grpSpPr>
            <a:xfrm>
              <a:off x="9390324" y="936748"/>
              <a:ext cx="1965963" cy="1042086"/>
              <a:chOff x="4988072" y="501936"/>
              <a:chExt cx="1978802" cy="1051017"/>
            </a:xfrm>
            <a:solidFill>
              <a:schemeClr val="accent1"/>
            </a:solidFill>
          </p:grpSpPr>
          <p:sp>
            <p:nvSpPr>
              <p:cNvPr id="72" name="Freeform 5">
                <a:extLst>
                  <a:ext uri="{FF2B5EF4-FFF2-40B4-BE49-F238E27FC236}">
                    <a16:creationId xmlns:a16="http://schemas.microsoft.com/office/drawing/2014/main" id="{AC114BA7-B808-0C61-F4C4-498846EB2C1F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559016" y="501936"/>
                <a:ext cx="218094" cy="282813"/>
              </a:xfrm>
              <a:custGeom>
                <a:avLst/>
                <a:gdLst>
                  <a:gd name="T0" fmla="*/ 0 w 502"/>
                  <a:gd name="T1" fmla="*/ 550 h 651"/>
                  <a:gd name="T2" fmla="*/ 83 w 502"/>
                  <a:gd name="T3" fmla="*/ 451 h 651"/>
                  <a:gd name="T4" fmla="*/ 272 w 502"/>
                  <a:gd name="T5" fmla="*/ 528 h 651"/>
                  <a:gd name="T6" fmla="*/ 363 w 502"/>
                  <a:gd name="T7" fmla="*/ 469 h 651"/>
                  <a:gd name="T8" fmla="*/ 363 w 502"/>
                  <a:gd name="T9" fmla="*/ 467 h 651"/>
                  <a:gd name="T10" fmla="*/ 236 w 502"/>
                  <a:gd name="T11" fmla="*/ 386 h 651"/>
                  <a:gd name="T12" fmla="*/ 26 w 502"/>
                  <a:gd name="T13" fmla="*/ 192 h 651"/>
                  <a:gd name="T14" fmla="*/ 26 w 502"/>
                  <a:gd name="T15" fmla="*/ 191 h 651"/>
                  <a:gd name="T16" fmla="*/ 247 w 502"/>
                  <a:gd name="T17" fmla="*/ 0 h 651"/>
                  <a:gd name="T18" fmla="*/ 483 w 502"/>
                  <a:gd name="T19" fmla="*/ 80 h 651"/>
                  <a:gd name="T20" fmla="*/ 410 w 502"/>
                  <a:gd name="T21" fmla="*/ 185 h 651"/>
                  <a:gd name="T22" fmla="*/ 246 w 502"/>
                  <a:gd name="T23" fmla="*/ 123 h 651"/>
                  <a:gd name="T24" fmla="*/ 164 w 502"/>
                  <a:gd name="T25" fmla="*/ 178 h 651"/>
                  <a:gd name="T26" fmla="*/ 164 w 502"/>
                  <a:gd name="T27" fmla="*/ 180 h 651"/>
                  <a:gd name="T28" fmla="*/ 301 w 502"/>
                  <a:gd name="T29" fmla="*/ 263 h 651"/>
                  <a:gd name="T30" fmla="*/ 502 w 502"/>
                  <a:gd name="T31" fmla="*/ 453 h 651"/>
                  <a:gd name="T32" fmla="*/ 502 w 502"/>
                  <a:gd name="T33" fmla="*/ 455 h 651"/>
                  <a:gd name="T34" fmla="*/ 269 w 502"/>
                  <a:gd name="T35" fmla="*/ 651 h 651"/>
                  <a:gd name="T36" fmla="*/ 0 w 502"/>
                  <a:gd name="T37" fmla="*/ 550 h 6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02" h="651">
                    <a:moveTo>
                      <a:pt x="0" y="550"/>
                    </a:moveTo>
                    <a:cubicBezTo>
                      <a:pt x="83" y="451"/>
                      <a:pt x="83" y="451"/>
                      <a:pt x="83" y="451"/>
                    </a:cubicBezTo>
                    <a:cubicBezTo>
                      <a:pt x="140" y="498"/>
                      <a:pt x="200" y="528"/>
                      <a:pt x="272" y="528"/>
                    </a:cubicBezTo>
                    <a:cubicBezTo>
                      <a:pt x="329" y="528"/>
                      <a:pt x="363" y="506"/>
                      <a:pt x="363" y="469"/>
                    </a:cubicBezTo>
                    <a:cubicBezTo>
                      <a:pt x="363" y="467"/>
                      <a:pt x="363" y="467"/>
                      <a:pt x="363" y="467"/>
                    </a:cubicBezTo>
                    <a:cubicBezTo>
                      <a:pt x="363" y="431"/>
                      <a:pt x="342" y="413"/>
                      <a:pt x="236" y="386"/>
                    </a:cubicBezTo>
                    <a:cubicBezTo>
                      <a:pt x="108" y="354"/>
                      <a:pt x="26" y="318"/>
                      <a:pt x="26" y="192"/>
                    </a:cubicBezTo>
                    <a:cubicBezTo>
                      <a:pt x="26" y="191"/>
                      <a:pt x="26" y="191"/>
                      <a:pt x="26" y="191"/>
                    </a:cubicBezTo>
                    <a:cubicBezTo>
                      <a:pt x="26" y="76"/>
                      <a:pt x="118" y="0"/>
                      <a:pt x="247" y="0"/>
                    </a:cubicBezTo>
                    <a:cubicBezTo>
                      <a:pt x="340" y="0"/>
                      <a:pt x="419" y="29"/>
                      <a:pt x="483" y="80"/>
                    </a:cubicBezTo>
                    <a:cubicBezTo>
                      <a:pt x="410" y="185"/>
                      <a:pt x="410" y="185"/>
                      <a:pt x="410" y="185"/>
                    </a:cubicBezTo>
                    <a:cubicBezTo>
                      <a:pt x="354" y="146"/>
                      <a:pt x="299" y="123"/>
                      <a:pt x="246" y="123"/>
                    </a:cubicBezTo>
                    <a:cubicBezTo>
                      <a:pt x="192" y="123"/>
                      <a:pt x="164" y="147"/>
                      <a:pt x="164" y="178"/>
                    </a:cubicBezTo>
                    <a:cubicBezTo>
                      <a:pt x="164" y="180"/>
                      <a:pt x="164" y="180"/>
                      <a:pt x="164" y="180"/>
                    </a:cubicBezTo>
                    <a:cubicBezTo>
                      <a:pt x="164" y="221"/>
                      <a:pt x="191" y="235"/>
                      <a:pt x="301" y="263"/>
                    </a:cubicBezTo>
                    <a:cubicBezTo>
                      <a:pt x="429" y="297"/>
                      <a:pt x="502" y="343"/>
                      <a:pt x="502" y="453"/>
                    </a:cubicBezTo>
                    <a:cubicBezTo>
                      <a:pt x="502" y="455"/>
                      <a:pt x="502" y="455"/>
                      <a:pt x="502" y="455"/>
                    </a:cubicBezTo>
                    <a:cubicBezTo>
                      <a:pt x="502" y="581"/>
                      <a:pt x="406" y="651"/>
                      <a:pt x="269" y="651"/>
                    </a:cubicBezTo>
                    <a:cubicBezTo>
                      <a:pt x="173" y="651"/>
                      <a:pt x="76" y="618"/>
                      <a:pt x="0" y="55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73" name="Freeform 6">
                <a:extLst>
                  <a:ext uri="{FF2B5EF4-FFF2-40B4-BE49-F238E27FC236}">
                    <a16:creationId xmlns:a16="http://schemas.microsoft.com/office/drawing/2014/main" id="{03055FF5-EB33-F09D-784D-C7AD01880326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791295" y="566212"/>
                <a:ext cx="322264" cy="214547"/>
              </a:xfrm>
              <a:custGeom>
                <a:avLst/>
                <a:gdLst>
                  <a:gd name="T0" fmla="*/ 0 w 741"/>
                  <a:gd name="T1" fmla="*/ 9 h 494"/>
                  <a:gd name="T2" fmla="*/ 138 w 741"/>
                  <a:gd name="T3" fmla="*/ 9 h 494"/>
                  <a:gd name="T4" fmla="*/ 138 w 741"/>
                  <a:gd name="T5" fmla="*/ 78 h 494"/>
                  <a:gd name="T6" fmla="*/ 281 w 741"/>
                  <a:gd name="T7" fmla="*/ 0 h 494"/>
                  <a:gd name="T8" fmla="*/ 418 w 741"/>
                  <a:gd name="T9" fmla="*/ 77 h 494"/>
                  <a:gd name="T10" fmla="*/ 577 w 741"/>
                  <a:gd name="T11" fmla="*/ 0 h 494"/>
                  <a:gd name="T12" fmla="*/ 741 w 741"/>
                  <a:gd name="T13" fmla="*/ 178 h 494"/>
                  <a:gd name="T14" fmla="*/ 741 w 741"/>
                  <a:gd name="T15" fmla="*/ 494 h 494"/>
                  <a:gd name="T16" fmla="*/ 603 w 741"/>
                  <a:gd name="T17" fmla="*/ 494 h 494"/>
                  <a:gd name="T18" fmla="*/ 603 w 741"/>
                  <a:gd name="T19" fmla="*/ 224 h 494"/>
                  <a:gd name="T20" fmla="*/ 523 w 741"/>
                  <a:gd name="T21" fmla="*/ 125 h 494"/>
                  <a:gd name="T22" fmla="*/ 439 w 741"/>
                  <a:gd name="T23" fmla="*/ 224 h 494"/>
                  <a:gd name="T24" fmla="*/ 439 w 741"/>
                  <a:gd name="T25" fmla="*/ 494 h 494"/>
                  <a:gd name="T26" fmla="*/ 302 w 741"/>
                  <a:gd name="T27" fmla="*/ 494 h 494"/>
                  <a:gd name="T28" fmla="*/ 302 w 741"/>
                  <a:gd name="T29" fmla="*/ 224 h 494"/>
                  <a:gd name="T30" fmla="*/ 221 w 741"/>
                  <a:gd name="T31" fmla="*/ 125 h 494"/>
                  <a:gd name="T32" fmla="*/ 138 w 741"/>
                  <a:gd name="T33" fmla="*/ 224 h 494"/>
                  <a:gd name="T34" fmla="*/ 138 w 741"/>
                  <a:gd name="T35" fmla="*/ 494 h 494"/>
                  <a:gd name="T36" fmla="*/ 0 w 741"/>
                  <a:gd name="T37" fmla="*/ 494 h 494"/>
                  <a:gd name="T38" fmla="*/ 0 w 741"/>
                  <a:gd name="T39" fmla="*/ 9 h 4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41" h="494">
                    <a:moveTo>
                      <a:pt x="0" y="9"/>
                    </a:moveTo>
                    <a:cubicBezTo>
                      <a:pt x="138" y="9"/>
                      <a:pt x="138" y="9"/>
                      <a:pt x="138" y="9"/>
                    </a:cubicBezTo>
                    <a:cubicBezTo>
                      <a:pt x="138" y="78"/>
                      <a:pt x="138" y="78"/>
                      <a:pt x="138" y="78"/>
                    </a:cubicBezTo>
                    <a:cubicBezTo>
                      <a:pt x="170" y="37"/>
                      <a:pt x="211" y="0"/>
                      <a:pt x="281" y="0"/>
                    </a:cubicBezTo>
                    <a:cubicBezTo>
                      <a:pt x="344" y="0"/>
                      <a:pt x="392" y="28"/>
                      <a:pt x="418" y="77"/>
                    </a:cubicBezTo>
                    <a:cubicBezTo>
                      <a:pt x="460" y="27"/>
                      <a:pt x="511" y="0"/>
                      <a:pt x="577" y="0"/>
                    </a:cubicBezTo>
                    <a:cubicBezTo>
                      <a:pt x="679" y="0"/>
                      <a:pt x="741" y="62"/>
                      <a:pt x="741" y="178"/>
                    </a:cubicBezTo>
                    <a:cubicBezTo>
                      <a:pt x="741" y="494"/>
                      <a:pt x="741" y="494"/>
                      <a:pt x="741" y="494"/>
                    </a:cubicBezTo>
                    <a:cubicBezTo>
                      <a:pt x="603" y="494"/>
                      <a:pt x="603" y="494"/>
                      <a:pt x="603" y="494"/>
                    </a:cubicBezTo>
                    <a:cubicBezTo>
                      <a:pt x="603" y="224"/>
                      <a:pt x="603" y="224"/>
                      <a:pt x="603" y="224"/>
                    </a:cubicBezTo>
                    <a:cubicBezTo>
                      <a:pt x="603" y="159"/>
                      <a:pt x="574" y="125"/>
                      <a:pt x="523" y="125"/>
                    </a:cubicBezTo>
                    <a:cubicBezTo>
                      <a:pt x="471" y="125"/>
                      <a:pt x="439" y="159"/>
                      <a:pt x="439" y="224"/>
                    </a:cubicBezTo>
                    <a:cubicBezTo>
                      <a:pt x="439" y="494"/>
                      <a:pt x="439" y="494"/>
                      <a:pt x="439" y="494"/>
                    </a:cubicBezTo>
                    <a:cubicBezTo>
                      <a:pt x="302" y="494"/>
                      <a:pt x="302" y="494"/>
                      <a:pt x="302" y="494"/>
                    </a:cubicBezTo>
                    <a:cubicBezTo>
                      <a:pt x="302" y="224"/>
                      <a:pt x="302" y="224"/>
                      <a:pt x="302" y="224"/>
                    </a:cubicBezTo>
                    <a:cubicBezTo>
                      <a:pt x="302" y="159"/>
                      <a:pt x="273" y="125"/>
                      <a:pt x="221" y="125"/>
                    </a:cubicBezTo>
                    <a:cubicBezTo>
                      <a:pt x="170" y="125"/>
                      <a:pt x="138" y="159"/>
                      <a:pt x="138" y="224"/>
                    </a:cubicBezTo>
                    <a:cubicBezTo>
                      <a:pt x="138" y="494"/>
                      <a:pt x="138" y="494"/>
                      <a:pt x="138" y="494"/>
                    </a:cubicBezTo>
                    <a:cubicBezTo>
                      <a:pt x="0" y="494"/>
                      <a:pt x="0" y="494"/>
                      <a:pt x="0" y="494"/>
                    </a:cubicBezTo>
                    <a:lnTo>
                      <a:pt x="0" y="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74" name="Freeform 7">
                <a:extLst>
                  <a:ext uri="{FF2B5EF4-FFF2-40B4-BE49-F238E27FC236}">
                    <a16:creationId xmlns:a16="http://schemas.microsoft.com/office/drawing/2014/main" id="{EF0C28DE-3EA0-613C-F6F5-A668E5A933D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125971" y="567985"/>
                <a:ext cx="193713" cy="216764"/>
              </a:xfrm>
              <a:custGeom>
                <a:avLst/>
                <a:gdLst>
                  <a:gd name="T0" fmla="*/ 0 w 446"/>
                  <a:gd name="T1" fmla="*/ 351 h 499"/>
                  <a:gd name="T2" fmla="*/ 0 w 446"/>
                  <a:gd name="T3" fmla="*/ 349 h 499"/>
                  <a:gd name="T4" fmla="*/ 195 w 446"/>
                  <a:gd name="T5" fmla="*/ 194 h 499"/>
                  <a:gd name="T6" fmla="*/ 314 w 446"/>
                  <a:gd name="T7" fmla="*/ 214 h 499"/>
                  <a:gd name="T8" fmla="*/ 314 w 446"/>
                  <a:gd name="T9" fmla="*/ 206 h 499"/>
                  <a:gd name="T10" fmla="*/ 210 w 446"/>
                  <a:gd name="T11" fmla="*/ 117 h 499"/>
                  <a:gd name="T12" fmla="*/ 76 w 446"/>
                  <a:gd name="T13" fmla="*/ 144 h 499"/>
                  <a:gd name="T14" fmla="*/ 42 w 446"/>
                  <a:gd name="T15" fmla="*/ 39 h 499"/>
                  <a:gd name="T16" fmla="*/ 230 w 446"/>
                  <a:gd name="T17" fmla="*/ 0 h 499"/>
                  <a:gd name="T18" fmla="*/ 394 w 446"/>
                  <a:gd name="T19" fmla="*/ 54 h 499"/>
                  <a:gd name="T20" fmla="*/ 446 w 446"/>
                  <a:gd name="T21" fmla="*/ 209 h 499"/>
                  <a:gd name="T22" fmla="*/ 446 w 446"/>
                  <a:gd name="T23" fmla="*/ 490 h 499"/>
                  <a:gd name="T24" fmla="*/ 313 w 446"/>
                  <a:gd name="T25" fmla="*/ 490 h 499"/>
                  <a:gd name="T26" fmla="*/ 313 w 446"/>
                  <a:gd name="T27" fmla="*/ 438 h 499"/>
                  <a:gd name="T28" fmla="*/ 166 w 446"/>
                  <a:gd name="T29" fmla="*/ 499 h 499"/>
                  <a:gd name="T30" fmla="*/ 0 w 446"/>
                  <a:gd name="T31" fmla="*/ 351 h 499"/>
                  <a:gd name="T32" fmla="*/ 316 w 446"/>
                  <a:gd name="T33" fmla="*/ 319 h 499"/>
                  <a:gd name="T34" fmla="*/ 316 w 446"/>
                  <a:gd name="T35" fmla="*/ 295 h 499"/>
                  <a:gd name="T36" fmla="*/ 228 w 446"/>
                  <a:gd name="T37" fmla="*/ 277 h 499"/>
                  <a:gd name="T38" fmla="*/ 133 w 446"/>
                  <a:gd name="T39" fmla="*/ 344 h 499"/>
                  <a:gd name="T40" fmla="*/ 133 w 446"/>
                  <a:gd name="T41" fmla="*/ 346 h 499"/>
                  <a:gd name="T42" fmla="*/ 208 w 446"/>
                  <a:gd name="T43" fmla="*/ 404 h 499"/>
                  <a:gd name="T44" fmla="*/ 316 w 446"/>
                  <a:gd name="T45" fmla="*/ 319 h 4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446" h="499">
                    <a:moveTo>
                      <a:pt x="0" y="351"/>
                    </a:moveTo>
                    <a:cubicBezTo>
                      <a:pt x="0" y="349"/>
                      <a:pt x="0" y="349"/>
                      <a:pt x="0" y="349"/>
                    </a:cubicBezTo>
                    <a:cubicBezTo>
                      <a:pt x="0" y="243"/>
                      <a:pt x="80" y="194"/>
                      <a:pt x="195" y="194"/>
                    </a:cubicBezTo>
                    <a:cubicBezTo>
                      <a:pt x="244" y="194"/>
                      <a:pt x="280" y="202"/>
                      <a:pt x="314" y="214"/>
                    </a:cubicBezTo>
                    <a:cubicBezTo>
                      <a:pt x="314" y="206"/>
                      <a:pt x="314" y="206"/>
                      <a:pt x="314" y="206"/>
                    </a:cubicBezTo>
                    <a:cubicBezTo>
                      <a:pt x="314" y="149"/>
                      <a:pt x="279" y="117"/>
                      <a:pt x="210" y="117"/>
                    </a:cubicBezTo>
                    <a:cubicBezTo>
                      <a:pt x="157" y="117"/>
                      <a:pt x="120" y="127"/>
                      <a:pt x="76" y="144"/>
                    </a:cubicBezTo>
                    <a:cubicBezTo>
                      <a:pt x="42" y="39"/>
                      <a:pt x="42" y="39"/>
                      <a:pt x="42" y="39"/>
                    </a:cubicBezTo>
                    <a:cubicBezTo>
                      <a:pt x="95" y="15"/>
                      <a:pt x="147" y="0"/>
                      <a:pt x="230" y="0"/>
                    </a:cubicBezTo>
                    <a:cubicBezTo>
                      <a:pt x="305" y="0"/>
                      <a:pt x="359" y="20"/>
                      <a:pt x="394" y="54"/>
                    </a:cubicBezTo>
                    <a:cubicBezTo>
                      <a:pt x="430" y="90"/>
                      <a:pt x="446" y="144"/>
                      <a:pt x="446" y="209"/>
                    </a:cubicBezTo>
                    <a:cubicBezTo>
                      <a:pt x="446" y="490"/>
                      <a:pt x="446" y="490"/>
                      <a:pt x="446" y="490"/>
                    </a:cubicBezTo>
                    <a:cubicBezTo>
                      <a:pt x="313" y="490"/>
                      <a:pt x="313" y="490"/>
                      <a:pt x="313" y="490"/>
                    </a:cubicBezTo>
                    <a:cubicBezTo>
                      <a:pt x="313" y="438"/>
                      <a:pt x="313" y="438"/>
                      <a:pt x="313" y="438"/>
                    </a:cubicBezTo>
                    <a:cubicBezTo>
                      <a:pt x="280" y="475"/>
                      <a:pt x="233" y="499"/>
                      <a:pt x="166" y="499"/>
                    </a:cubicBezTo>
                    <a:cubicBezTo>
                      <a:pt x="75" y="499"/>
                      <a:pt x="0" y="447"/>
                      <a:pt x="0" y="351"/>
                    </a:cubicBezTo>
                    <a:close/>
                    <a:moveTo>
                      <a:pt x="316" y="319"/>
                    </a:moveTo>
                    <a:cubicBezTo>
                      <a:pt x="316" y="295"/>
                      <a:pt x="316" y="295"/>
                      <a:pt x="316" y="295"/>
                    </a:cubicBezTo>
                    <a:cubicBezTo>
                      <a:pt x="292" y="284"/>
                      <a:pt x="262" y="277"/>
                      <a:pt x="228" y="277"/>
                    </a:cubicBezTo>
                    <a:cubicBezTo>
                      <a:pt x="169" y="277"/>
                      <a:pt x="133" y="300"/>
                      <a:pt x="133" y="344"/>
                    </a:cubicBezTo>
                    <a:cubicBezTo>
                      <a:pt x="133" y="346"/>
                      <a:pt x="133" y="346"/>
                      <a:pt x="133" y="346"/>
                    </a:cubicBezTo>
                    <a:cubicBezTo>
                      <a:pt x="133" y="383"/>
                      <a:pt x="164" y="404"/>
                      <a:pt x="208" y="404"/>
                    </a:cubicBezTo>
                    <a:cubicBezTo>
                      <a:pt x="272" y="404"/>
                      <a:pt x="316" y="369"/>
                      <a:pt x="316" y="31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75" name="Freeform 8">
                <a:extLst>
                  <a:ext uri="{FF2B5EF4-FFF2-40B4-BE49-F238E27FC236}">
                    <a16:creationId xmlns:a16="http://schemas.microsoft.com/office/drawing/2014/main" id="{AA3A9144-5E21-1340-D82E-781E8E03088B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336529" y="564438"/>
                <a:ext cx="127665" cy="216321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1 h 498"/>
                  <a:gd name="T6" fmla="*/ 293 w 293"/>
                  <a:gd name="T7" fmla="*/ 4 h 498"/>
                  <a:gd name="T8" fmla="*/ 293 w 293"/>
                  <a:gd name="T9" fmla="*/ 148 h 498"/>
                  <a:gd name="T10" fmla="*/ 285 w 293"/>
                  <a:gd name="T11" fmla="*/ 148 h 498"/>
                  <a:gd name="T12" fmla="*/ 138 w 293"/>
                  <a:gd name="T13" fmla="*/ 319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1"/>
                      <a:pt x="138" y="111"/>
                      <a:pt x="138" y="111"/>
                    </a:cubicBezTo>
                    <a:cubicBezTo>
                      <a:pt x="166" y="44"/>
                      <a:pt x="211" y="0"/>
                      <a:pt x="293" y="4"/>
                    </a:cubicBezTo>
                    <a:cubicBezTo>
                      <a:pt x="293" y="148"/>
                      <a:pt x="293" y="148"/>
                      <a:pt x="293" y="148"/>
                    </a:cubicBezTo>
                    <a:cubicBezTo>
                      <a:pt x="285" y="148"/>
                      <a:pt x="285" y="148"/>
                      <a:pt x="285" y="148"/>
                    </a:cubicBezTo>
                    <a:cubicBezTo>
                      <a:pt x="194" y="148"/>
                      <a:pt x="138" y="203"/>
                      <a:pt x="138" y="319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76" name="Freeform 9">
                <a:extLst>
                  <a:ext uri="{FF2B5EF4-FFF2-40B4-BE49-F238E27FC236}">
                    <a16:creationId xmlns:a16="http://schemas.microsoft.com/office/drawing/2014/main" id="{16E502AF-0487-43AF-00DB-14F962B92CFF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475719" y="516121"/>
                <a:ext cx="134757" cy="268184"/>
              </a:xfrm>
              <a:custGeom>
                <a:avLst/>
                <a:gdLst>
                  <a:gd name="T0" fmla="*/ 58 w 310"/>
                  <a:gd name="T1" fmla="*/ 472 h 617"/>
                  <a:gd name="T2" fmla="*/ 58 w 310"/>
                  <a:gd name="T3" fmla="*/ 242 h 617"/>
                  <a:gd name="T4" fmla="*/ 0 w 310"/>
                  <a:gd name="T5" fmla="*/ 242 h 617"/>
                  <a:gd name="T6" fmla="*/ 0 w 310"/>
                  <a:gd name="T7" fmla="*/ 124 h 617"/>
                  <a:gd name="T8" fmla="*/ 58 w 310"/>
                  <a:gd name="T9" fmla="*/ 124 h 617"/>
                  <a:gd name="T10" fmla="*/ 58 w 310"/>
                  <a:gd name="T11" fmla="*/ 0 h 617"/>
                  <a:gd name="T12" fmla="*/ 196 w 310"/>
                  <a:gd name="T13" fmla="*/ 0 h 617"/>
                  <a:gd name="T14" fmla="*/ 196 w 310"/>
                  <a:gd name="T15" fmla="*/ 124 h 617"/>
                  <a:gd name="T16" fmla="*/ 310 w 310"/>
                  <a:gd name="T17" fmla="*/ 124 h 617"/>
                  <a:gd name="T18" fmla="*/ 310 w 310"/>
                  <a:gd name="T19" fmla="*/ 242 h 617"/>
                  <a:gd name="T20" fmla="*/ 196 w 310"/>
                  <a:gd name="T21" fmla="*/ 242 h 617"/>
                  <a:gd name="T22" fmla="*/ 196 w 310"/>
                  <a:gd name="T23" fmla="*/ 449 h 617"/>
                  <a:gd name="T24" fmla="*/ 240 w 310"/>
                  <a:gd name="T25" fmla="*/ 496 h 617"/>
                  <a:gd name="T26" fmla="*/ 308 w 310"/>
                  <a:gd name="T27" fmla="*/ 479 h 617"/>
                  <a:gd name="T28" fmla="*/ 308 w 310"/>
                  <a:gd name="T29" fmla="*/ 589 h 617"/>
                  <a:gd name="T30" fmla="*/ 199 w 310"/>
                  <a:gd name="T31" fmla="*/ 617 h 617"/>
                  <a:gd name="T32" fmla="*/ 58 w 310"/>
                  <a:gd name="T33" fmla="*/ 472 h 6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10" h="617">
                    <a:moveTo>
                      <a:pt x="58" y="472"/>
                    </a:moveTo>
                    <a:cubicBezTo>
                      <a:pt x="58" y="242"/>
                      <a:pt x="58" y="242"/>
                      <a:pt x="58" y="242"/>
                    </a:cubicBezTo>
                    <a:cubicBezTo>
                      <a:pt x="0" y="242"/>
                      <a:pt x="0" y="242"/>
                      <a:pt x="0" y="242"/>
                    </a:cubicBezTo>
                    <a:cubicBezTo>
                      <a:pt x="0" y="124"/>
                      <a:pt x="0" y="124"/>
                      <a:pt x="0" y="124"/>
                    </a:cubicBezTo>
                    <a:cubicBezTo>
                      <a:pt x="58" y="124"/>
                      <a:pt x="58" y="124"/>
                      <a:pt x="58" y="124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196" y="0"/>
                      <a:pt x="196" y="0"/>
                      <a:pt x="196" y="0"/>
                    </a:cubicBezTo>
                    <a:cubicBezTo>
                      <a:pt x="196" y="124"/>
                      <a:pt x="196" y="124"/>
                      <a:pt x="196" y="124"/>
                    </a:cubicBezTo>
                    <a:cubicBezTo>
                      <a:pt x="310" y="124"/>
                      <a:pt x="310" y="124"/>
                      <a:pt x="310" y="124"/>
                    </a:cubicBezTo>
                    <a:cubicBezTo>
                      <a:pt x="310" y="242"/>
                      <a:pt x="310" y="242"/>
                      <a:pt x="310" y="242"/>
                    </a:cubicBezTo>
                    <a:cubicBezTo>
                      <a:pt x="196" y="242"/>
                      <a:pt x="196" y="242"/>
                      <a:pt x="196" y="242"/>
                    </a:cubicBezTo>
                    <a:cubicBezTo>
                      <a:pt x="196" y="449"/>
                      <a:pt x="196" y="449"/>
                      <a:pt x="196" y="449"/>
                    </a:cubicBezTo>
                    <a:cubicBezTo>
                      <a:pt x="196" y="481"/>
                      <a:pt x="209" y="496"/>
                      <a:pt x="240" y="496"/>
                    </a:cubicBezTo>
                    <a:cubicBezTo>
                      <a:pt x="265" y="496"/>
                      <a:pt x="288" y="490"/>
                      <a:pt x="308" y="479"/>
                    </a:cubicBezTo>
                    <a:cubicBezTo>
                      <a:pt x="308" y="589"/>
                      <a:pt x="308" y="589"/>
                      <a:pt x="308" y="589"/>
                    </a:cubicBezTo>
                    <a:cubicBezTo>
                      <a:pt x="279" y="607"/>
                      <a:pt x="245" y="617"/>
                      <a:pt x="199" y="617"/>
                    </a:cubicBezTo>
                    <a:cubicBezTo>
                      <a:pt x="115" y="617"/>
                      <a:pt x="58" y="584"/>
                      <a:pt x="58" y="47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77" name="Freeform 10">
                <a:extLst>
                  <a:ext uri="{FF2B5EF4-FFF2-40B4-BE49-F238E27FC236}">
                    <a16:creationId xmlns:a16="http://schemas.microsoft.com/office/drawing/2014/main" id="{0DE8FD0D-C28A-B61F-DFEE-6F90FAD7BFAA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618455" y="566212"/>
                <a:ext cx="207012" cy="219424"/>
              </a:xfrm>
              <a:custGeom>
                <a:avLst/>
                <a:gdLst>
                  <a:gd name="T0" fmla="*/ 0 w 476"/>
                  <a:gd name="T1" fmla="*/ 254 h 505"/>
                  <a:gd name="T2" fmla="*/ 0 w 476"/>
                  <a:gd name="T3" fmla="*/ 253 h 505"/>
                  <a:gd name="T4" fmla="*/ 240 w 476"/>
                  <a:gd name="T5" fmla="*/ 0 h 505"/>
                  <a:gd name="T6" fmla="*/ 476 w 476"/>
                  <a:gd name="T7" fmla="*/ 263 h 505"/>
                  <a:gd name="T8" fmla="*/ 475 w 476"/>
                  <a:gd name="T9" fmla="*/ 300 h 505"/>
                  <a:gd name="T10" fmla="*/ 137 w 476"/>
                  <a:gd name="T11" fmla="*/ 300 h 505"/>
                  <a:gd name="T12" fmla="*/ 256 w 476"/>
                  <a:gd name="T13" fmla="*/ 395 h 505"/>
                  <a:gd name="T14" fmla="*/ 373 w 476"/>
                  <a:gd name="T15" fmla="*/ 345 h 505"/>
                  <a:gd name="T16" fmla="*/ 452 w 476"/>
                  <a:gd name="T17" fmla="*/ 415 h 505"/>
                  <a:gd name="T18" fmla="*/ 254 w 476"/>
                  <a:gd name="T19" fmla="*/ 505 h 505"/>
                  <a:gd name="T20" fmla="*/ 0 w 476"/>
                  <a:gd name="T21" fmla="*/ 254 h 505"/>
                  <a:gd name="T22" fmla="*/ 342 w 476"/>
                  <a:gd name="T23" fmla="*/ 214 h 505"/>
                  <a:gd name="T24" fmla="*/ 240 w 476"/>
                  <a:gd name="T25" fmla="*/ 111 h 505"/>
                  <a:gd name="T26" fmla="*/ 135 w 476"/>
                  <a:gd name="T27" fmla="*/ 214 h 505"/>
                  <a:gd name="T28" fmla="*/ 342 w 476"/>
                  <a:gd name="T29" fmla="*/ 21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76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99" y="0"/>
                      <a:pt x="240" y="0"/>
                    </a:cubicBezTo>
                    <a:cubicBezTo>
                      <a:pt x="402" y="0"/>
                      <a:pt x="476" y="126"/>
                      <a:pt x="476" y="263"/>
                    </a:cubicBezTo>
                    <a:cubicBezTo>
                      <a:pt x="476" y="274"/>
                      <a:pt x="476" y="287"/>
                      <a:pt x="475" y="300"/>
                    </a:cubicBezTo>
                    <a:cubicBezTo>
                      <a:pt x="137" y="300"/>
                      <a:pt x="137" y="300"/>
                      <a:pt x="137" y="300"/>
                    </a:cubicBezTo>
                    <a:cubicBezTo>
                      <a:pt x="151" y="362"/>
                      <a:pt x="194" y="395"/>
                      <a:pt x="256" y="395"/>
                    </a:cubicBezTo>
                    <a:cubicBezTo>
                      <a:pt x="302" y="395"/>
                      <a:pt x="335" y="380"/>
                      <a:pt x="373" y="345"/>
                    </a:cubicBezTo>
                    <a:cubicBezTo>
                      <a:pt x="452" y="415"/>
                      <a:pt x="452" y="415"/>
                      <a:pt x="452" y="415"/>
                    </a:cubicBezTo>
                    <a:cubicBezTo>
                      <a:pt x="407" y="471"/>
                      <a:pt x="342" y="505"/>
                      <a:pt x="254" y="505"/>
                    </a:cubicBezTo>
                    <a:cubicBezTo>
                      <a:pt x="108" y="505"/>
                      <a:pt x="0" y="403"/>
                      <a:pt x="0" y="254"/>
                    </a:cubicBezTo>
                    <a:close/>
                    <a:moveTo>
                      <a:pt x="342" y="214"/>
                    </a:moveTo>
                    <a:cubicBezTo>
                      <a:pt x="334" y="152"/>
                      <a:pt x="298" y="111"/>
                      <a:pt x="240" y="111"/>
                    </a:cubicBezTo>
                    <a:cubicBezTo>
                      <a:pt x="183" y="111"/>
                      <a:pt x="146" y="151"/>
                      <a:pt x="135" y="214"/>
                    </a:cubicBezTo>
                    <a:lnTo>
                      <a:pt x="342" y="2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78" name="Freeform 11">
                <a:extLst>
                  <a:ext uri="{FF2B5EF4-FFF2-40B4-BE49-F238E27FC236}">
                    <a16:creationId xmlns:a16="http://schemas.microsoft.com/office/drawing/2014/main" id="{F351CFF9-9DD1-E9B5-EE76-334AE5F03491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837879" y="564438"/>
                <a:ext cx="127221" cy="216321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1 h 498"/>
                  <a:gd name="T6" fmla="*/ 293 w 293"/>
                  <a:gd name="T7" fmla="*/ 4 h 498"/>
                  <a:gd name="T8" fmla="*/ 293 w 293"/>
                  <a:gd name="T9" fmla="*/ 148 h 498"/>
                  <a:gd name="T10" fmla="*/ 285 w 293"/>
                  <a:gd name="T11" fmla="*/ 148 h 498"/>
                  <a:gd name="T12" fmla="*/ 138 w 293"/>
                  <a:gd name="T13" fmla="*/ 319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1"/>
                      <a:pt x="138" y="111"/>
                      <a:pt x="138" y="111"/>
                    </a:cubicBezTo>
                    <a:cubicBezTo>
                      <a:pt x="166" y="44"/>
                      <a:pt x="211" y="0"/>
                      <a:pt x="293" y="4"/>
                    </a:cubicBezTo>
                    <a:cubicBezTo>
                      <a:pt x="293" y="148"/>
                      <a:pt x="293" y="148"/>
                      <a:pt x="293" y="148"/>
                    </a:cubicBezTo>
                    <a:cubicBezTo>
                      <a:pt x="285" y="148"/>
                      <a:pt x="285" y="148"/>
                      <a:pt x="285" y="148"/>
                    </a:cubicBezTo>
                    <a:cubicBezTo>
                      <a:pt x="194" y="148"/>
                      <a:pt x="138" y="203"/>
                      <a:pt x="138" y="319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79" name="Freeform 12">
                <a:extLst>
                  <a:ext uri="{FF2B5EF4-FFF2-40B4-BE49-F238E27FC236}">
                    <a16:creationId xmlns:a16="http://schemas.microsoft.com/office/drawing/2014/main" id="{5CBDFCA1-F27C-774F-EB38-070587A34AB2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4988072" y="888476"/>
                <a:ext cx="134757" cy="268628"/>
              </a:xfrm>
              <a:custGeom>
                <a:avLst/>
                <a:gdLst>
                  <a:gd name="T0" fmla="*/ 58 w 310"/>
                  <a:gd name="T1" fmla="*/ 472 h 618"/>
                  <a:gd name="T2" fmla="*/ 58 w 310"/>
                  <a:gd name="T3" fmla="*/ 242 h 618"/>
                  <a:gd name="T4" fmla="*/ 0 w 310"/>
                  <a:gd name="T5" fmla="*/ 242 h 618"/>
                  <a:gd name="T6" fmla="*/ 0 w 310"/>
                  <a:gd name="T7" fmla="*/ 124 h 618"/>
                  <a:gd name="T8" fmla="*/ 58 w 310"/>
                  <a:gd name="T9" fmla="*/ 124 h 618"/>
                  <a:gd name="T10" fmla="*/ 58 w 310"/>
                  <a:gd name="T11" fmla="*/ 0 h 618"/>
                  <a:gd name="T12" fmla="*/ 195 w 310"/>
                  <a:gd name="T13" fmla="*/ 0 h 618"/>
                  <a:gd name="T14" fmla="*/ 195 w 310"/>
                  <a:gd name="T15" fmla="*/ 124 h 618"/>
                  <a:gd name="T16" fmla="*/ 310 w 310"/>
                  <a:gd name="T17" fmla="*/ 124 h 618"/>
                  <a:gd name="T18" fmla="*/ 310 w 310"/>
                  <a:gd name="T19" fmla="*/ 242 h 618"/>
                  <a:gd name="T20" fmla="*/ 195 w 310"/>
                  <a:gd name="T21" fmla="*/ 242 h 618"/>
                  <a:gd name="T22" fmla="*/ 195 w 310"/>
                  <a:gd name="T23" fmla="*/ 449 h 618"/>
                  <a:gd name="T24" fmla="*/ 240 w 310"/>
                  <a:gd name="T25" fmla="*/ 496 h 618"/>
                  <a:gd name="T26" fmla="*/ 308 w 310"/>
                  <a:gd name="T27" fmla="*/ 479 h 618"/>
                  <a:gd name="T28" fmla="*/ 308 w 310"/>
                  <a:gd name="T29" fmla="*/ 590 h 618"/>
                  <a:gd name="T30" fmla="*/ 199 w 310"/>
                  <a:gd name="T31" fmla="*/ 618 h 618"/>
                  <a:gd name="T32" fmla="*/ 58 w 310"/>
                  <a:gd name="T33" fmla="*/ 472 h 6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10" h="618">
                    <a:moveTo>
                      <a:pt x="58" y="472"/>
                    </a:moveTo>
                    <a:cubicBezTo>
                      <a:pt x="58" y="242"/>
                      <a:pt x="58" y="242"/>
                      <a:pt x="58" y="242"/>
                    </a:cubicBezTo>
                    <a:cubicBezTo>
                      <a:pt x="0" y="242"/>
                      <a:pt x="0" y="242"/>
                      <a:pt x="0" y="242"/>
                    </a:cubicBezTo>
                    <a:cubicBezTo>
                      <a:pt x="0" y="124"/>
                      <a:pt x="0" y="124"/>
                      <a:pt x="0" y="124"/>
                    </a:cubicBezTo>
                    <a:cubicBezTo>
                      <a:pt x="58" y="124"/>
                      <a:pt x="58" y="124"/>
                      <a:pt x="58" y="124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195" y="0"/>
                      <a:pt x="195" y="0"/>
                      <a:pt x="195" y="0"/>
                    </a:cubicBezTo>
                    <a:cubicBezTo>
                      <a:pt x="195" y="124"/>
                      <a:pt x="195" y="124"/>
                      <a:pt x="195" y="124"/>
                    </a:cubicBezTo>
                    <a:cubicBezTo>
                      <a:pt x="310" y="124"/>
                      <a:pt x="310" y="124"/>
                      <a:pt x="310" y="124"/>
                    </a:cubicBezTo>
                    <a:cubicBezTo>
                      <a:pt x="310" y="242"/>
                      <a:pt x="310" y="242"/>
                      <a:pt x="310" y="242"/>
                    </a:cubicBezTo>
                    <a:cubicBezTo>
                      <a:pt x="195" y="242"/>
                      <a:pt x="195" y="242"/>
                      <a:pt x="195" y="242"/>
                    </a:cubicBezTo>
                    <a:cubicBezTo>
                      <a:pt x="195" y="449"/>
                      <a:pt x="195" y="449"/>
                      <a:pt x="195" y="449"/>
                    </a:cubicBezTo>
                    <a:cubicBezTo>
                      <a:pt x="195" y="481"/>
                      <a:pt x="209" y="496"/>
                      <a:pt x="240" y="496"/>
                    </a:cubicBezTo>
                    <a:cubicBezTo>
                      <a:pt x="265" y="496"/>
                      <a:pt x="288" y="490"/>
                      <a:pt x="308" y="479"/>
                    </a:cubicBezTo>
                    <a:cubicBezTo>
                      <a:pt x="308" y="590"/>
                      <a:pt x="308" y="590"/>
                      <a:pt x="308" y="590"/>
                    </a:cubicBezTo>
                    <a:cubicBezTo>
                      <a:pt x="279" y="607"/>
                      <a:pt x="245" y="618"/>
                      <a:pt x="199" y="618"/>
                    </a:cubicBezTo>
                    <a:cubicBezTo>
                      <a:pt x="115" y="618"/>
                      <a:pt x="58" y="584"/>
                      <a:pt x="58" y="47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80" name="Freeform 13">
                <a:extLst>
                  <a:ext uri="{FF2B5EF4-FFF2-40B4-BE49-F238E27FC236}">
                    <a16:creationId xmlns:a16="http://schemas.microsoft.com/office/drawing/2014/main" id="{32C7C41D-9C2F-F9CB-F801-1289ECF5E586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5131251" y="938123"/>
                <a:ext cx="207455" cy="219867"/>
              </a:xfrm>
              <a:custGeom>
                <a:avLst/>
                <a:gdLst>
                  <a:gd name="T0" fmla="*/ 0 w 477"/>
                  <a:gd name="T1" fmla="*/ 254 h 505"/>
                  <a:gd name="T2" fmla="*/ 0 w 477"/>
                  <a:gd name="T3" fmla="*/ 253 h 505"/>
                  <a:gd name="T4" fmla="*/ 240 w 477"/>
                  <a:gd name="T5" fmla="*/ 0 h 505"/>
                  <a:gd name="T6" fmla="*/ 477 w 477"/>
                  <a:gd name="T7" fmla="*/ 263 h 505"/>
                  <a:gd name="T8" fmla="*/ 475 w 477"/>
                  <a:gd name="T9" fmla="*/ 300 h 505"/>
                  <a:gd name="T10" fmla="*/ 137 w 477"/>
                  <a:gd name="T11" fmla="*/ 300 h 505"/>
                  <a:gd name="T12" fmla="*/ 256 w 477"/>
                  <a:gd name="T13" fmla="*/ 395 h 505"/>
                  <a:gd name="T14" fmla="*/ 373 w 477"/>
                  <a:gd name="T15" fmla="*/ 345 h 505"/>
                  <a:gd name="T16" fmla="*/ 452 w 477"/>
                  <a:gd name="T17" fmla="*/ 415 h 505"/>
                  <a:gd name="T18" fmla="*/ 254 w 477"/>
                  <a:gd name="T19" fmla="*/ 505 h 505"/>
                  <a:gd name="T20" fmla="*/ 0 w 477"/>
                  <a:gd name="T21" fmla="*/ 254 h 505"/>
                  <a:gd name="T22" fmla="*/ 343 w 477"/>
                  <a:gd name="T23" fmla="*/ 214 h 505"/>
                  <a:gd name="T24" fmla="*/ 240 w 477"/>
                  <a:gd name="T25" fmla="*/ 111 h 505"/>
                  <a:gd name="T26" fmla="*/ 135 w 477"/>
                  <a:gd name="T27" fmla="*/ 214 h 505"/>
                  <a:gd name="T28" fmla="*/ 343 w 477"/>
                  <a:gd name="T29" fmla="*/ 21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77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99" y="0"/>
                      <a:pt x="240" y="0"/>
                    </a:cubicBezTo>
                    <a:cubicBezTo>
                      <a:pt x="402" y="0"/>
                      <a:pt x="477" y="126"/>
                      <a:pt x="477" y="263"/>
                    </a:cubicBezTo>
                    <a:cubicBezTo>
                      <a:pt x="477" y="274"/>
                      <a:pt x="476" y="287"/>
                      <a:pt x="475" y="300"/>
                    </a:cubicBezTo>
                    <a:cubicBezTo>
                      <a:pt x="137" y="300"/>
                      <a:pt x="137" y="300"/>
                      <a:pt x="137" y="300"/>
                    </a:cubicBezTo>
                    <a:cubicBezTo>
                      <a:pt x="151" y="362"/>
                      <a:pt x="194" y="395"/>
                      <a:pt x="256" y="395"/>
                    </a:cubicBezTo>
                    <a:cubicBezTo>
                      <a:pt x="302" y="395"/>
                      <a:pt x="335" y="380"/>
                      <a:pt x="373" y="345"/>
                    </a:cubicBezTo>
                    <a:cubicBezTo>
                      <a:pt x="452" y="415"/>
                      <a:pt x="452" y="415"/>
                      <a:pt x="452" y="415"/>
                    </a:cubicBezTo>
                    <a:cubicBezTo>
                      <a:pt x="407" y="471"/>
                      <a:pt x="342" y="505"/>
                      <a:pt x="254" y="505"/>
                    </a:cubicBezTo>
                    <a:cubicBezTo>
                      <a:pt x="108" y="505"/>
                      <a:pt x="0" y="403"/>
                      <a:pt x="0" y="254"/>
                    </a:cubicBezTo>
                    <a:close/>
                    <a:moveTo>
                      <a:pt x="343" y="214"/>
                    </a:moveTo>
                    <a:cubicBezTo>
                      <a:pt x="334" y="152"/>
                      <a:pt x="298" y="111"/>
                      <a:pt x="240" y="111"/>
                    </a:cubicBezTo>
                    <a:cubicBezTo>
                      <a:pt x="183" y="111"/>
                      <a:pt x="146" y="151"/>
                      <a:pt x="135" y="214"/>
                    </a:cubicBezTo>
                    <a:lnTo>
                      <a:pt x="343" y="2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81" name="Freeform 14">
                <a:extLst>
                  <a:ext uri="{FF2B5EF4-FFF2-40B4-BE49-F238E27FC236}">
                    <a16:creationId xmlns:a16="http://schemas.microsoft.com/office/drawing/2014/main" id="{D3D8F53A-7C54-73FF-7202-68AF9530CEF8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348015" y="938123"/>
                <a:ext cx="195486" cy="219867"/>
              </a:xfrm>
              <a:custGeom>
                <a:avLst/>
                <a:gdLst>
                  <a:gd name="T0" fmla="*/ 0 w 450"/>
                  <a:gd name="T1" fmla="*/ 254 h 505"/>
                  <a:gd name="T2" fmla="*/ 0 w 450"/>
                  <a:gd name="T3" fmla="*/ 253 h 505"/>
                  <a:gd name="T4" fmla="*/ 254 w 450"/>
                  <a:gd name="T5" fmla="*/ 0 h 505"/>
                  <a:gd name="T6" fmla="*/ 448 w 450"/>
                  <a:gd name="T7" fmla="*/ 82 h 505"/>
                  <a:gd name="T8" fmla="*/ 363 w 450"/>
                  <a:gd name="T9" fmla="*/ 172 h 505"/>
                  <a:gd name="T10" fmla="*/ 253 w 450"/>
                  <a:gd name="T11" fmla="*/ 119 h 505"/>
                  <a:gd name="T12" fmla="*/ 135 w 450"/>
                  <a:gd name="T13" fmla="*/ 251 h 505"/>
                  <a:gd name="T14" fmla="*/ 135 w 450"/>
                  <a:gd name="T15" fmla="*/ 253 h 505"/>
                  <a:gd name="T16" fmla="*/ 258 w 450"/>
                  <a:gd name="T17" fmla="*/ 387 h 505"/>
                  <a:gd name="T18" fmla="*/ 370 w 450"/>
                  <a:gd name="T19" fmla="*/ 335 h 505"/>
                  <a:gd name="T20" fmla="*/ 450 w 450"/>
                  <a:gd name="T21" fmla="*/ 416 h 505"/>
                  <a:gd name="T22" fmla="*/ 252 w 450"/>
                  <a:gd name="T23" fmla="*/ 505 h 505"/>
                  <a:gd name="T24" fmla="*/ 0 w 450"/>
                  <a:gd name="T25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50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106" y="0"/>
                      <a:pt x="254" y="0"/>
                    </a:cubicBezTo>
                    <a:cubicBezTo>
                      <a:pt x="345" y="0"/>
                      <a:pt x="402" y="31"/>
                      <a:pt x="448" y="82"/>
                    </a:cubicBezTo>
                    <a:cubicBezTo>
                      <a:pt x="363" y="172"/>
                      <a:pt x="363" y="172"/>
                      <a:pt x="363" y="172"/>
                    </a:cubicBezTo>
                    <a:cubicBezTo>
                      <a:pt x="333" y="139"/>
                      <a:pt x="302" y="119"/>
                      <a:pt x="253" y="119"/>
                    </a:cubicBezTo>
                    <a:cubicBezTo>
                      <a:pt x="184" y="119"/>
                      <a:pt x="135" y="179"/>
                      <a:pt x="135" y="251"/>
                    </a:cubicBezTo>
                    <a:cubicBezTo>
                      <a:pt x="135" y="253"/>
                      <a:pt x="135" y="253"/>
                      <a:pt x="135" y="253"/>
                    </a:cubicBezTo>
                    <a:cubicBezTo>
                      <a:pt x="135" y="327"/>
                      <a:pt x="183" y="387"/>
                      <a:pt x="258" y="387"/>
                    </a:cubicBezTo>
                    <a:cubicBezTo>
                      <a:pt x="305" y="387"/>
                      <a:pt x="336" y="367"/>
                      <a:pt x="370" y="335"/>
                    </a:cubicBezTo>
                    <a:cubicBezTo>
                      <a:pt x="450" y="416"/>
                      <a:pt x="450" y="416"/>
                      <a:pt x="450" y="416"/>
                    </a:cubicBezTo>
                    <a:cubicBezTo>
                      <a:pt x="403" y="468"/>
                      <a:pt x="349" y="505"/>
                      <a:pt x="252" y="505"/>
                    </a:cubicBezTo>
                    <a:cubicBezTo>
                      <a:pt x="106" y="505"/>
                      <a:pt x="0" y="393"/>
                      <a:pt x="0" y="2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82" name="Freeform 15">
                <a:extLst>
                  <a:ext uri="{FF2B5EF4-FFF2-40B4-BE49-F238E27FC236}">
                    <a16:creationId xmlns:a16="http://schemas.microsoft.com/office/drawing/2014/main" id="{BD2B90D5-630B-CFC6-CE5B-4A3E77847404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553254" y="866312"/>
                <a:ext cx="193270" cy="286802"/>
              </a:xfrm>
              <a:custGeom>
                <a:avLst/>
                <a:gdLst>
                  <a:gd name="T0" fmla="*/ 0 w 445"/>
                  <a:gd name="T1" fmla="*/ 0 h 660"/>
                  <a:gd name="T2" fmla="*/ 138 w 445"/>
                  <a:gd name="T3" fmla="*/ 0 h 660"/>
                  <a:gd name="T4" fmla="*/ 138 w 445"/>
                  <a:gd name="T5" fmla="*/ 244 h 660"/>
                  <a:gd name="T6" fmla="*/ 280 w 445"/>
                  <a:gd name="T7" fmla="*/ 166 h 660"/>
                  <a:gd name="T8" fmla="*/ 445 w 445"/>
                  <a:gd name="T9" fmla="*/ 346 h 660"/>
                  <a:gd name="T10" fmla="*/ 445 w 445"/>
                  <a:gd name="T11" fmla="*/ 660 h 660"/>
                  <a:gd name="T12" fmla="*/ 307 w 445"/>
                  <a:gd name="T13" fmla="*/ 660 h 660"/>
                  <a:gd name="T14" fmla="*/ 307 w 445"/>
                  <a:gd name="T15" fmla="*/ 390 h 660"/>
                  <a:gd name="T16" fmla="*/ 224 w 445"/>
                  <a:gd name="T17" fmla="*/ 291 h 660"/>
                  <a:gd name="T18" fmla="*/ 138 w 445"/>
                  <a:gd name="T19" fmla="*/ 390 h 660"/>
                  <a:gd name="T20" fmla="*/ 138 w 445"/>
                  <a:gd name="T21" fmla="*/ 660 h 660"/>
                  <a:gd name="T22" fmla="*/ 0 w 445"/>
                  <a:gd name="T23" fmla="*/ 660 h 660"/>
                  <a:gd name="T24" fmla="*/ 0 w 445"/>
                  <a:gd name="T25" fmla="*/ 0 h 6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45" h="660">
                    <a:moveTo>
                      <a:pt x="0" y="0"/>
                    </a:moveTo>
                    <a:cubicBezTo>
                      <a:pt x="138" y="0"/>
                      <a:pt x="138" y="0"/>
                      <a:pt x="138" y="0"/>
                    </a:cubicBezTo>
                    <a:cubicBezTo>
                      <a:pt x="138" y="244"/>
                      <a:pt x="138" y="244"/>
                      <a:pt x="138" y="244"/>
                    </a:cubicBezTo>
                    <a:cubicBezTo>
                      <a:pt x="169" y="203"/>
                      <a:pt x="210" y="166"/>
                      <a:pt x="280" y="166"/>
                    </a:cubicBezTo>
                    <a:cubicBezTo>
                      <a:pt x="384" y="166"/>
                      <a:pt x="445" y="235"/>
                      <a:pt x="445" y="346"/>
                    </a:cubicBezTo>
                    <a:cubicBezTo>
                      <a:pt x="445" y="660"/>
                      <a:pt x="445" y="660"/>
                      <a:pt x="445" y="660"/>
                    </a:cubicBezTo>
                    <a:cubicBezTo>
                      <a:pt x="307" y="660"/>
                      <a:pt x="307" y="660"/>
                      <a:pt x="307" y="660"/>
                    </a:cubicBezTo>
                    <a:cubicBezTo>
                      <a:pt x="307" y="390"/>
                      <a:pt x="307" y="390"/>
                      <a:pt x="307" y="390"/>
                    </a:cubicBezTo>
                    <a:cubicBezTo>
                      <a:pt x="307" y="324"/>
                      <a:pt x="276" y="291"/>
                      <a:pt x="224" y="291"/>
                    </a:cubicBezTo>
                    <a:cubicBezTo>
                      <a:pt x="171" y="291"/>
                      <a:pt x="138" y="324"/>
                      <a:pt x="138" y="390"/>
                    </a:cubicBezTo>
                    <a:cubicBezTo>
                      <a:pt x="138" y="660"/>
                      <a:pt x="138" y="660"/>
                      <a:pt x="138" y="660"/>
                    </a:cubicBezTo>
                    <a:cubicBezTo>
                      <a:pt x="0" y="660"/>
                      <a:pt x="0" y="660"/>
                      <a:pt x="0" y="66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83" name="Freeform 16">
                <a:extLst>
                  <a:ext uri="{FF2B5EF4-FFF2-40B4-BE49-F238E27FC236}">
                    <a16:creationId xmlns:a16="http://schemas.microsoft.com/office/drawing/2014/main" id="{44BDC175-2104-E7E3-2519-DA2F92A4A931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762039" y="938123"/>
                <a:ext cx="192827" cy="214991"/>
              </a:xfrm>
              <a:custGeom>
                <a:avLst/>
                <a:gdLst>
                  <a:gd name="T0" fmla="*/ 0 w 444"/>
                  <a:gd name="T1" fmla="*/ 9 h 494"/>
                  <a:gd name="T2" fmla="*/ 137 w 444"/>
                  <a:gd name="T3" fmla="*/ 9 h 494"/>
                  <a:gd name="T4" fmla="*/ 137 w 444"/>
                  <a:gd name="T5" fmla="*/ 78 h 494"/>
                  <a:gd name="T6" fmla="*/ 279 w 444"/>
                  <a:gd name="T7" fmla="*/ 0 h 494"/>
                  <a:gd name="T8" fmla="*/ 444 w 444"/>
                  <a:gd name="T9" fmla="*/ 180 h 494"/>
                  <a:gd name="T10" fmla="*/ 444 w 444"/>
                  <a:gd name="T11" fmla="*/ 494 h 494"/>
                  <a:gd name="T12" fmla="*/ 306 w 444"/>
                  <a:gd name="T13" fmla="*/ 494 h 494"/>
                  <a:gd name="T14" fmla="*/ 306 w 444"/>
                  <a:gd name="T15" fmla="*/ 224 h 494"/>
                  <a:gd name="T16" fmla="*/ 223 w 444"/>
                  <a:gd name="T17" fmla="*/ 125 h 494"/>
                  <a:gd name="T18" fmla="*/ 137 w 444"/>
                  <a:gd name="T19" fmla="*/ 224 h 494"/>
                  <a:gd name="T20" fmla="*/ 137 w 444"/>
                  <a:gd name="T21" fmla="*/ 494 h 494"/>
                  <a:gd name="T22" fmla="*/ 0 w 444"/>
                  <a:gd name="T23" fmla="*/ 494 h 494"/>
                  <a:gd name="T24" fmla="*/ 0 w 444"/>
                  <a:gd name="T25" fmla="*/ 9 h 4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44" h="494">
                    <a:moveTo>
                      <a:pt x="0" y="9"/>
                    </a:moveTo>
                    <a:cubicBezTo>
                      <a:pt x="137" y="9"/>
                      <a:pt x="137" y="9"/>
                      <a:pt x="137" y="9"/>
                    </a:cubicBezTo>
                    <a:cubicBezTo>
                      <a:pt x="137" y="78"/>
                      <a:pt x="137" y="78"/>
                      <a:pt x="137" y="78"/>
                    </a:cubicBezTo>
                    <a:cubicBezTo>
                      <a:pt x="169" y="37"/>
                      <a:pt x="210" y="0"/>
                      <a:pt x="279" y="0"/>
                    </a:cubicBezTo>
                    <a:cubicBezTo>
                      <a:pt x="383" y="0"/>
                      <a:pt x="444" y="69"/>
                      <a:pt x="444" y="180"/>
                    </a:cubicBezTo>
                    <a:cubicBezTo>
                      <a:pt x="444" y="494"/>
                      <a:pt x="444" y="494"/>
                      <a:pt x="444" y="494"/>
                    </a:cubicBezTo>
                    <a:cubicBezTo>
                      <a:pt x="306" y="494"/>
                      <a:pt x="306" y="494"/>
                      <a:pt x="306" y="494"/>
                    </a:cubicBezTo>
                    <a:cubicBezTo>
                      <a:pt x="306" y="224"/>
                      <a:pt x="306" y="224"/>
                      <a:pt x="306" y="224"/>
                    </a:cubicBezTo>
                    <a:cubicBezTo>
                      <a:pt x="306" y="158"/>
                      <a:pt x="276" y="125"/>
                      <a:pt x="223" y="125"/>
                    </a:cubicBezTo>
                    <a:cubicBezTo>
                      <a:pt x="171" y="125"/>
                      <a:pt x="137" y="158"/>
                      <a:pt x="137" y="224"/>
                    </a:cubicBezTo>
                    <a:cubicBezTo>
                      <a:pt x="137" y="494"/>
                      <a:pt x="137" y="494"/>
                      <a:pt x="137" y="494"/>
                    </a:cubicBezTo>
                    <a:cubicBezTo>
                      <a:pt x="0" y="494"/>
                      <a:pt x="0" y="494"/>
                      <a:pt x="0" y="494"/>
                    </a:cubicBezTo>
                    <a:lnTo>
                      <a:pt x="0" y="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84" name="Freeform 17">
                <a:extLst>
                  <a:ext uri="{FF2B5EF4-FFF2-40B4-BE49-F238E27FC236}">
                    <a16:creationId xmlns:a16="http://schemas.microsoft.com/office/drawing/2014/main" id="{E76CB955-2FC2-83C2-AC09-AD01BCCF18B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5967277" y="938123"/>
                <a:ext cx="228289" cy="219867"/>
              </a:xfrm>
              <a:custGeom>
                <a:avLst/>
                <a:gdLst>
                  <a:gd name="T0" fmla="*/ 0 w 525"/>
                  <a:gd name="T1" fmla="*/ 254 h 505"/>
                  <a:gd name="T2" fmla="*/ 0 w 525"/>
                  <a:gd name="T3" fmla="*/ 253 h 505"/>
                  <a:gd name="T4" fmla="*/ 263 w 525"/>
                  <a:gd name="T5" fmla="*/ 0 h 505"/>
                  <a:gd name="T6" fmla="*/ 525 w 525"/>
                  <a:gd name="T7" fmla="*/ 251 h 505"/>
                  <a:gd name="T8" fmla="*/ 525 w 525"/>
                  <a:gd name="T9" fmla="*/ 253 h 505"/>
                  <a:gd name="T10" fmla="*/ 262 w 525"/>
                  <a:gd name="T11" fmla="*/ 505 h 505"/>
                  <a:gd name="T12" fmla="*/ 0 w 525"/>
                  <a:gd name="T13" fmla="*/ 254 h 505"/>
                  <a:gd name="T14" fmla="*/ 389 w 525"/>
                  <a:gd name="T15" fmla="*/ 254 h 505"/>
                  <a:gd name="T16" fmla="*/ 389 w 525"/>
                  <a:gd name="T17" fmla="*/ 253 h 505"/>
                  <a:gd name="T18" fmla="*/ 262 w 525"/>
                  <a:gd name="T19" fmla="*/ 119 h 505"/>
                  <a:gd name="T20" fmla="*/ 136 w 525"/>
                  <a:gd name="T21" fmla="*/ 251 h 505"/>
                  <a:gd name="T22" fmla="*/ 136 w 525"/>
                  <a:gd name="T23" fmla="*/ 253 h 505"/>
                  <a:gd name="T24" fmla="*/ 263 w 525"/>
                  <a:gd name="T25" fmla="*/ 387 h 505"/>
                  <a:gd name="T26" fmla="*/ 389 w 525"/>
                  <a:gd name="T27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5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3"/>
                      <a:pt x="112" y="0"/>
                      <a:pt x="263" y="0"/>
                    </a:cubicBezTo>
                    <a:cubicBezTo>
                      <a:pt x="414" y="0"/>
                      <a:pt x="525" y="111"/>
                      <a:pt x="525" y="251"/>
                    </a:cubicBezTo>
                    <a:cubicBezTo>
                      <a:pt x="525" y="253"/>
                      <a:pt x="525" y="253"/>
                      <a:pt x="525" y="253"/>
                    </a:cubicBezTo>
                    <a:cubicBezTo>
                      <a:pt x="525" y="392"/>
                      <a:pt x="413" y="505"/>
                      <a:pt x="262" y="505"/>
                    </a:cubicBezTo>
                    <a:cubicBezTo>
                      <a:pt x="111" y="505"/>
                      <a:pt x="0" y="394"/>
                      <a:pt x="0" y="254"/>
                    </a:cubicBezTo>
                    <a:close/>
                    <a:moveTo>
                      <a:pt x="389" y="254"/>
                    </a:moveTo>
                    <a:cubicBezTo>
                      <a:pt x="389" y="253"/>
                      <a:pt x="389" y="253"/>
                      <a:pt x="389" y="253"/>
                    </a:cubicBezTo>
                    <a:cubicBezTo>
                      <a:pt x="389" y="181"/>
                      <a:pt x="338" y="119"/>
                      <a:pt x="262" y="119"/>
                    </a:cubicBezTo>
                    <a:cubicBezTo>
                      <a:pt x="183" y="119"/>
                      <a:pt x="136" y="179"/>
                      <a:pt x="136" y="251"/>
                    </a:cubicBezTo>
                    <a:cubicBezTo>
                      <a:pt x="136" y="253"/>
                      <a:pt x="136" y="253"/>
                      <a:pt x="136" y="253"/>
                    </a:cubicBezTo>
                    <a:cubicBezTo>
                      <a:pt x="136" y="324"/>
                      <a:pt x="187" y="387"/>
                      <a:pt x="263" y="387"/>
                    </a:cubicBezTo>
                    <a:cubicBezTo>
                      <a:pt x="342" y="387"/>
                      <a:pt x="389" y="326"/>
                      <a:pt x="389" y="2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85" name="Rectangle 18">
                <a:extLst>
                  <a:ext uri="{FF2B5EF4-FFF2-40B4-BE49-F238E27FC236}">
                    <a16:creationId xmlns:a16="http://schemas.microsoft.com/office/drawing/2014/main" id="{BB15E459-A560-CBA7-38D2-49EC0DF1798C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207091" y="866312"/>
                <a:ext cx="59843" cy="286802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86" name="Freeform 19">
                <a:extLst>
                  <a:ext uri="{FF2B5EF4-FFF2-40B4-BE49-F238E27FC236}">
                    <a16:creationId xmlns:a16="http://schemas.microsoft.com/office/drawing/2014/main" id="{A894E637-6612-023A-5D26-292EB224BB2E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278460" y="938123"/>
                <a:ext cx="228732" cy="219867"/>
              </a:xfrm>
              <a:custGeom>
                <a:avLst/>
                <a:gdLst>
                  <a:gd name="T0" fmla="*/ 0 w 526"/>
                  <a:gd name="T1" fmla="*/ 254 h 505"/>
                  <a:gd name="T2" fmla="*/ 0 w 526"/>
                  <a:gd name="T3" fmla="*/ 253 h 505"/>
                  <a:gd name="T4" fmla="*/ 264 w 526"/>
                  <a:gd name="T5" fmla="*/ 0 h 505"/>
                  <a:gd name="T6" fmla="*/ 526 w 526"/>
                  <a:gd name="T7" fmla="*/ 251 h 505"/>
                  <a:gd name="T8" fmla="*/ 526 w 526"/>
                  <a:gd name="T9" fmla="*/ 253 h 505"/>
                  <a:gd name="T10" fmla="*/ 262 w 526"/>
                  <a:gd name="T11" fmla="*/ 505 h 505"/>
                  <a:gd name="T12" fmla="*/ 0 w 526"/>
                  <a:gd name="T13" fmla="*/ 254 h 505"/>
                  <a:gd name="T14" fmla="*/ 390 w 526"/>
                  <a:gd name="T15" fmla="*/ 254 h 505"/>
                  <a:gd name="T16" fmla="*/ 390 w 526"/>
                  <a:gd name="T17" fmla="*/ 253 h 505"/>
                  <a:gd name="T18" fmla="*/ 262 w 526"/>
                  <a:gd name="T19" fmla="*/ 119 h 505"/>
                  <a:gd name="T20" fmla="*/ 136 w 526"/>
                  <a:gd name="T21" fmla="*/ 251 h 505"/>
                  <a:gd name="T22" fmla="*/ 136 w 526"/>
                  <a:gd name="T23" fmla="*/ 253 h 505"/>
                  <a:gd name="T24" fmla="*/ 264 w 526"/>
                  <a:gd name="T25" fmla="*/ 387 h 505"/>
                  <a:gd name="T26" fmla="*/ 390 w 526"/>
                  <a:gd name="T27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6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3"/>
                      <a:pt x="113" y="0"/>
                      <a:pt x="264" y="0"/>
                    </a:cubicBezTo>
                    <a:cubicBezTo>
                      <a:pt x="414" y="0"/>
                      <a:pt x="526" y="111"/>
                      <a:pt x="526" y="251"/>
                    </a:cubicBezTo>
                    <a:cubicBezTo>
                      <a:pt x="526" y="253"/>
                      <a:pt x="526" y="253"/>
                      <a:pt x="526" y="253"/>
                    </a:cubicBezTo>
                    <a:cubicBezTo>
                      <a:pt x="526" y="392"/>
                      <a:pt x="413" y="505"/>
                      <a:pt x="262" y="505"/>
                    </a:cubicBezTo>
                    <a:cubicBezTo>
                      <a:pt x="112" y="505"/>
                      <a:pt x="0" y="394"/>
                      <a:pt x="0" y="254"/>
                    </a:cubicBezTo>
                    <a:close/>
                    <a:moveTo>
                      <a:pt x="390" y="254"/>
                    </a:moveTo>
                    <a:cubicBezTo>
                      <a:pt x="390" y="253"/>
                      <a:pt x="390" y="253"/>
                      <a:pt x="390" y="253"/>
                    </a:cubicBezTo>
                    <a:cubicBezTo>
                      <a:pt x="390" y="181"/>
                      <a:pt x="338" y="119"/>
                      <a:pt x="262" y="119"/>
                    </a:cubicBezTo>
                    <a:cubicBezTo>
                      <a:pt x="183" y="119"/>
                      <a:pt x="136" y="179"/>
                      <a:pt x="136" y="251"/>
                    </a:cubicBezTo>
                    <a:cubicBezTo>
                      <a:pt x="136" y="253"/>
                      <a:pt x="136" y="253"/>
                      <a:pt x="136" y="253"/>
                    </a:cubicBezTo>
                    <a:cubicBezTo>
                      <a:pt x="136" y="324"/>
                      <a:pt x="188" y="387"/>
                      <a:pt x="264" y="387"/>
                    </a:cubicBezTo>
                    <a:cubicBezTo>
                      <a:pt x="343" y="387"/>
                      <a:pt x="390" y="326"/>
                      <a:pt x="390" y="2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87" name="Freeform 20">
                <a:extLst>
                  <a:ext uri="{FF2B5EF4-FFF2-40B4-BE49-F238E27FC236}">
                    <a16:creationId xmlns:a16="http://schemas.microsoft.com/office/drawing/2014/main" id="{C612BEEF-FFCF-00C7-83E8-3D6CD89DD8B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516057" y="938123"/>
                <a:ext cx="221197" cy="278823"/>
              </a:xfrm>
              <a:custGeom>
                <a:avLst/>
                <a:gdLst>
                  <a:gd name="T0" fmla="*/ 24 w 509"/>
                  <a:gd name="T1" fmla="*/ 590 h 641"/>
                  <a:gd name="T2" fmla="*/ 71 w 509"/>
                  <a:gd name="T3" fmla="*/ 487 h 641"/>
                  <a:gd name="T4" fmla="*/ 235 w 509"/>
                  <a:gd name="T5" fmla="*/ 531 h 641"/>
                  <a:gd name="T6" fmla="*/ 373 w 509"/>
                  <a:gd name="T7" fmla="*/ 399 h 641"/>
                  <a:gd name="T8" fmla="*/ 373 w 509"/>
                  <a:gd name="T9" fmla="*/ 376 h 641"/>
                  <a:gd name="T10" fmla="*/ 215 w 509"/>
                  <a:gd name="T11" fmla="*/ 454 h 641"/>
                  <a:gd name="T12" fmla="*/ 0 w 509"/>
                  <a:gd name="T13" fmla="*/ 228 h 641"/>
                  <a:gd name="T14" fmla="*/ 0 w 509"/>
                  <a:gd name="T15" fmla="*/ 226 h 641"/>
                  <a:gd name="T16" fmla="*/ 215 w 509"/>
                  <a:gd name="T17" fmla="*/ 0 h 641"/>
                  <a:gd name="T18" fmla="*/ 372 w 509"/>
                  <a:gd name="T19" fmla="*/ 72 h 641"/>
                  <a:gd name="T20" fmla="*/ 372 w 509"/>
                  <a:gd name="T21" fmla="*/ 9 h 641"/>
                  <a:gd name="T22" fmla="*/ 509 w 509"/>
                  <a:gd name="T23" fmla="*/ 9 h 641"/>
                  <a:gd name="T24" fmla="*/ 509 w 509"/>
                  <a:gd name="T25" fmla="*/ 385 h 641"/>
                  <a:gd name="T26" fmla="*/ 448 w 509"/>
                  <a:gd name="T27" fmla="*/ 576 h 641"/>
                  <a:gd name="T28" fmla="*/ 239 w 509"/>
                  <a:gd name="T29" fmla="*/ 641 h 641"/>
                  <a:gd name="T30" fmla="*/ 24 w 509"/>
                  <a:gd name="T31" fmla="*/ 590 h 641"/>
                  <a:gd name="T32" fmla="*/ 373 w 509"/>
                  <a:gd name="T33" fmla="*/ 228 h 641"/>
                  <a:gd name="T34" fmla="*/ 373 w 509"/>
                  <a:gd name="T35" fmla="*/ 226 h 641"/>
                  <a:gd name="T36" fmla="*/ 255 w 509"/>
                  <a:gd name="T37" fmla="*/ 114 h 641"/>
                  <a:gd name="T38" fmla="*/ 137 w 509"/>
                  <a:gd name="T39" fmla="*/ 226 h 641"/>
                  <a:gd name="T40" fmla="*/ 137 w 509"/>
                  <a:gd name="T41" fmla="*/ 228 h 641"/>
                  <a:gd name="T42" fmla="*/ 255 w 509"/>
                  <a:gd name="T43" fmla="*/ 340 h 641"/>
                  <a:gd name="T44" fmla="*/ 373 w 509"/>
                  <a:gd name="T45" fmla="*/ 228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509" h="641">
                    <a:moveTo>
                      <a:pt x="24" y="590"/>
                    </a:moveTo>
                    <a:cubicBezTo>
                      <a:pt x="71" y="487"/>
                      <a:pt x="71" y="487"/>
                      <a:pt x="71" y="487"/>
                    </a:cubicBezTo>
                    <a:cubicBezTo>
                      <a:pt x="121" y="515"/>
                      <a:pt x="171" y="531"/>
                      <a:pt x="235" y="531"/>
                    </a:cubicBezTo>
                    <a:cubicBezTo>
                      <a:pt x="329" y="531"/>
                      <a:pt x="373" y="486"/>
                      <a:pt x="373" y="399"/>
                    </a:cubicBezTo>
                    <a:cubicBezTo>
                      <a:pt x="373" y="376"/>
                      <a:pt x="373" y="376"/>
                      <a:pt x="373" y="376"/>
                    </a:cubicBezTo>
                    <a:cubicBezTo>
                      <a:pt x="333" y="425"/>
                      <a:pt x="288" y="454"/>
                      <a:pt x="215" y="454"/>
                    </a:cubicBezTo>
                    <a:cubicBezTo>
                      <a:pt x="102" y="454"/>
                      <a:pt x="0" y="372"/>
                      <a:pt x="0" y="228"/>
                    </a:cubicBezTo>
                    <a:cubicBezTo>
                      <a:pt x="0" y="226"/>
                      <a:pt x="0" y="226"/>
                      <a:pt x="0" y="226"/>
                    </a:cubicBezTo>
                    <a:cubicBezTo>
                      <a:pt x="0" y="82"/>
                      <a:pt x="104" y="0"/>
                      <a:pt x="215" y="0"/>
                    </a:cubicBezTo>
                    <a:cubicBezTo>
                      <a:pt x="290" y="0"/>
                      <a:pt x="334" y="32"/>
                      <a:pt x="372" y="72"/>
                    </a:cubicBezTo>
                    <a:cubicBezTo>
                      <a:pt x="372" y="9"/>
                      <a:pt x="372" y="9"/>
                      <a:pt x="372" y="9"/>
                    </a:cubicBezTo>
                    <a:cubicBezTo>
                      <a:pt x="509" y="9"/>
                      <a:pt x="509" y="9"/>
                      <a:pt x="509" y="9"/>
                    </a:cubicBezTo>
                    <a:cubicBezTo>
                      <a:pt x="509" y="385"/>
                      <a:pt x="509" y="385"/>
                      <a:pt x="509" y="385"/>
                    </a:cubicBezTo>
                    <a:cubicBezTo>
                      <a:pt x="509" y="472"/>
                      <a:pt x="488" y="535"/>
                      <a:pt x="448" y="576"/>
                    </a:cubicBezTo>
                    <a:cubicBezTo>
                      <a:pt x="402" y="621"/>
                      <a:pt x="333" y="641"/>
                      <a:pt x="239" y="641"/>
                    </a:cubicBezTo>
                    <a:cubicBezTo>
                      <a:pt x="160" y="641"/>
                      <a:pt x="86" y="623"/>
                      <a:pt x="24" y="590"/>
                    </a:cubicBezTo>
                    <a:close/>
                    <a:moveTo>
                      <a:pt x="373" y="228"/>
                    </a:moveTo>
                    <a:cubicBezTo>
                      <a:pt x="373" y="226"/>
                      <a:pt x="373" y="226"/>
                      <a:pt x="373" y="226"/>
                    </a:cubicBezTo>
                    <a:cubicBezTo>
                      <a:pt x="373" y="160"/>
                      <a:pt x="322" y="114"/>
                      <a:pt x="255" y="114"/>
                    </a:cubicBezTo>
                    <a:cubicBezTo>
                      <a:pt x="188" y="114"/>
                      <a:pt x="137" y="160"/>
                      <a:pt x="137" y="226"/>
                    </a:cubicBezTo>
                    <a:cubicBezTo>
                      <a:pt x="137" y="228"/>
                      <a:pt x="137" y="228"/>
                      <a:pt x="137" y="228"/>
                    </a:cubicBezTo>
                    <a:cubicBezTo>
                      <a:pt x="137" y="295"/>
                      <a:pt x="188" y="340"/>
                      <a:pt x="255" y="340"/>
                    </a:cubicBezTo>
                    <a:cubicBezTo>
                      <a:pt x="322" y="340"/>
                      <a:pt x="373" y="294"/>
                      <a:pt x="373" y="22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88" name="Freeform 21">
                <a:extLst>
                  <a:ext uri="{FF2B5EF4-FFF2-40B4-BE49-F238E27FC236}">
                    <a16:creationId xmlns:a16="http://schemas.microsoft.com/office/drawing/2014/main" id="{535443A8-F420-58B0-6940-C7217CB7D304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747450" y="942113"/>
                <a:ext cx="219424" cy="275277"/>
              </a:xfrm>
              <a:custGeom>
                <a:avLst/>
                <a:gdLst>
                  <a:gd name="T0" fmla="*/ 362 w 505"/>
                  <a:gd name="T1" fmla="*/ 0 h 633"/>
                  <a:gd name="T2" fmla="*/ 505 w 505"/>
                  <a:gd name="T3" fmla="*/ 0 h 633"/>
                  <a:gd name="T4" fmla="*/ 319 w 505"/>
                  <a:gd name="T5" fmla="*/ 497 h 633"/>
                  <a:gd name="T6" fmla="*/ 159 w 505"/>
                  <a:gd name="T7" fmla="*/ 633 h 633"/>
                  <a:gd name="T8" fmla="*/ 37 w 505"/>
                  <a:gd name="T9" fmla="*/ 599 h 633"/>
                  <a:gd name="T10" fmla="*/ 83 w 505"/>
                  <a:gd name="T11" fmla="*/ 500 h 633"/>
                  <a:gd name="T12" fmla="*/ 142 w 505"/>
                  <a:gd name="T13" fmla="*/ 519 h 633"/>
                  <a:gd name="T14" fmla="*/ 190 w 505"/>
                  <a:gd name="T15" fmla="*/ 487 h 633"/>
                  <a:gd name="T16" fmla="*/ 0 w 505"/>
                  <a:gd name="T17" fmla="*/ 0 h 633"/>
                  <a:gd name="T18" fmla="*/ 146 w 505"/>
                  <a:gd name="T19" fmla="*/ 0 h 633"/>
                  <a:gd name="T20" fmla="*/ 256 w 505"/>
                  <a:gd name="T21" fmla="*/ 331 h 633"/>
                  <a:gd name="T22" fmla="*/ 362 w 505"/>
                  <a:gd name="T23" fmla="*/ 0 h 6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505" h="633">
                    <a:moveTo>
                      <a:pt x="362" y="0"/>
                    </a:moveTo>
                    <a:cubicBezTo>
                      <a:pt x="505" y="0"/>
                      <a:pt x="505" y="0"/>
                      <a:pt x="505" y="0"/>
                    </a:cubicBezTo>
                    <a:cubicBezTo>
                      <a:pt x="319" y="497"/>
                      <a:pt x="319" y="497"/>
                      <a:pt x="319" y="497"/>
                    </a:cubicBezTo>
                    <a:cubicBezTo>
                      <a:pt x="282" y="596"/>
                      <a:pt x="242" y="633"/>
                      <a:pt x="159" y="633"/>
                    </a:cubicBezTo>
                    <a:cubicBezTo>
                      <a:pt x="110" y="633"/>
                      <a:pt x="73" y="620"/>
                      <a:pt x="37" y="599"/>
                    </a:cubicBezTo>
                    <a:cubicBezTo>
                      <a:pt x="83" y="500"/>
                      <a:pt x="83" y="500"/>
                      <a:pt x="83" y="500"/>
                    </a:cubicBezTo>
                    <a:cubicBezTo>
                      <a:pt x="101" y="511"/>
                      <a:pt x="124" y="519"/>
                      <a:pt x="142" y="519"/>
                    </a:cubicBezTo>
                    <a:cubicBezTo>
                      <a:pt x="166" y="519"/>
                      <a:pt x="178" y="512"/>
                      <a:pt x="190" y="487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46" y="0"/>
                      <a:pt x="146" y="0"/>
                      <a:pt x="146" y="0"/>
                    </a:cubicBezTo>
                    <a:cubicBezTo>
                      <a:pt x="256" y="331"/>
                      <a:pt x="256" y="331"/>
                      <a:pt x="256" y="331"/>
                    </a:cubicBezTo>
                    <a:lnTo>
                      <a:pt x="362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89" name="Freeform 22">
                <a:extLst>
                  <a:ext uri="{FF2B5EF4-FFF2-40B4-BE49-F238E27FC236}">
                    <a16:creationId xmlns:a16="http://schemas.microsoft.com/office/drawing/2014/main" id="{D577C4C5-162A-509E-0F90-2D9CF5560B46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005842" y="1258171"/>
                <a:ext cx="132541" cy="290348"/>
              </a:xfrm>
              <a:custGeom>
                <a:avLst/>
                <a:gdLst>
                  <a:gd name="T0" fmla="*/ 57 w 305"/>
                  <a:gd name="T1" fmla="*/ 299 h 667"/>
                  <a:gd name="T2" fmla="*/ 0 w 305"/>
                  <a:gd name="T3" fmla="*/ 299 h 667"/>
                  <a:gd name="T4" fmla="*/ 0 w 305"/>
                  <a:gd name="T5" fmla="*/ 186 h 667"/>
                  <a:gd name="T6" fmla="*/ 57 w 305"/>
                  <a:gd name="T7" fmla="*/ 186 h 667"/>
                  <a:gd name="T8" fmla="*/ 57 w 305"/>
                  <a:gd name="T9" fmla="*/ 155 h 667"/>
                  <a:gd name="T10" fmla="*/ 96 w 305"/>
                  <a:gd name="T11" fmla="*/ 38 h 667"/>
                  <a:gd name="T12" fmla="*/ 208 w 305"/>
                  <a:gd name="T13" fmla="*/ 0 h 667"/>
                  <a:gd name="T14" fmla="*/ 305 w 305"/>
                  <a:gd name="T15" fmla="*/ 13 h 667"/>
                  <a:gd name="T16" fmla="*/ 305 w 305"/>
                  <a:gd name="T17" fmla="*/ 127 h 667"/>
                  <a:gd name="T18" fmla="*/ 243 w 305"/>
                  <a:gd name="T19" fmla="*/ 115 h 667"/>
                  <a:gd name="T20" fmla="*/ 193 w 305"/>
                  <a:gd name="T21" fmla="*/ 168 h 667"/>
                  <a:gd name="T22" fmla="*/ 193 w 305"/>
                  <a:gd name="T23" fmla="*/ 187 h 667"/>
                  <a:gd name="T24" fmla="*/ 305 w 305"/>
                  <a:gd name="T25" fmla="*/ 187 h 667"/>
                  <a:gd name="T26" fmla="*/ 305 w 305"/>
                  <a:gd name="T27" fmla="*/ 299 h 667"/>
                  <a:gd name="T28" fmla="*/ 195 w 305"/>
                  <a:gd name="T29" fmla="*/ 299 h 667"/>
                  <a:gd name="T30" fmla="*/ 195 w 305"/>
                  <a:gd name="T31" fmla="*/ 667 h 667"/>
                  <a:gd name="T32" fmla="*/ 57 w 305"/>
                  <a:gd name="T33" fmla="*/ 667 h 667"/>
                  <a:gd name="T34" fmla="*/ 57 w 305"/>
                  <a:gd name="T35" fmla="*/ 299 h 6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305" h="667">
                    <a:moveTo>
                      <a:pt x="57" y="299"/>
                    </a:moveTo>
                    <a:cubicBezTo>
                      <a:pt x="0" y="299"/>
                      <a:pt x="0" y="299"/>
                      <a:pt x="0" y="299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57" y="186"/>
                      <a:pt x="57" y="186"/>
                      <a:pt x="57" y="186"/>
                    </a:cubicBezTo>
                    <a:cubicBezTo>
                      <a:pt x="57" y="155"/>
                      <a:pt x="57" y="155"/>
                      <a:pt x="57" y="155"/>
                    </a:cubicBezTo>
                    <a:cubicBezTo>
                      <a:pt x="57" y="102"/>
                      <a:pt x="71" y="63"/>
                      <a:pt x="96" y="38"/>
                    </a:cubicBezTo>
                    <a:cubicBezTo>
                      <a:pt x="122" y="12"/>
                      <a:pt x="159" y="0"/>
                      <a:pt x="208" y="0"/>
                    </a:cubicBezTo>
                    <a:cubicBezTo>
                      <a:pt x="251" y="0"/>
                      <a:pt x="280" y="5"/>
                      <a:pt x="305" y="13"/>
                    </a:cubicBezTo>
                    <a:cubicBezTo>
                      <a:pt x="305" y="127"/>
                      <a:pt x="305" y="127"/>
                      <a:pt x="305" y="127"/>
                    </a:cubicBezTo>
                    <a:cubicBezTo>
                      <a:pt x="286" y="120"/>
                      <a:pt x="267" y="115"/>
                      <a:pt x="243" y="115"/>
                    </a:cubicBezTo>
                    <a:cubicBezTo>
                      <a:pt x="211" y="115"/>
                      <a:pt x="193" y="132"/>
                      <a:pt x="193" y="168"/>
                    </a:cubicBezTo>
                    <a:cubicBezTo>
                      <a:pt x="193" y="187"/>
                      <a:pt x="193" y="187"/>
                      <a:pt x="193" y="187"/>
                    </a:cubicBezTo>
                    <a:cubicBezTo>
                      <a:pt x="305" y="187"/>
                      <a:pt x="305" y="187"/>
                      <a:pt x="305" y="187"/>
                    </a:cubicBezTo>
                    <a:cubicBezTo>
                      <a:pt x="305" y="299"/>
                      <a:pt x="305" y="299"/>
                      <a:pt x="305" y="299"/>
                    </a:cubicBezTo>
                    <a:cubicBezTo>
                      <a:pt x="195" y="299"/>
                      <a:pt x="195" y="299"/>
                      <a:pt x="195" y="299"/>
                    </a:cubicBezTo>
                    <a:cubicBezTo>
                      <a:pt x="195" y="667"/>
                      <a:pt x="195" y="667"/>
                      <a:pt x="195" y="667"/>
                    </a:cubicBezTo>
                    <a:cubicBezTo>
                      <a:pt x="57" y="667"/>
                      <a:pt x="57" y="667"/>
                      <a:pt x="57" y="667"/>
                    </a:cubicBezTo>
                    <a:lnTo>
                      <a:pt x="57" y="29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90" name="Freeform 23">
                <a:extLst>
                  <a:ext uri="{FF2B5EF4-FFF2-40B4-BE49-F238E27FC236}">
                    <a16:creationId xmlns:a16="http://schemas.microsoft.com/office/drawing/2014/main" id="{9CB671CE-477D-F1B3-6894-F85448189A99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137497" y="1333086"/>
                <a:ext cx="228289" cy="219867"/>
              </a:xfrm>
              <a:custGeom>
                <a:avLst/>
                <a:gdLst>
                  <a:gd name="T0" fmla="*/ 0 w 525"/>
                  <a:gd name="T1" fmla="*/ 255 h 506"/>
                  <a:gd name="T2" fmla="*/ 0 w 525"/>
                  <a:gd name="T3" fmla="*/ 253 h 506"/>
                  <a:gd name="T4" fmla="*/ 263 w 525"/>
                  <a:gd name="T5" fmla="*/ 0 h 506"/>
                  <a:gd name="T6" fmla="*/ 525 w 525"/>
                  <a:gd name="T7" fmla="*/ 251 h 506"/>
                  <a:gd name="T8" fmla="*/ 525 w 525"/>
                  <a:gd name="T9" fmla="*/ 253 h 506"/>
                  <a:gd name="T10" fmla="*/ 261 w 525"/>
                  <a:gd name="T11" fmla="*/ 506 h 506"/>
                  <a:gd name="T12" fmla="*/ 0 w 525"/>
                  <a:gd name="T13" fmla="*/ 255 h 506"/>
                  <a:gd name="T14" fmla="*/ 389 w 525"/>
                  <a:gd name="T15" fmla="*/ 255 h 506"/>
                  <a:gd name="T16" fmla="*/ 389 w 525"/>
                  <a:gd name="T17" fmla="*/ 253 h 506"/>
                  <a:gd name="T18" fmla="*/ 261 w 525"/>
                  <a:gd name="T19" fmla="*/ 119 h 506"/>
                  <a:gd name="T20" fmla="*/ 135 w 525"/>
                  <a:gd name="T21" fmla="*/ 251 h 506"/>
                  <a:gd name="T22" fmla="*/ 135 w 525"/>
                  <a:gd name="T23" fmla="*/ 253 h 506"/>
                  <a:gd name="T24" fmla="*/ 263 w 525"/>
                  <a:gd name="T25" fmla="*/ 387 h 506"/>
                  <a:gd name="T26" fmla="*/ 389 w 525"/>
                  <a:gd name="T27" fmla="*/ 255 h 5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5" h="506">
                    <a:moveTo>
                      <a:pt x="0" y="255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112" y="0"/>
                      <a:pt x="263" y="0"/>
                    </a:cubicBezTo>
                    <a:cubicBezTo>
                      <a:pt x="413" y="0"/>
                      <a:pt x="525" y="112"/>
                      <a:pt x="525" y="251"/>
                    </a:cubicBezTo>
                    <a:cubicBezTo>
                      <a:pt x="525" y="253"/>
                      <a:pt x="525" y="253"/>
                      <a:pt x="525" y="253"/>
                    </a:cubicBezTo>
                    <a:cubicBezTo>
                      <a:pt x="525" y="392"/>
                      <a:pt x="412" y="506"/>
                      <a:pt x="261" y="506"/>
                    </a:cubicBezTo>
                    <a:cubicBezTo>
                      <a:pt x="111" y="506"/>
                      <a:pt x="0" y="394"/>
                      <a:pt x="0" y="255"/>
                    </a:cubicBezTo>
                    <a:close/>
                    <a:moveTo>
                      <a:pt x="389" y="255"/>
                    </a:moveTo>
                    <a:cubicBezTo>
                      <a:pt x="389" y="253"/>
                      <a:pt x="389" y="253"/>
                      <a:pt x="389" y="253"/>
                    </a:cubicBezTo>
                    <a:cubicBezTo>
                      <a:pt x="389" y="182"/>
                      <a:pt x="337" y="119"/>
                      <a:pt x="261" y="119"/>
                    </a:cubicBezTo>
                    <a:cubicBezTo>
                      <a:pt x="183" y="119"/>
                      <a:pt x="135" y="180"/>
                      <a:pt x="135" y="251"/>
                    </a:cubicBezTo>
                    <a:cubicBezTo>
                      <a:pt x="135" y="253"/>
                      <a:pt x="135" y="253"/>
                      <a:pt x="135" y="253"/>
                    </a:cubicBezTo>
                    <a:cubicBezTo>
                      <a:pt x="135" y="325"/>
                      <a:pt x="187" y="387"/>
                      <a:pt x="263" y="387"/>
                    </a:cubicBezTo>
                    <a:cubicBezTo>
                      <a:pt x="342" y="387"/>
                      <a:pt x="389" y="326"/>
                      <a:pt x="389" y="25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91" name="Freeform 24">
                <a:extLst>
                  <a:ext uri="{FF2B5EF4-FFF2-40B4-BE49-F238E27FC236}">
                    <a16:creationId xmlns:a16="http://schemas.microsoft.com/office/drawing/2014/main" id="{2D545142-881D-002A-830D-2B1960B7F79A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379084" y="1331756"/>
                <a:ext cx="127665" cy="216764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0 h 498"/>
                  <a:gd name="T6" fmla="*/ 293 w 293"/>
                  <a:gd name="T7" fmla="*/ 3 h 498"/>
                  <a:gd name="T8" fmla="*/ 293 w 293"/>
                  <a:gd name="T9" fmla="*/ 147 h 498"/>
                  <a:gd name="T10" fmla="*/ 286 w 293"/>
                  <a:gd name="T11" fmla="*/ 147 h 498"/>
                  <a:gd name="T12" fmla="*/ 138 w 293"/>
                  <a:gd name="T13" fmla="*/ 318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0"/>
                      <a:pt x="138" y="110"/>
                      <a:pt x="138" y="110"/>
                    </a:cubicBezTo>
                    <a:cubicBezTo>
                      <a:pt x="166" y="43"/>
                      <a:pt x="211" y="0"/>
                      <a:pt x="293" y="3"/>
                    </a:cubicBezTo>
                    <a:cubicBezTo>
                      <a:pt x="293" y="147"/>
                      <a:pt x="293" y="147"/>
                      <a:pt x="293" y="147"/>
                    </a:cubicBezTo>
                    <a:cubicBezTo>
                      <a:pt x="286" y="147"/>
                      <a:pt x="286" y="147"/>
                      <a:pt x="286" y="147"/>
                    </a:cubicBezTo>
                    <a:cubicBezTo>
                      <a:pt x="194" y="147"/>
                      <a:pt x="138" y="203"/>
                      <a:pt x="138" y="318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92" name="Freeform 25">
                <a:extLst>
                  <a:ext uri="{FF2B5EF4-FFF2-40B4-BE49-F238E27FC236}">
                    <a16:creationId xmlns:a16="http://schemas.microsoft.com/office/drawing/2014/main" id="{5C959273-267C-8CBA-996C-EC8514CCD7D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582993" y="1334859"/>
                <a:ext cx="194157" cy="217207"/>
              </a:xfrm>
              <a:custGeom>
                <a:avLst/>
                <a:gdLst>
                  <a:gd name="T0" fmla="*/ 0 w 446"/>
                  <a:gd name="T1" fmla="*/ 351 h 500"/>
                  <a:gd name="T2" fmla="*/ 0 w 446"/>
                  <a:gd name="T3" fmla="*/ 349 h 500"/>
                  <a:gd name="T4" fmla="*/ 195 w 446"/>
                  <a:gd name="T5" fmla="*/ 195 h 500"/>
                  <a:gd name="T6" fmla="*/ 314 w 446"/>
                  <a:gd name="T7" fmla="*/ 215 h 500"/>
                  <a:gd name="T8" fmla="*/ 314 w 446"/>
                  <a:gd name="T9" fmla="*/ 206 h 500"/>
                  <a:gd name="T10" fmla="*/ 210 w 446"/>
                  <a:gd name="T11" fmla="*/ 118 h 500"/>
                  <a:gd name="T12" fmla="*/ 76 w 446"/>
                  <a:gd name="T13" fmla="*/ 144 h 500"/>
                  <a:gd name="T14" fmla="*/ 42 w 446"/>
                  <a:gd name="T15" fmla="*/ 39 h 500"/>
                  <a:gd name="T16" fmla="*/ 230 w 446"/>
                  <a:gd name="T17" fmla="*/ 0 h 500"/>
                  <a:gd name="T18" fmla="*/ 394 w 446"/>
                  <a:gd name="T19" fmla="*/ 54 h 500"/>
                  <a:gd name="T20" fmla="*/ 446 w 446"/>
                  <a:gd name="T21" fmla="*/ 209 h 500"/>
                  <a:gd name="T22" fmla="*/ 446 w 446"/>
                  <a:gd name="T23" fmla="*/ 491 h 500"/>
                  <a:gd name="T24" fmla="*/ 313 w 446"/>
                  <a:gd name="T25" fmla="*/ 491 h 500"/>
                  <a:gd name="T26" fmla="*/ 313 w 446"/>
                  <a:gd name="T27" fmla="*/ 438 h 500"/>
                  <a:gd name="T28" fmla="*/ 167 w 446"/>
                  <a:gd name="T29" fmla="*/ 500 h 500"/>
                  <a:gd name="T30" fmla="*/ 0 w 446"/>
                  <a:gd name="T31" fmla="*/ 351 h 500"/>
                  <a:gd name="T32" fmla="*/ 316 w 446"/>
                  <a:gd name="T33" fmla="*/ 320 h 500"/>
                  <a:gd name="T34" fmla="*/ 316 w 446"/>
                  <a:gd name="T35" fmla="*/ 295 h 500"/>
                  <a:gd name="T36" fmla="*/ 228 w 446"/>
                  <a:gd name="T37" fmla="*/ 277 h 500"/>
                  <a:gd name="T38" fmla="*/ 133 w 446"/>
                  <a:gd name="T39" fmla="*/ 344 h 500"/>
                  <a:gd name="T40" fmla="*/ 133 w 446"/>
                  <a:gd name="T41" fmla="*/ 346 h 500"/>
                  <a:gd name="T42" fmla="*/ 208 w 446"/>
                  <a:gd name="T43" fmla="*/ 405 h 500"/>
                  <a:gd name="T44" fmla="*/ 316 w 446"/>
                  <a:gd name="T45" fmla="*/ 32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446" h="500">
                    <a:moveTo>
                      <a:pt x="0" y="351"/>
                    </a:moveTo>
                    <a:cubicBezTo>
                      <a:pt x="0" y="349"/>
                      <a:pt x="0" y="349"/>
                      <a:pt x="0" y="349"/>
                    </a:cubicBezTo>
                    <a:cubicBezTo>
                      <a:pt x="0" y="244"/>
                      <a:pt x="81" y="195"/>
                      <a:pt x="195" y="195"/>
                    </a:cubicBezTo>
                    <a:cubicBezTo>
                      <a:pt x="244" y="195"/>
                      <a:pt x="280" y="203"/>
                      <a:pt x="314" y="215"/>
                    </a:cubicBezTo>
                    <a:cubicBezTo>
                      <a:pt x="314" y="206"/>
                      <a:pt x="314" y="206"/>
                      <a:pt x="314" y="206"/>
                    </a:cubicBezTo>
                    <a:cubicBezTo>
                      <a:pt x="314" y="149"/>
                      <a:pt x="279" y="118"/>
                      <a:pt x="210" y="118"/>
                    </a:cubicBezTo>
                    <a:cubicBezTo>
                      <a:pt x="157" y="118"/>
                      <a:pt x="120" y="128"/>
                      <a:pt x="76" y="144"/>
                    </a:cubicBezTo>
                    <a:cubicBezTo>
                      <a:pt x="42" y="39"/>
                      <a:pt x="42" y="39"/>
                      <a:pt x="42" y="39"/>
                    </a:cubicBezTo>
                    <a:cubicBezTo>
                      <a:pt x="95" y="15"/>
                      <a:pt x="148" y="0"/>
                      <a:pt x="230" y="0"/>
                    </a:cubicBezTo>
                    <a:cubicBezTo>
                      <a:pt x="305" y="0"/>
                      <a:pt x="359" y="20"/>
                      <a:pt x="394" y="54"/>
                    </a:cubicBezTo>
                    <a:cubicBezTo>
                      <a:pt x="430" y="91"/>
                      <a:pt x="446" y="144"/>
                      <a:pt x="446" y="209"/>
                    </a:cubicBezTo>
                    <a:cubicBezTo>
                      <a:pt x="446" y="491"/>
                      <a:pt x="446" y="491"/>
                      <a:pt x="446" y="491"/>
                    </a:cubicBezTo>
                    <a:cubicBezTo>
                      <a:pt x="313" y="491"/>
                      <a:pt x="313" y="491"/>
                      <a:pt x="313" y="491"/>
                    </a:cubicBezTo>
                    <a:cubicBezTo>
                      <a:pt x="313" y="438"/>
                      <a:pt x="313" y="438"/>
                      <a:pt x="313" y="438"/>
                    </a:cubicBezTo>
                    <a:cubicBezTo>
                      <a:pt x="280" y="475"/>
                      <a:pt x="234" y="500"/>
                      <a:pt x="167" y="500"/>
                    </a:cubicBezTo>
                    <a:cubicBezTo>
                      <a:pt x="75" y="500"/>
                      <a:pt x="0" y="447"/>
                      <a:pt x="0" y="351"/>
                    </a:cubicBezTo>
                    <a:close/>
                    <a:moveTo>
                      <a:pt x="316" y="320"/>
                    </a:moveTo>
                    <a:cubicBezTo>
                      <a:pt x="316" y="295"/>
                      <a:pt x="316" y="295"/>
                      <a:pt x="316" y="295"/>
                    </a:cubicBezTo>
                    <a:cubicBezTo>
                      <a:pt x="292" y="284"/>
                      <a:pt x="262" y="277"/>
                      <a:pt x="228" y="277"/>
                    </a:cubicBezTo>
                    <a:cubicBezTo>
                      <a:pt x="169" y="277"/>
                      <a:pt x="133" y="301"/>
                      <a:pt x="133" y="344"/>
                    </a:cubicBezTo>
                    <a:cubicBezTo>
                      <a:pt x="133" y="346"/>
                      <a:pt x="133" y="346"/>
                      <a:pt x="133" y="346"/>
                    </a:cubicBezTo>
                    <a:cubicBezTo>
                      <a:pt x="133" y="383"/>
                      <a:pt x="164" y="405"/>
                      <a:pt x="208" y="405"/>
                    </a:cubicBezTo>
                    <a:cubicBezTo>
                      <a:pt x="272" y="405"/>
                      <a:pt x="316" y="369"/>
                      <a:pt x="316" y="3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93" name="Rectangle 26">
                <a:extLst>
                  <a:ext uri="{FF2B5EF4-FFF2-40B4-BE49-F238E27FC236}">
                    <a16:creationId xmlns:a16="http://schemas.microsoft.com/office/drawing/2014/main" id="{2F1B0169-414B-8F53-D204-E4FC9132C39A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801973" y="1260831"/>
                <a:ext cx="59843" cy="287689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94" name="Rectangle 27">
                <a:extLst>
                  <a:ext uri="{FF2B5EF4-FFF2-40B4-BE49-F238E27FC236}">
                    <a16:creationId xmlns:a16="http://schemas.microsoft.com/office/drawing/2014/main" id="{FD3CEF0B-9316-CAAF-B811-7977EA0FDC7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886639" y="1260831"/>
                <a:ext cx="59399" cy="287689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</p:grpSp>
        <p:sp>
          <p:nvSpPr>
            <p:cNvPr id="64" name="Rectangle 28">
              <a:extLst>
                <a:ext uri="{FF2B5EF4-FFF2-40B4-BE49-F238E27FC236}">
                  <a16:creationId xmlns:a16="http://schemas.microsoft.com/office/drawing/2014/main" id="{C44969F7-1BF0-A4FA-F4EB-8003272D98C6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1556230" y="767096"/>
              <a:ext cx="634181" cy="18986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5AB97A83-AA92-5D2A-D89F-2B85130F597F}"/>
                </a:ext>
              </a:extLst>
            </p:cNvPr>
            <p:cNvGrpSpPr/>
            <p:nvPr userDrawn="1"/>
          </p:nvGrpSpPr>
          <p:grpSpPr>
            <a:xfrm>
              <a:off x="11701122" y="936748"/>
              <a:ext cx="321494" cy="1552800"/>
              <a:chOff x="7313961" y="501936"/>
              <a:chExt cx="323594" cy="1566108"/>
            </a:xfrm>
          </p:grpSpPr>
          <p:sp>
            <p:nvSpPr>
              <p:cNvPr id="66" name="Freeform 29">
                <a:extLst>
                  <a:ext uri="{FF2B5EF4-FFF2-40B4-BE49-F238E27FC236}">
                    <a16:creationId xmlns:a16="http://schemas.microsoft.com/office/drawing/2014/main" id="{93913DCE-D7C5-993F-1CBD-D671F4E01A37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83556" y="1311808"/>
                <a:ext cx="249567" cy="247350"/>
              </a:xfrm>
              <a:custGeom>
                <a:avLst/>
                <a:gdLst>
                  <a:gd name="T0" fmla="*/ 0 w 574"/>
                  <a:gd name="T1" fmla="*/ 229 h 569"/>
                  <a:gd name="T2" fmla="*/ 90 w 574"/>
                  <a:gd name="T3" fmla="*/ 413 h 569"/>
                  <a:gd name="T4" fmla="*/ 90 w 574"/>
                  <a:gd name="T5" fmla="*/ 413 h 569"/>
                  <a:gd name="T6" fmla="*/ 90 w 574"/>
                  <a:gd name="T7" fmla="*/ 413 h 569"/>
                  <a:gd name="T8" fmla="*/ 9 w 574"/>
                  <a:gd name="T9" fmla="*/ 413 h 569"/>
                  <a:gd name="T10" fmla="*/ 9 w 574"/>
                  <a:gd name="T11" fmla="*/ 569 h 569"/>
                  <a:gd name="T12" fmla="*/ 574 w 574"/>
                  <a:gd name="T13" fmla="*/ 569 h 569"/>
                  <a:gd name="T14" fmla="*/ 574 w 574"/>
                  <a:gd name="T15" fmla="*/ 413 h 569"/>
                  <a:gd name="T16" fmla="*/ 253 w 574"/>
                  <a:gd name="T17" fmla="*/ 413 h 569"/>
                  <a:gd name="T18" fmla="*/ 133 w 574"/>
                  <a:gd name="T19" fmla="*/ 286 h 569"/>
                  <a:gd name="T20" fmla="*/ 253 w 574"/>
                  <a:gd name="T21" fmla="*/ 155 h 569"/>
                  <a:gd name="T22" fmla="*/ 574 w 574"/>
                  <a:gd name="T23" fmla="*/ 155 h 569"/>
                  <a:gd name="T24" fmla="*/ 574 w 574"/>
                  <a:gd name="T25" fmla="*/ 0 h 569"/>
                  <a:gd name="T26" fmla="*/ 224 w 574"/>
                  <a:gd name="T27" fmla="*/ 0 h 569"/>
                  <a:gd name="T28" fmla="*/ 0 w 574"/>
                  <a:gd name="T29" fmla="*/ 229 h 5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74" h="569">
                    <a:moveTo>
                      <a:pt x="0" y="229"/>
                    </a:moveTo>
                    <a:cubicBezTo>
                      <a:pt x="0" y="294"/>
                      <a:pt x="30" y="368"/>
                      <a:pt x="90" y="413"/>
                    </a:cubicBezTo>
                    <a:cubicBezTo>
                      <a:pt x="90" y="413"/>
                      <a:pt x="90" y="413"/>
                      <a:pt x="90" y="413"/>
                    </a:cubicBezTo>
                    <a:cubicBezTo>
                      <a:pt x="90" y="413"/>
                      <a:pt x="90" y="413"/>
                      <a:pt x="90" y="413"/>
                    </a:cubicBezTo>
                    <a:cubicBezTo>
                      <a:pt x="9" y="413"/>
                      <a:pt x="9" y="413"/>
                      <a:pt x="9" y="413"/>
                    </a:cubicBezTo>
                    <a:cubicBezTo>
                      <a:pt x="9" y="569"/>
                      <a:pt x="9" y="569"/>
                      <a:pt x="9" y="569"/>
                    </a:cubicBezTo>
                    <a:cubicBezTo>
                      <a:pt x="574" y="569"/>
                      <a:pt x="574" y="569"/>
                      <a:pt x="574" y="569"/>
                    </a:cubicBezTo>
                    <a:cubicBezTo>
                      <a:pt x="574" y="413"/>
                      <a:pt x="574" y="413"/>
                      <a:pt x="574" y="413"/>
                    </a:cubicBezTo>
                    <a:cubicBezTo>
                      <a:pt x="253" y="413"/>
                      <a:pt x="253" y="413"/>
                      <a:pt x="253" y="413"/>
                    </a:cubicBezTo>
                    <a:cubicBezTo>
                      <a:pt x="195" y="413"/>
                      <a:pt x="133" y="369"/>
                      <a:pt x="133" y="286"/>
                    </a:cubicBezTo>
                    <a:cubicBezTo>
                      <a:pt x="133" y="221"/>
                      <a:pt x="178" y="155"/>
                      <a:pt x="253" y="155"/>
                    </a:cubicBezTo>
                    <a:cubicBezTo>
                      <a:pt x="574" y="155"/>
                      <a:pt x="574" y="155"/>
                      <a:pt x="574" y="155"/>
                    </a:cubicBezTo>
                    <a:cubicBezTo>
                      <a:pt x="574" y="0"/>
                      <a:pt x="574" y="0"/>
                      <a:pt x="574" y="0"/>
                    </a:cubicBezTo>
                    <a:cubicBezTo>
                      <a:pt x="224" y="0"/>
                      <a:pt x="224" y="0"/>
                      <a:pt x="224" y="0"/>
                    </a:cubicBezTo>
                    <a:cubicBezTo>
                      <a:pt x="94" y="0"/>
                      <a:pt x="0" y="93"/>
                      <a:pt x="0" y="229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67" name="Freeform 30">
                <a:extLst>
                  <a:ext uri="{FF2B5EF4-FFF2-40B4-BE49-F238E27FC236}">
                    <a16:creationId xmlns:a16="http://schemas.microsoft.com/office/drawing/2014/main" id="{6D0A5711-84F8-6852-FC23-C9222B8AB056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87546" y="755049"/>
                <a:ext cx="245577" cy="276163"/>
              </a:xfrm>
              <a:custGeom>
                <a:avLst/>
                <a:gdLst>
                  <a:gd name="T0" fmla="*/ 0 w 554"/>
                  <a:gd name="T1" fmla="*/ 174 h 623"/>
                  <a:gd name="T2" fmla="*/ 377 w 554"/>
                  <a:gd name="T3" fmla="*/ 311 h 623"/>
                  <a:gd name="T4" fmla="*/ 0 w 554"/>
                  <a:gd name="T5" fmla="*/ 450 h 623"/>
                  <a:gd name="T6" fmla="*/ 0 w 554"/>
                  <a:gd name="T7" fmla="*/ 623 h 623"/>
                  <a:gd name="T8" fmla="*/ 554 w 554"/>
                  <a:gd name="T9" fmla="*/ 395 h 623"/>
                  <a:gd name="T10" fmla="*/ 554 w 554"/>
                  <a:gd name="T11" fmla="*/ 228 h 623"/>
                  <a:gd name="T12" fmla="*/ 0 w 554"/>
                  <a:gd name="T13" fmla="*/ 0 h 623"/>
                  <a:gd name="T14" fmla="*/ 0 w 554"/>
                  <a:gd name="T15" fmla="*/ 174 h 6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54" h="623">
                    <a:moveTo>
                      <a:pt x="0" y="174"/>
                    </a:moveTo>
                    <a:lnTo>
                      <a:pt x="377" y="311"/>
                    </a:lnTo>
                    <a:lnTo>
                      <a:pt x="0" y="450"/>
                    </a:lnTo>
                    <a:lnTo>
                      <a:pt x="0" y="623"/>
                    </a:lnTo>
                    <a:lnTo>
                      <a:pt x="554" y="395"/>
                    </a:lnTo>
                    <a:lnTo>
                      <a:pt x="554" y="228"/>
                    </a:lnTo>
                    <a:lnTo>
                      <a:pt x="0" y="0"/>
                    </a:lnTo>
                    <a:lnTo>
                      <a:pt x="0" y="17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68" name="Freeform 31">
                <a:extLst>
                  <a:ext uri="{FF2B5EF4-FFF2-40B4-BE49-F238E27FC236}">
                    <a16:creationId xmlns:a16="http://schemas.microsoft.com/office/drawing/2014/main" id="{185085EF-D1B3-20ED-1267-AC7FAB1644FE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1583096"/>
                <a:ext cx="253999" cy="256659"/>
              </a:xfrm>
              <a:custGeom>
                <a:avLst/>
                <a:gdLst>
                  <a:gd name="T0" fmla="*/ 401 w 584"/>
                  <a:gd name="T1" fmla="*/ 110 h 590"/>
                  <a:gd name="T2" fmla="*/ 460 w 584"/>
                  <a:gd name="T3" fmla="*/ 272 h 590"/>
                  <a:gd name="T4" fmla="*/ 415 w 584"/>
                  <a:gd name="T5" fmla="*/ 397 h 590"/>
                  <a:gd name="T6" fmla="*/ 250 w 584"/>
                  <a:gd name="T7" fmla="*/ 0 h 590"/>
                  <a:gd name="T8" fmla="*/ 92 w 584"/>
                  <a:gd name="T9" fmla="*/ 68 h 590"/>
                  <a:gd name="T10" fmla="*/ 0 w 584"/>
                  <a:gd name="T11" fmla="*/ 291 h 590"/>
                  <a:gd name="T12" fmla="*/ 292 w 584"/>
                  <a:gd name="T13" fmla="*/ 590 h 590"/>
                  <a:gd name="T14" fmla="*/ 584 w 584"/>
                  <a:gd name="T15" fmla="*/ 274 h 590"/>
                  <a:gd name="T16" fmla="*/ 476 w 584"/>
                  <a:gd name="T17" fmla="*/ 12 h 590"/>
                  <a:gd name="T18" fmla="*/ 401 w 584"/>
                  <a:gd name="T19" fmla="*/ 110 h 590"/>
                  <a:gd name="T20" fmla="*/ 179 w 584"/>
                  <a:gd name="T21" fmla="*/ 408 h 590"/>
                  <a:gd name="T22" fmla="*/ 123 w 584"/>
                  <a:gd name="T23" fmla="*/ 288 h 590"/>
                  <a:gd name="T24" fmla="*/ 202 w 584"/>
                  <a:gd name="T25" fmla="*/ 168 h 590"/>
                  <a:gd name="T26" fmla="*/ 315 w 584"/>
                  <a:gd name="T27" fmla="*/ 439 h 590"/>
                  <a:gd name="T28" fmla="*/ 179 w 584"/>
                  <a:gd name="T29" fmla="*/ 408 h 5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84" h="590">
                    <a:moveTo>
                      <a:pt x="401" y="110"/>
                    </a:moveTo>
                    <a:cubicBezTo>
                      <a:pt x="449" y="175"/>
                      <a:pt x="460" y="212"/>
                      <a:pt x="460" y="272"/>
                    </a:cubicBezTo>
                    <a:cubicBezTo>
                      <a:pt x="460" y="325"/>
                      <a:pt x="444" y="367"/>
                      <a:pt x="415" y="397"/>
                    </a:cubicBezTo>
                    <a:cubicBezTo>
                      <a:pt x="250" y="0"/>
                      <a:pt x="250" y="0"/>
                      <a:pt x="250" y="0"/>
                    </a:cubicBezTo>
                    <a:cubicBezTo>
                      <a:pt x="189" y="9"/>
                      <a:pt x="134" y="32"/>
                      <a:pt x="92" y="68"/>
                    </a:cubicBezTo>
                    <a:cubicBezTo>
                      <a:pt x="32" y="120"/>
                      <a:pt x="0" y="197"/>
                      <a:pt x="0" y="291"/>
                    </a:cubicBezTo>
                    <a:cubicBezTo>
                      <a:pt x="0" y="462"/>
                      <a:pt x="126" y="590"/>
                      <a:pt x="292" y="590"/>
                    </a:cubicBezTo>
                    <a:cubicBezTo>
                      <a:pt x="462" y="590"/>
                      <a:pt x="584" y="462"/>
                      <a:pt x="584" y="274"/>
                    </a:cubicBezTo>
                    <a:cubicBezTo>
                      <a:pt x="584" y="169"/>
                      <a:pt x="534" y="62"/>
                      <a:pt x="476" y="12"/>
                    </a:cubicBezTo>
                    <a:lnTo>
                      <a:pt x="401" y="110"/>
                    </a:lnTo>
                    <a:close/>
                    <a:moveTo>
                      <a:pt x="179" y="408"/>
                    </a:moveTo>
                    <a:cubicBezTo>
                      <a:pt x="144" y="381"/>
                      <a:pt x="123" y="339"/>
                      <a:pt x="123" y="288"/>
                    </a:cubicBezTo>
                    <a:cubicBezTo>
                      <a:pt x="123" y="232"/>
                      <a:pt x="155" y="190"/>
                      <a:pt x="202" y="168"/>
                    </a:cubicBezTo>
                    <a:cubicBezTo>
                      <a:pt x="315" y="439"/>
                      <a:pt x="315" y="439"/>
                      <a:pt x="315" y="439"/>
                    </a:cubicBezTo>
                    <a:cubicBezTo>
                      <a:pt x="257" y="447"/>
                      <a:pt x="212" y="432"/>
                      <a:pt x="179" y="40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69" name="Freeform 32">
                <a:extLst>
                  <a:ext uri="{FF2B5EF4-FFF2-40B4-BE49-F238E27FC236}">
                    <a16:creationId xmlns:a16="http://schemas.microsoft.com/office/drawing/2014/main" id="{8434C32D-C325-1F32-5E19-6C9FC933AC3B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13961" y="1846404"/>
                <a:ext cx="319161" cy="221640"/>
              </a:xfrm>
              <a:custGeom>
                <a:avLst/>
                <a:gdLst>
                  <a:gd name="T0" fmla="*/ 580 w 720"/>
                  <a:gd name="T1" fmla="*/ 0 h 500"/>
                  <a:gd name="T2" fmla="*/ 580 w 720"/>
                  <a:gd name="T3" fmla="*/ 346 h 500"/>
                  <a:gd name="T4" fmla="*/ 0 w 720"/>
                  <a:gd name="T5" fmla="*/ 346 h 500"/>
                  <a:gd name="T6" fmla="*/ 0 w 720"/>
                  <a:gd name="T7" fmla="*/ 500 h 500"/>
                  <a:gd name="T8" fmla="*/ 720 w 720"/>
                  <a:gd name="T9" fmla="*/ 500 h 500"/>
                  <a:gd name="T10" fmla="*/ 720 w 720"/>
                  <a:gd name="T11" fmla="*/ 0 h 500"/>
                  <a:gd name="T12" fmla="*/ 580 w 720"/>
                  <a:gd name="T13" fmla="*/ 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0" h="500">
                    <a:moveTo>
                      <a:pt x="580" y="0"/>
                    </a:moveTo>
                    <a:lnTo>
                      <a:pt x="580" y="346"/>
                    </a:lnTo>
                    <a:lnTo>
                      <a:pt x="0" y="346"/>
                    </a:lnTo>
                    <a:lnTo>
                      <a:pt x="0" y="500"/>
                    </a:lnTo>
                    <a:lnTo>
                      <a:pt x="720" y="500"/>
                    </a:lnTo>
                    <a:lnTo>
                      <a:pt x="720" y="0"/>
                    </a:lnTo>
                    <a:lnTo>
                      <a:pt x="58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70" name="Freeform 33">
                <a:extLst>
                  <a:ext uri="{FF2B5EF4-FFF2-40B4-BE49-F238E27FC236}">
                    <a16:creationId xmlns:a16="http://schemas.microsoft.com/office/drawing/2014/main" id="{A281B950-B57F-4814-65C4-87F843CA0E1C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501936"/>
                <a:ext cx="253999" cy="263752"/>
              </a:xfrm>
              <a:custGeom>
                <a:avLst/>
                <a:gdLst>
                  <a:gd name="T0" fmla="*/ 584 w 584"/>
                  <a:gd name="T1" fmla="*/ 304 h 607"/>
                  <a:gd name="T2" fmla="*/ 292 w 584"/>
                  <a:gd name="T3" fmla="*/ 607 h 607"/>
                  <a:gd name="T4" fmla="*/ 0 w 584"/>
                  <a:gd name="T5" fmla="*/ 302 h 607"/>
                  <a:gd name="T6" fmla="*/ 292 w 584"/>
                  <a:gd name="T7" fmla="*/ 0 h 607"/>
                  <a:gd name="T8" fmla="*/ 584 w 584"/>
                  <a:gd name="T9" fmla="*/ 304 h 607"/>
                  <a:gd name="T10" fmla="*/ 133 w 584"/>
                  <a:gd name="T11" fmla="*/ 304 h 607"/>
                  <a:gd name="T12" fmla="*/ 292 w 584"/>
                  <a:gd name="T13" fmla="*/ 454 h 607"/>
                  <a:gd name="T14" fmla="*/ 451 w 584"/>
                  <a:gd name="T15" fmla="*/ 302 h 607"/>
                  <a:gd name="T16" fmla="*/ 292 w 584"/>
                  <a:gd name="T17" fmla="*/ 153 h 607"/>
                  <a:gd name="T18" fmla="*/ 133 w 584"/>
                  <a:gd name="T19" fmla="*/ 304 h 6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84" h="607">
                    <a:moveTo>
                      <a:pt x="584" y="304"/>
                    </a:moveTo>
                    <a:cubicBezTo>
                      <a:pt x="584" y="474"/>
                      <a:pt x="457" y="607"/>
                      <a:pt x="292" y="607"/>
                    </a:cubicBezTo>
                    <a:cubicBezTo>
                      <a:pt x="128" y="607"/>
                      <a:pt x="0" y="473"/>
                      <a:pt x="0" y="302"/>
                    </a:cubicBezTo>
                    <a:cubicBezTo>
                      <a:pt x="0" y="133"/>
                      <a:pt x="126" y="0"/>
                      <a:pt x="292" y="0"/>
                    </a:cubicBezTo>
                    <a:cubicBezTo>
                      <a:pt x="455" y="0"/>
                      <a:pt x="584" y="133"/>
                      <a:pt x="584" y="304"/>
                    </a:cubicBezTo>
                    <a:moveTo>
                      <a:pt x="133" y="304"/>
                    </a:moveTo>
                    <a:cubicBezTo>
                      <a:pt x="133" y="391"/>
                      <a:pt x="198" y="454"/>
                      <a:pt x="292" y="454"/>
                    </a:cubicBezTo>
                    <a:cubicBezTo>
                      <a:pt x="381" y="454"/>
                      <a:pt x="451" y="387"/>
                      <a:pt x="451" y="302"/>
                    </a:cubicBezTo>
                    <a:cubicBezTo>
                      <a:pt x="451" y="216"/>
                      <a:pt x="383" y="153"/>
                      <a:pt x="292" y="153"/>
                    </a:cubicBezTo>
                    <a:cubicBezTo>
                      <a:pt x="203" y="153"/>
                      <a:pt x="133" y="219"/>
                      <a:pt x="133" y="304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71" name="Freeform 34">
                <a:extLst>
                  <a:ext uri="{FF2B5EF4-FFF2-40B4-BE49-F238E27FC236}">
                    <a16:creationId xmlns:a16="http://schemas.microsoft.com/office/drawing/2014/main" id="{EE465ED6-53DE-A385-42CB-0B5A75477346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1021017"/>
                <a:ext cx="253999" cy="263752"/>
              </a:xfrm>
              <a:custGeom>
                <a:avLst/>
                <a:gdLst>
                  <a:gd name="T0" fmla="*/ 584 w 584"/>
                  <a:gd name="T1" fmla="*/ 305 h 607"/>
                  <a:gd name="T2" fmla="*/ 292 w 584"/>
                  <a:gd name="T3" fmla="*/ 607 h 607"/>
                  <a:gd name="T4" fmla="*/ 0 w 584"/>
                  <a:gd name="T5" fmla="*/ 303 h 607"/>
                  <a:gd name="T6" fmla="*/ 292 w 584"/>
                  <a:gd name="T7" fmla="*/ 0 h 607"/>
                  <a:gd name="T8" fmla="*/ 584 w 584"/>
                  <a:gd name="T9" fmla="*/ 305 h 607"/>
                  <a:gd name="T10" fmla="*/ 133 w 584"/>
                  <a:gd name="T11" fmla="*/ 305 h 607"/>
                  <a:gd name="T12" fmla="*/ 292 w 584"/>
                  <a:gd name="T13" fmla="*/ 454 h 607"/>
                  <a:gd name="T14" fmla="*/ 451 w 584"/>
                  <a:gd name="T15" fmla="*/ 303 h 607"/>
                  <a:gd name="T16" fmla="*/ 292 w 584"/>
                  <a:gd name="T17" fmla="*/ 153 h 607"/>
                  <a:gd name="T18" fmla="*/ 133 w 584"/>
                  <a:gd name="T19" fmla="*/ 305 h 6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84" h="607">
                    <a:moveTo>
                      <a:pt x="584" y="305"/>
                    </a:moveTo>
                    <a:cubicBezTo>
                      <a:pt x="584" y="474"/>
                      <a:pt x="457" y="607"/>
                      <a:pt x="292" y="607"/>
                    </a:cubicBezTo>
                    <a:cubicBezTo>
                      <a:pt x="128" y="607"/>
                      <a:pt x="0" y="474"/>
                      <a:pt x="0" y="303"/>
                    </a:cubicBezTo>
                    <a:cubicBezTo>
                      <a:pt x="0" y="133"/>
                      <a:pt x="126" y="0"/>
                      <a:pt x="292" y="0"/>
                    </a:cubicBezTo>
                    <a:cubicBezTo>
                      <a:pt x="455" y="0"/>
                      <a:pt x="584" y="134"/>
                      <a:pt x="584" y="305"/>
                    </a:cubicBezTo>
                    <a:moveTo>
                      <a:pt x="133" y="305"/>
                    </a:moveTo>
                    <a:cubicBezTo>
                      <a:pt x="133" y="391"/>
                      <a:pt x="198" y="454"/>
                      <a:pt x="292" y="454"/>
                    </a:cubicBezTo>
                    <a:cubicBezTo>
                      <a:pt x="381" y="454"/>
                      <a:pt x="451" y="388"/>
                      <a:pt x="451" y="303"/>
                    </a:cubicBezTo>
                    <a:cubicBezTo>
                      <a:pt x="451" y="216"/>
                      <a:pt x="383" y="153"/>
                      <a:pt x="292" y="153"/>
                    </a:cubicBezTo>
                    <a:cubicBezTo>
                      <a:pt x="203" y="153"/>
                      <a:pt x="133" y="220"/>
                      <a:pt x="133" y="305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</p:grp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320E6808-E70B-FA4B-99F6-1C02BBC16598}"/>
              </a:ext>
            </a:extLst>
          </p:cNvPr>
          <p:cNvGrpSpPr/>
          <p:nvPr userDrawn="1"/>
        </p:nvGrpSpPr>
        <p:grpSpPr>
          <a:xfrm>
            <a:off x="1539348" y="3561908"/>
            <a:ext cx="7853422" cy="1769127"/>
            <a:chOff x="541049" y="2649538"/>
            <a:chExt cx="9285724" cy="2092325"/>
          </a:xfrm>
          <a:gradFill>
            <a:gsLst>
              <a:gs pos="0">
                <a:schemeClr val="accent1"/>
              </a:gs>
              <a:gs pos="100000">
                <a:srgbClr val="391262"/>
              </a:gs>
              <a:gs pos="64000">
                <a:srgbClr val="64131E"/>
              </a:gs>
              <a:gs pos="29000">
                <a:srgbClr val="831B22"/>
              </a:gs>
            </a:gsLst>
            <a:path path="circle">
              <a:fillToRect l="100000" t="100000"/>
            </a:path>
          </a:gradFill>
        </p:grpSpPr>
        <p:sp>
          <p:nvSpPr>
            <p:cNvPr id="43" name="Freeform 5">
              <a:extLst>
                <a:ext uri="{FF2B5EF4-FFF2-40B4-BE49-F238E27FC236}">
                  <a16:creationId xmlns:a16="http://schemas.microsoft.com/office/drawing/2014/main" id="{4C297CEF-136F-B1B7-09B1-55E4D7563FD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1049" y="2809876"/>
              <a:ext cx="963613" cy="1928813"/>
            </a:xfrm>
            <a:custGeom>
              <a:avLst/>
              <a:gdLst>
                <a:gd name="T0" fmla="*/ 57 w 301"/>
                <a:gd name="T1" fmla="*/ 458 h 600"/>
                <a:gd name="T2" fmla="*/ 57 w 301"/>
                <a:gd name="T3" fmla="*/ 235 h 600"/>
                <a:gd name="T4" fmla="*/ 0 w 301"/>
                <a:gd name="T5" fmla="*/ 235 h 600"/>
                <a:gd name="T6" fmla="*/ 0 w 301"/>
                <a:gd name="T7" fmla="*/ 121 h 600"/>
                <a:gd name="T8" fmla="*/ 57 w 301"/>
                <a:gd name="T9" fmla="*/ 121 h 600"/>
                <a:gd name="T10" fmla="*/ 57 w 301"/>
                <a:gd name="T11" fmla="*/ 0 h 600"/>
                <a:gd name="T12" fmla="*/ 190 w 301"/>
                <a:gd name="T13" fmla="*/ 0 h 600"/>
                <a:gd name="T14" fmla="*/ 190 w 301"/>
                <a:gd name="T15" fmla="*/ 121 h 600"/>
                <a:gd name="T16" fmla="*/ 301 w 301"/>
                <a:gd name="T17" fmla="*/ 121 h 600"/>
                <a:gd name="T18" fmla="*/ 301 w 301"/>
                <a:gd name="T19" fmla="*/ 235 h 600"/>
                <a:gd name="T20" fmla="*/ 190 w 301"/>
                <a:gd name="T21" fmla="*/ 235 h 600"/>
                <a:gd name="T22" fmla="*/ 190 w 301"/>
                <a:gd name="T23" fmla="*/ 436 h 600"/>
                <a:gd name="T24" fmla="*/ 233 w 301"/>
                <a:gd name="T25" fmla="*/ 482 h 600"/>
                <a:gd name="T26" fmla="*/ 299 w 301"/>
                <a:gd name="T27" fmla="*/ 465 h 600"/>
                <a:gd name="T28" fmla="*/ 299 w 301"/>
                <a:gd name="T29" fmla="*/ 573 h 600"/>
                <a:gd name="T30" fmla="*/ 194 w 301"/>
                <a:gd name="T31" fmla="*/ 600 h 600"/>
                <a:gd name="T32" fmla="*/ 57 w 301"/>
                <a:gd name="T33" fmla="*/ 458 h 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01" h="600">
                  <a:moveTo>
                    <a:pt x="57" y="458"/>
                  </a:moveTo>
                  <a:cubicBezTo>
                    <a:pt x="57" y="235"/>
                    <a:pt x="57" y="235"/>
                    <a:pt x="57" y="235"/>
                  </a:cubicBezTo>
                  <a:cubicBezTo>
                    <a:pt x="0" y="235"/>
                    <a:pt x="0" y="235"/>
                    <a:pt x="0" y="235"/>
                  </a:cubicBezTo>
                  <a:cubicBezTo>
                    <a:pt x="0" y="121"/>
                    <a:pt x="0" y="121"/>
                    <a:pt x="0" y="121"/>
                  </a:cubicBezTo>
                  <a:cubicBezTo>
                    <a:pt x="57" y="121"/>
                    <a:pt x="57" y="121"/>
                    <a:pt x="57" y="121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190" y="0"/>
                    <a:pt x="190" y="0"/>
                    <a:pt x="190" y="0"/>
                  </a:cubicBezTo>
                  <a:cubicBezTo>
                    <a:pt x="190" y="121"/>
                    <a:pt x="190" y="121"/>
                    <a:pt x="190" y="121"/>
                  </a:cubicBezTo>
                  <a:cubicBezTo>
                    <a:pt x="301" y="121"/>
                    <a:pt x="301" y="121"/>
                    <a:pt x="301" y="121"/>
                  </a:cubicBezTo>
                  <a:cubicBezTo>
                    <a:pt x="301" y="235"/>
                    <a:pt x="301" y="235"/>
                    <a:pt x="301" y="235"/>
                  </a:cubicBezTo>
                  <a:cubicBezTo>
                    <a:pt x="190" y="235"/>
                    <a:pt x="190" y="235"/>
                    <a:pt x="190" y="235"/>
                  </a:cubicBezTo>
                  <a:cubicBezTo>
                    <a:pt x="190" y="436"/>
                    <a:pt x="190" y="436"/>
                    <a:pt x="190" y="436"/>
                  </a:cubicBezTo>
                  <a:cubicBezTo>
                    <a:pt x="190" y="467"/>
                    <a:pt x="203" y="482"/>
                    <a:pt x="233" y="482"/>
                  </a:cubicBezTo>
                  <a:cubicBezTo>
                    <a:pt x="258" y="482"/>
                    <a:pt x="280" y="476"/>
                    <a:pt x="299" y="465"/>
                  </a:cubicBezTo>
                  <a:cubicBezTo>
                    <a:pt x="299" y="573"/>
                    <a:pt x="299" y="573"/>
                    <a:pt x="299" y="573"/>
                  </a:cubicBezTo>
                  <a:cubicBezTo>
                    <a:pt x="271" y="590"/>
                    <a:pt x="239" y="600"/>
                    <a:pt x="194" y="600"/>
                  </a:cubicBezTo>
                  <a:cubicBezTo>
                    <a:pt x="112" y="600"/>
                    <a:pt x="57" y="568"/>
                    <a:pt x="57" y="45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44" name="Freeform 6">
              <a:extLst>
                <a:ext uri="{FF2B5EF4-FFF2-40B4-BE49-F238E27FC236}">
                  <a16:creationId xmlns:a16="http://schemas.microsoft.com/office/drawing/2014/main" id="{622BAF6B-1742-15FD-B0EB-40B8C3DC116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708151" y="2649538"/>
              <a:ext cx="1382713" cy="2063750"/>
            </a:xfrm>
            <a:custGeom>
              <a:avLst/>
              <a:gdLst>
                <a:gd name="T0" fmla="*/ 0 w 432"/>
                <a:gd name="T1" fmla="*/ 0 h 642"/>
                <a:gd name="T2" fmla="*/ 134 w 432"/>
                <a:gd name="T3" fmla="*/ 0 h 642"/>
                <a:gd name="T4" fmla="*/ 134 w 432"/>
                <a:gd name="T5" fmla="*/ 237 h 642"/>
                <a:gd name="T6" fmla="*/ 272 w 432"/>
                <a:gd name="T7" fmla="*/ 162 h 642"/>
                <a:gd name="T8" fmla="*/ 432 w 432"/>
                <a:gd name="T9" fmla="*/ 337 h 642"/>
                <a:gd name="T10" fmla="*/ 432 w 432"/>
                <a:gd name="T11" fmla="*/ 642 h 642"/>
                <a:gd name="T12" fmla="*/ 298 w 432"/>
                <a:gd name="T13" fmla="*/ 642 h 642"/>
                <a:gd name="T14" fmla="*/ 298 w 432"/>
                <a:gd name="T15" fmla="*/ 379 h 642"/>
                <a:gd name="T16" fmla="*/ 218 w 432"/>
                <a:gd name="T17" fmla="*/ 283 h 642"/>
                <a:gd name="T18" fmla="*/ 134 w 432"/>
                <a:gd name="T19" fmla="*/ 379 h 642"/>
                <a:gd name="T20" fmla="*/ 134 w 432"/>
                <a:gd name="T21" fmla="*/ 642 h 642"/>
                <a:gd name="T22" fmla="*/ 0 w 432"/>
                <a:gd name="T23" fmla="*/ 642 h 642"/>
                <a:gd name="T24" fmla="*/ 0 w 432"/>
                <a:gd name="T25" fmla="*/ 0 h 6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2" h="642">
                  <a:moveTo>
                    <a:pt x="0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4" y="237"/>
                    <a:pt x="134" y="237"/>
                    <a:pt x="134" y="237"/>
                  </a:cubicBezTo>
                  <a:cubicBezTo>
                    <a:pt x="165" y="198"/>
                    <a:pt x="204" y="162"/>
                    <a:pt x="272" y="162"/>
                  </a:cubicBezTo>
                  <a:cubicBezTo>
                    <a:pt x="373" y="162"/>
                    <a:pt x="432" y="229"/>
                    <a:pt x="432" y="337"/>
                  </a:cubicBezTo>
                  <a:cubicBezTo>
                    <a:pt x="432" y="642"/>
                    <a:pt x="432" y="642"/>
                    <a:pt x="432" y="642"/>
                  </a:cubicBezTo>
                  <a:cubicBezTo>
                    <a:pt x="298" y="642"/>
                    <a:pt x="298" y="642"/>
                    <a:pt x="298" y="642"/>
                  </a:cubicBezTo>
                  <a:cubicBezTo>
                    <a:pt x="298" y="379"/>
                    <a:pt x="298" y="379"/>
                    <a:pt x="298" y="379"/>
                  </a:cubicBezTo>
                  <a:cubicBezTo>
                    <a:pt x="298" y="316"/>
                    <a:pt x="269" y="283"/>
                    <a:pt x="218" y="283"/>
                  </a:cubicBezTo>
                  <a:cubicBezTo>
                    <a:pt x="166" y="283"/>
                    <a:pt x="134" y="316"/>
                    <a:pt x="134" y="379"/>
                  </a:cubicBezTo>
                  <a:cubicBezTo>
                    <a:pt x="134" y="642"/>
                    <a:pt x="134" y="642"/>
                    <a:pt x="134" y="642"/>
                  </a:cubicBezTo>
                  <a:cubicBezTo>
                    <a:pt x="0" y="642"/>
                    <a:pt x="0" y="642"/>
                    <a:pt x="0" y="642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45" name="Freeform 7">
              <a:extLst>
                <a:ext uri="{FF2B5EF4-FFF2-40B4-BE49-F238E27FC236}">
                  <a16:creationId xmlns:a16="http://schemas.microsoft.com/office/drawing/2014/main" id="{788B3367-A4C9-CCD9-A688-1D2826A4B01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261304" y="3179763"/>
              <a:ext cx="1390650" cy="1562100"/>
            </a:xfrm>
            <a:custGeom>
              <a:avLst/>
              <a:gdLst>
                <a:gd name="T0" fmla="*/ 0 w 434"/>
                <a:gd name="T1" fmla="*/ 342 h 486"/>
                <a:gd name="T2" fmla="*/ 0 w 434"/>
                <a:gd name="T3" fmla="*/ 340 h 486"/>
                <a:gd name="T4" fmla="*/ 190 w 434"/>
                <a:gd name="T5" fmla="*/ 189 h 486"/>
                <a:gd name="T6" fmla="*/ 305 w 434"/>
                <a:gd name="T7" fmla="*/ 209 h 486"/>
                <a:gd name="T8" fmla="*/ 305 w 434"/>
                <a:gd name="T9" fmla="*/ 201 h 486"/>
                <a:gd name="T10" fmla="*/ 204 w 434"/>
                <a:gd name="T11" fmla="*/ 115 h 486"/>
                <a:gd name="T12" fmla="*/ 74 w 434"/>
                <a:gd name="T13" fmla="*/ 140 h 486"/>
                <a:gd name="T14" fmla="*/ 40 w 434"/>
                <a:gd name="T15" fmla="*/ 38 h 486"/>
                <a:gd name="T16" fmla="*/ 223 w 434"/>
                <a:gd name="T17" fmla="*/ 0 h 486"/>
                <a:gd name="T18" fmla="*/ 383 w 434"/>
                <a:gd name="T19" fmla="*/ 53 h 486"/>
                <a:gd name="T20" fmla="*/ 434 w 434"/>
                <a:gd name="T21" fmla="*/ 204 h 486"/>
                <a:gd name="T22" fmla="*/ 434 w 434"/>
                <a:gd name="T23" fmla="*/ 477 h 486"/>
                <a:gd name="T24" fmla="*/ 304 w 434"/>
                <a:gd name="T25" fmla="*/ 477 h 486"/>
                <a:gd name="T26" fmla="*/ 304 w 434"/>
                <a:gd name="T27" fmla="*/ 426 h 486"/>
                <a:gd name="T28" fmla="*/ 162 w 434"/>
                <a:gd name="T29" fmla="*/ 486 h 486"/>
                <a:gd name="T30" fmla="*/ 0 w 434"/>
                <a:gd name="T31" fmla="*/ 342 h 486"/>
                <a:gd name="T32" fmla="*/ 307 w 434"/>
                <a:gd name="T33" fmla="*/ 311 h 486"/>
                <a:gd name="T34" fmla="*/ 307 w 434"/>
                <a:gd name="T35" fmla="*/ 287 h 486"/>
                <a:gd name="T36" fmla="*/ 222 w 434"/>
                <a:gd name="T37" fmla="*/ 270 h 486"/>
                <a:gd name="T38" fmla="*/ 129 w 434"/>
                <a:gd name="T39" fmla="*/ 335 h 486"/>
                <a:gd name="T40" fmla="*/ 129 w 434"/>
                <a:gd name="T41" fmla="*/ 336 h 486"/>
                <a:gd name="T42" fmla="*/ 202 w 434"/>
                <a:gd name="T43" fmla="*/ 394 h 486"/>
                <a:gd name="T44" fmla="*/ 307 w 434"/>
                <a:gd name="T45" fmla="*/ 311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34" h="486">
                  <a:moveTo>
                    <a:pt x="0" y="342"/>
                  </a:moveTo>
                  <a:cubicBezTo>
                    <a:pt x="0" y="340"/>
                    <a:pt x="0" y="340"/>
                    <a:pt x="0" y="340"/>
                  </a:cubicBezTo>
                  <a:cubicBezTo>
                    <a:pt x="0" y="237"/>
                    <a:pt x="78" y="189"/>
                    <a:pt x="190" y="189"/>
                  </a:cubicBezTo>
                  <a:cubicBezTo>
                    <a:pt x="237" y="189"/>
                    <a:pt x="272" y="197"/>
                    <a:pt x="305" y="209"/>
                  </a:cubicBezTo>
                  <a:cubicBezTo>
                    <a:pt x="305" y="201"/>
                    <a:pt x="305" y="201"/>
                    <a:pt x="305" y="201"/>
                  </a:cubicBezTo>
                  <a:cubicBezTo>
                    <a:pt x="305" y="145"/>
                    <a:pt x="271" y="115"/>
                    <a:pt x="204" y="115"/>
                  </a:cubicBezTo>
                  <a:cubicBezTo>
                    <a:pt x="153" y="115"/>
                    <a:pt x="117" y="124"/>
                    <a:pt x="74" y="140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92" y="15"/>
                    <a:pt x="143" y="0"/>
                    <a:pt x="223" y="0"/>
                  </a:cubicBezTo>
                  <a:cubicBezTo>
                    <a:pt x="296" y="0"/>
                    <a:pt x="349" y="20"/>
                    <a:pt x="383" y="53"/>
                  </a:cubicBezTo>
                  <a:cubicBezTo>
                    <a:pt x="418" y="88"/>
                    <a:pt x="434" y="140"/>
                    <a:pt x="434" y="204"/>
                  </a:cubicBezTo>
                  <a:cubicBezTo>
                    <a:pt x="434" y="477"/>
                    <a:pt x="434" y="477"/>
                    <a:pt x="434" y="477"/>
                  </a:cubicBezTo>
                  <a:cubicBezTo>
                    <a:pt x="304" y="477"/>
                    <a:pt x="304" y="477"/>
                    <a:pt x="304" y="477"/>
                  </a:cubicBezTo>
                  <a:cubicBezTo>
                    <a:pt x="304" y="426"/>
                    <a:pt x="304" y="426"/>
                    <a:pt x="304" y="426"/>
                  </a:cubicBezTo>
                  <a:cubicBezTo>
                    <a:pt x="272" y="462"/>
                    <a:pt x="227" y="486"/>
                    <a:pt x="162" y="486"/>
                  </a:cubicBezTo>
                  <a:cubicBezTo>
                    <a:pt x="73" y="486"/>
                    <a:pt x="0" y="435"/>
                    <a:pt x="0" y="342"/>
                  </a:cubicBezTo>
                  <a:close/>
                  <a:moveTo>
                    <a:pt x="307" y="311"/>
                  </a:moveTo>
                  <a:cubicBezTo>
                    <a:pt x="307" y="287"/>
                    <a:pt x="307" y="287"/>
                    <a:pt x="307" y="287"/>
                  </a:cubicBezTo>
                  <a:cubicBezTo>
                    <a:pt x="284" y="277"/>
                    <a:pt x="254" y="270"/>
                    <a:pt x="222" y="270"/>
                  </a:cubicBezTo>
                  <a:cubicBezTo>
                    <a:pt x="164" y="270"/>
                    <a:pt x="129" y="292"/>
                    <a:pt x="129" y="335"/>
                  </a:cubicBezTo>
                  <a:cubicBezTo>
                    <a:pt x="129" y="336"/>
                    <a:pt x="129" y="336"/>
                    <a:pt x="129" y="336"/>
                  </a:cubicBezTo>
                  <a:cubicBezTo>
                    <a:pt x="129" y="372"/>
                    <a:pt x="159" y="394"/>
                    <a:pt x="202" y="394"/>
                  </a:cubicBezTo>
                  <a:cubicBezTo>
                    <a:pt x="265" y="394"/>
                    <a:pt x="307" y="359"/>
                    <a:pt x="307" y="3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53" name="Freeform 8">
              <a:extLst>
                <a:ext uri="{FF2B5EF4-FFF2-40B4-BE49-F238E27FC236}">
                  <a16:creationId xmlns:a16="http://schemas.microsoft.com/office/drawing/2014/main" id="{E75C15B3-8177-7E6B-C4A7-1B9D3FB9D02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59916" y="3170238"/>
              <a:ext cx="1384300" cy="1543050"/>
            </a:xfrm>
            <a:custGeom>
              <a:avLst/>
              <a:gdLst>
                <a:gd name="T0" fmla="*/ 0 w 432"/>
                <a:gd name="T1" fmla="*/ 9 h 480"/>
                <a:gd name="T2" fmla="*/ 133 w 432"/>
                <a:gd name="T3" fmla="*/ 9 h 480"/>
                <a:gd name="T4" fmla="*/ 133 w 432"/>
                <a:gd name="T5" fmla="*/ 75 h 480"/>
                <a:gd name="T6" fmla="*/ 272 w 432"/>
                <a:gd name="T7" fmla="*/ 0 h 480"/>
                <a:gd name="T8" fmla="*/ 432 w 432"/>
                <a:gd name="T9" fmla="*/ 175 h 480"/>
                <a:gd name="T10" fmla="*/ 432 w 432"/>
                <a:gd name="T11" fmla="*/ 480 h 480"/>
                <a:gd name="T12" fmla="*/ 298 w 432"/>
                <a:gd name="T13" fmla="*/ 480 h 480"/>
                <a:gd name="T14" fmla="*/ 298 w 432"/>
                <a:gd name="T15" fmla="*/ 217 h 480"/>
                <a:gd name="T16" fmla="*/ 217 w 432"/>
                <a:gd name="T17" fmla="*/ 121 h 480"/>
                <a:gd name="T18" fmla="*/ 133 w 432"/>
                <a:gd name="T19" fmla="*/ 217 h 480"/>
                <a:gd name="T20" fmla="*/ 133 w 432"/>
                <a:gd name="T21" fmla="*/ 480 h 480"/>
                <a:gd name="T22" fmla="*/ 0 w 432"/>
                <a:gd name="T23" fmla="*/ 480 h 480"/>
                <a:gd name="T24" fmla="*/ 0 w 432"/>
                <a:gd name="T25" fmla="*/ 9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2" h="480">
                  <a:moveTo>
                    <a:pt x="0" y="9"/>
                  </a:moveTo>
                  <a:cubicBezTo>
                    <a:pt x="133" y="9"/>
                    <a:pt x="133" y="9"/>
                    <a:pt x="133" y="9"/>
                  </a:cubicBezTo>
                  <a:cubicBezTo>
                    <a:pt x="133" y="75"/>
                    <a:pt x="133" y="75"/>
                    <a:pt x="133" y="75"/>
                  </a:cubicBezTo>
                  <a:cubicBezTo>
                    <a:pt x="164" y="36"/>
                    <a:pt x="204" y="0"/>
                    <a:pt x="272" y="0"/>
                  </a:cubicBezTo>
                  <a:cubicBezTo>
                    <a:pt x="373" y="0"/>
                    <a:pt x="432" y="67"/>
                    <a:pt x="432" y="175"/>
                  </a:cubicBezTo>
                  <a:cubicBezTo>
                    <a:pt x="432" y="480"/>
                    <a:pt x="432" y="480"/>
                    <a:pt x="432" y="480"/>
                  </a:cubicBezTo>
                  <a:cubicBezTo>
                    <a:pt x="298" y="480"/>
                    <a:pt x="298" y="480"/>
                    <a:pt x="298" y="480"/>
                  </a:cubicBezTo>
                  <a:cubicBezTo>
                    <a:pt x="298" y="217"/>
                    <a:pt x="298" y="217"/>
                    <a:pt x="298" y="217"/>
                  </a:cubicBezTo>
                  <a:cubicBezTo>
                    <a:pt x="298" y="154"/>
                    <a:pt x="268" y="121"/>
                    <a:pt x="217" y="121"/>
                  </a:cubicBezTo>
                  <a:cubicBezTo>
                    <a:pt x="166" y="121"/>
                    <a:pt x="133" y="154"/>
                    <a:pt x="133" y="217"/>
                  </a:cubicBezTo>
                  <a:cubicBezTo>
                    <a:pt x="133" y="480"/>
                    <a:pt x="133" y="480"/>
                    <a:pt x="133" y="480"/>
                  </a:cubicBezTo>
                  <a:cubicBezTo>
                    <a:pt x="0" y="480"/>
                    <a:pt x="0" y="480"/>
                    <a:pt x="0" y="480"/>
                  </a:cubicBezTo>
                  <a:lnTo>
                    <a:pt x="0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54" name="Freeform 9">
              <a:extLst>
                <a:ext uri="{FF2B5EF4-FFF2-40B4-BE49-F238E27FC236}">
                  <a16:creationId xmlns:a16="http://schemas.microsoft.com/office/drawing/2014/main" id="{AA27F0F6-EBAD-77B3-0964-617F5FC5A0B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436593" y="2649538"/>
              <a:ext cx="1460500" cy="2063750"/>
            </a:xfrm>
            <a:custGeom>
              <a:avLst/>
              <a:gdLst>
                <a:gd name="T0" fmla="*/ 0 w 920"/>
                <a:gd name="T1" fmla="*/ 0 h 1300"/>
                <a:gd name="T2" fmla="*/ 270 w 920"/>
                <a:gd name="T3" fmla="*/ 0 h 1300"/>
                <a:gd name="T4" fmla="*/ 270 w 920"/>
                <a:gd name="T5" fmla="*/ 692 h 1300"/>
                <a:gd name="T6" fmla="*/ 585 w 920"/>
                <a:gd name="T7" fmla="*/ 346 h 1300"/>
                <a:gd name="T8" fmla="*/ 908 w 920"/>
                <a:gd name="T9" fmla="*/ 346 h 1300"/>
                <a:gd name="T10" fmla="*/ 547 w 920"/>
                <a:gd name="T11" fmla="*/ 721 h 1300"/>
                <a:gd name="T12" fmla="*/ 920 w 920"/>
                <a:gd name="T13" fmla="*/ 1300 h 1300"/>
                <a:gd name="T14" fmla="*/ 609 w 920"/>
                <a:gd name="T15" fmla="*/ 1300 h 1300"/>
                <a:gd name="T16" fmla="*/ 365 w 920"/>
                <a:gd name="T17" fmla="*/ 909 h 1300"/>
                <a:gd name="T18" fmla="*/ 270 w 920"/>
                <a:gd name="T19" fmla="*/ 1010 h 1300"/>
                <a:gd name="T20" fmla="*/ 270 w 920"/>
                <a:gd name="T21" fmla="*/ 1300 h 1300"/>
                <a:gd name="T22" fmla="*/ 0 w 920"/>
                <a:gd name="T23" fmla="*/ 1300 h 1300"/>
                <a:gd name="T24" fmla="*/ 0 w 920"/>
                <a:gd name="T25" fmla="*/ 0 h 13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20" h="1300">
                  <a:moveTo>
                    <a:pt x="0" y="0"/>
                  </a:moveTo>
                  <a:lnTo>
                    <a:pt x="270" y="0"/>
                  </a:lnTo>
                  <a:lnTo>
                    <a:pt x="270" y="692"/>
                  </a:lnTo>
                  <a:lnTo>
                    <a:pt x="585" y="346"/>
                  </a:lnTo>
                  <a:lnTo>
                    <a:pt x="908" y="346"/>
                  </a:lnTo>
                  <a:lnTo>
                    <a:pt x="547" y="721"/>
                  </a:lnTo>
                  <a:lnTo>
                    <a:pt x="920" y="1300"/>
                  </a:lnTo>
                  <a:lnTo>
                    <a:pt x="609" y="1300"/>
                  </a:lnTo>
                  <a:lnTo>
                    <a:pt x="365" y="909"/>
                  </a:lnTo>
                  <a:lnTo>
                    <a:pt x="270" y="1010"/>
                  </a:lnTo>
                  <a:lnTo>
                    <a:pt x="270" y="1300"/>
                  </a:lnTo>
                  <a:lnTo>
                    <a:pt x="0" y="130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55" name="Freeform 10">
              <a:extLst>
                <a:ext uri="{FF2B5EF4-FFF2-40B4-BE49-F238E27FC236}">
                  <a16:creationId xmlns:a16="http://schemas.microsoft.com/office/drawing/2014/main" id="{0D449E32-BCCB-5FA7-37E4-30FF7569B63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919896" y="3173413"/>
              <a:ext cx="1227138" cy="1568450"/>
            </a:xfrm>
            <a:custGeom>
              <a:avLst/>
              <a:gdLst>
                <a:gd name="T0" fmla="*/ 0 w 383"/>
                <a:gd name="T1" fmla="*/ 417 h 488"/>
                <a:gd name="T2" fmla="*/ 57 w 383"/>
                <a:gd name="T3" fmla="*/ 329 h 488"/>
                <a:gd name="T4" fmla="*/ 206 w 383"/>
                <a:gd name="T5" fmla="*/ 385 h 488"/>
                <a:gd name="T6" fmla="*/ 262 w 383"/>
                <a:gd name="T7" fmla="*/ 350 h 488"/>
                <a:gd name="T8" fmla="*/ 262 w 383"/>
                <a:gd name="T9" fmla="*/ 348 h 488"/>
                <a:gd name="T10" fmla="*/ 165 w 383"/>
                <a:gd name="T11" fmla="*/ 294 h 488"/>
                <a:gd name="T12" fmla="*/ 24 w 383"/>
                <a:gd name="T13" fmla="*/ 152 h 488"/>
                <a:gd name="T14" fmla="*/ 24 w 383"/>
                <a:gd name="T15" fmla="*/ 150 h 488"/>
                <a:gd name="T16" fmla="*/ 196 w 383"/>
                <a:gd name="T17" fmla="*/ 0 h 488"/>
                <a:gd name="T18" fmla="*/ 372 w 383"/>
                <a:gd name="T19" fmla="*/ 55 h 488"/>
                <a:gd name="T20" fmla="*/ 321 w 383"/>
                <a:gd name="T21" fmla="*/ 147 h 488"/>
                <a:gd name="T22" fmla="*/ 194 w 383"/>
                <a:gd name="T23" fmla="*/ 103 h 488"/>
                <a:gd name="T24" fmla="*/ 144 w 383"/>
                <a:gd name="T25" fmla="*/ 136 h 488"/>
                <a:gd name="T26" fmla="*/ 144 w 383"/>
                <a:gd name="T27" fmla="*/ 138 h 488"/>
                <a:gd name="T28" fmla="*/ 240 w 383"/>
                <a:gd name="T29" fmla="*/ 194 h 488"/>
                <a:gd name="T30" fmla="*/ 383 w 383"/>
                <a:gd name="T31" fmla="*/ 334 h 488"/>
                <a:gd name="T32" fmla="*/ 383 w 383"/>
                <a:gd name="T33" fmla="*/ 336 h 488"/>
                <a:gd name="T34" fmla="*/ 203 w 383"/>
                <a:gd name="T35" fmla="*/ 488 h 488"/>
                <a:gd name="T36" fmla="*/ 0 w 383"/>
                <a:gd name="T37" fmla="*/ 417 h 4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83" h="488">
                  <a:moveTo>
                    <a:pt x="0" y="417"/>
                  </a:moveTo>
                  <a:cubicBezTo>
                    <a:pt x="57" y="329"/>
                    <a:pt x="57" y="329"/>
                    <a:pt x="57" y="329"/>
                  </a:cubicBezTo>
                  <a:cubicBezTo>
                    <a:pt x="108" y="366"/>
                    <a:pt x="162" y="385"/>
                    <a:pt x="206" y="385"/>
                  </a:cubicBezTo>
                  <a:cubicBezTo>
                    <a:pt x="245" y="385"/>
                    <a:pt x="262" y="371"/>
                    <a:pt x="262" y="350"/>
                  </a:cubicBezTo>
                  <a:cubicBezTo>
                    <a:pt x="262" y="348"/>
                    <a:pt x="262" y="348"/>
                    <a:pt x="262" y="348"/>
                  </a:cubicBezTo>
                  <a:cubicBezTo>
                    <a:pt x="262" y="319"/>
                    <a:pt x="217" y="309"/>
                    <a:pt x="165" y="294"/>
                  </a:cubicBezTo>
                  <a:cubicBezTo>
                    <a:pt x="99" y="274"/>
                    <a:pt x="24" y="243"/>
                    <a:pt x="24" y="152"/>
                  </a:cubicBezTo>
                  <a:cubicBezTo>
                    <a:pt x="24" y="150"/>
                    <a:pt x="24" y="150"/>
                    <a:pt x="24" y="150"/>
                  </a:cubicBezTo>
                  <a:cubicBezTo>
                    <a:pt x="24" y="54"/>
                    <a:pt x="101" y="0"/>
                    <a:pt x="196" y="0"/>
                  </a:cubicBezTo>
                  <a:cubicBezTo>
                    <a:pt x="256" y="0"/>
                    <a:pt x="321" y="21"/>
                    <a:pt x="372" y="55"/>
                  </a:cubicBezTo>
                  <a:cubicBezTo>
                    <a:pt x="321" y="147"/>
                    <a:pt x="321" y="147"/>
                    <a:pt x="321" y="147"/>
                  </a:cubicBezTo>
                  <a:cubicBezTo>
                    <a:pt x="275" y="120"/>
                    <a:pt x="228" y="103"/>
                    <a:pt x="194" y="103"/>
                  </a:cubicBezTo>
                  <a:cubicBezTo>
                    <a:pt x="161" y="103"/>
                    <a:pt x="144" y="118"/>
                    <a:pt x="144" y="136"/>
                  </a:cubicBezTo>
                  <a:cubicBezTo>
                    <a:pt x="144" y="138"/>
                    <a:pt x="144" y="138"/>
                    <a:pt x="144" y="138"/>
                  </a:cubicBezTo>
                  <a:cubicBezTo>
                    <a:pt x="144" y="164"/>
                    <a:pt x="189" y="176"/>
                    <a:pt x="240" y="194"/>
                  </a:cubicBezTo>
                  <a:cubicBezTo>
                    <a:pt x="306" y="216"/>
                    <a:pt x="383" y="248"/>
                    <a:pt x="383" y="334"/>
                  </a:cubicBezTo>
                  <a:cubicBezTo>
                    <a:pt x="383" y="336"/>
                    <a:pt x="383" y="336"/>
                    <a:pt x="383" y="336"/>
                  </a:cubicBezTo>
                  <a:cubicBezTo>
                    <a:pt x="383" y="440"/>
                    <a:pt x="305" y="488"/>
                    <a:pt x="203" y="488"/>
                  </a:cubicBezTo>
                  <a:cubicBezTo>
                    <a:pt x="137" y="488"/>
                    <a:pt x="63" y="466"/>
                    <a:pt x="0" y="4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56" name="Oval 11">
              <a:extLst>
                <a:ext uri="{FF2B5EF4-FFF2-40B4-BE49-F238E27FC236}">
                  <a16:creationId xmlns:a16="http://schemas.microsoft.com/office/drawing/2014/main" id="{DF4FD3AA-2A1C-04CA-7759-A7926327B4AA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9282260" y="4167188"/>
              <a:ext cx="544513" cy="5461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13950691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_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6" name="Group 165">
            <a:extLst>
              <a:ext uri="{FF2B5EF4-FFF2-40B4-BE49-F238E27FC236}">
                <a16:creationId xmlns:a16="http://schemas.microsoft.com/office/drawing/2014/main" id="{45DF6D6F-9C39-7C31-64D4-4BCE9C9CA5D6}"/>
              </a:ext>
            </a:extLst>
          </p:cNvPr>
          <p:cNvGrpSpPr/>
          <p:nvPr userDrawn="1"/>
        </p:nvGrpSpPr>
        <p:grpSpPr>
          <a:xfrm>
            <a:off x="1539348" y="3561908"/>
            <a:ext cx="7853422" cy="1769127"/>
            <a:chOff x="541049" y="2649538"/>
            <a:chExt cx="9285724" cy="2092325"/>
          </a:xfrm>
          <a:solidFill>
            <a:schemeClr val="bg1"/>
          </a:solidFill>
        </p:grpSpPr>
        <p:sp>
          <p:nvSpPr>
            <p:cNvPr id="167" name="Freeform 5">
              <a:extLst>
                <a:ext uri="{FF2B5EF4-FFF2-40B4-BE49-F238E27FC236}">
                  <a16:creationId xmlns:a16="http://schemas.microsoft.com/office/drawing/2014/main" id="{E109AFA1-C190-E6CF-D819-5DDBF44B5ED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1049" y="2809876"/>
              <a:ext cx="963613" cy="1928813"/>
            </a:xfrm>
            <a:custGeom>
              <a:avLst/>
              <a:gdLst>
                <a:gd name="T0" fmla="*/ 57 w 301"/>
                <a:gd name="T1" fmla="*/ 458 h 600"/>
                <a:gd name="T2" fmla="*/ 57 w 301"/>
                <a:gd name="T3" fmla="*/ 235 h 600"/>
                <a:gd name="T4" fmla="*/ 0 w 301"/>
                <a:gd name="T5" fmla="*/ 235 h 600"/>
                <a:gd name="T6" fmla="*/ 0 w 301"/>
                <a:gd name="T7" fmla="*/ 121 h 600"/>
                <a:gd name="T8" fmla="*/ 57 w 301"/>
                <a:gd name="T9" fmla="*/ 121 h 600"/>
                <a:gd name="T10" fmla="*/ 57 w 301"/>
                <a:gd name="T11" fmla="*/ 0 h 600"/>
                <a:gd name="T12" fmla="*/ 190 w 301"/>
                <a:gd name="T13" fmla="*/ 0 h 600"/>
                <a:gd name="T14" fmla="*/ 190 w 301"/>
                <a:gd name="T15" fmla="*/ 121 h 600"/>
                <a:gd name="T16" fmla="*/ 301 w 301"/>
                <a:gd name="T17" fmla="*/ 121 h 600"/>
                <a:gd name="T18" fmla="*/ 301 w 301"/>
                <a:gd name="T19" fmla="*/ 235 h 600"/>
                <a:gd name="T20" fmla="*/ 190 w 301"/>
                <a:gd name="T21" fmla="*/ 235 h 600"/>
                <a:gd name="T22" fmla="*/ 190 w 301"/>
                <a:gd name="T23" fmla="*/ 436 h 600"/>
                <a:gd name="T24" fmla="*/ 233 w 301"/>
                <a:gd name="T25" fmla="*/ 482 h 600"/>
                <a:gd name="T26" fmla="*/ 299 w 301"/>
                <a:gd name="T27" fmla="*/ 465 h 600"/>
                <a:gd name="T28" fmla="*/ 299 w 301"/>
                <a:gd name="T29" fmla="*/ 573 h 600"/>
                <a:gd name="T30" fmla="*/ 194 w 301"/>
                <a:gd name="T31" fmla="*/ 600 h 600"/>
                <a:gd name="T32" fmla="*/ 57 w 301"/>
                <a:gd name="T33" fmla="*/ 458 h 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01" h="600">
                  <a:moveTo>
                    <a:pt x="57" y="458"/>
                  </a:moveTo>
                  <a:cubicBezTo>
                    <a:pt x="57" y="235"/>
                    <a:pt x="57" y="235"/>
                    <a:pt x="57" y="235"/>
                  </a:cubicBezTo>
                  <a:cubicBezTo>
                    <a:pt x="0" y="235"/>
                    <a:pt x="0" y="235"/>
                    <a:pt x="0" y="235"/>
                  </a:cubicBezTo>
                  <a:cubicBezTo>
                    <a:pt x="0" y="121"/>
                    <a:pt x="0" y="121"/>
                    <a:pt x="0" y="121"/>
                  </a:cubicBezTo>
                  <a:cubicBezTo>
                    <a:pt x="57" y="121"/>
                    <a:pt x="57" y="121"/>
                    <a:pt x="57" y="121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190" y="0"/>
                    <a:pt x="190" y="0"/>
                    <a:pt x="190" y="0"/>
                  </a:cubicBezTo>
                  <a:cubicBezTo>
                    <a:pt x="190" y="121"/>
                    <a:pt x="190" y="121"/>
                    <a:pt x="190" y="121"/>
                  </a:cubicBezTo>
                  <a:cubicBezTo>
                    <a:pt x="301" y="121"/>
                    <a:pt x="301" y="121"/>
                    <a:pt x="301" y="121"/>
                  </a:cubicBezTo>
                  <a:cubicBezTo>
                    <a:pt x="301" y="235"/>
                    <a:pt x="301" y="235"/>
                    <a:pt x="301" y="235"/>
                  </a:cubicBezTo>
                  <a:cubicBezTo>
                    <a:pt x="190" y="235"/>
                    <a:pt x="190" y="235"/>
                    <a:pt x="190" y="235"/>
                  </a:cubicBezTo>
                  <a:cubicBezTo>
                    <a:pt x="190" y="436"/>
                    <a:pt x="190" y="436"/>
                    <a:pt x="190" y="436"/>
                  </a:cubicBezTo>
                  <a:cubicBezTo>
                    <a:pt x="190" y="467"/>
                    <a:pt x="203" y="482"/>
                    <a:pt x="233" y="482"/>
                  </a:cubicBezTo>
                  <a:cubicBezTo>
                    <a:pt x="258" y="482"/>
                    <a:pt x="280" y="476"/>
                    <a:pt x="299" y="465"/>
                  </a:cubicBezTo>
                  <a:cubicBezTo>
                    <a:pt x="299" y="573"/>
                    <a:pt x="299" y="573"/>
                    <a:pt x="299" y="573"/>
                  </a:cubicBezTo>
                  <a:cubicBezTo>
                    <a:pt x="271" y="590"/>
                    <a:pt x="239" y="600"/>
                    <a:pt x="194" y="600"/>
                  </a:cubicBezTo>
                  <a:cubicBezTo>
                    <a:pt x="112" y="600"/>
                    <a:pt x="57" y="568"/>
                    <a:pt x="57" y="45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68" name="Freeform 6">
              <a:extLst>
                <a:ext uri="{FF2B5EF4-FFF2-40B4-BE49-F238E27FC236}">
                  <a16:creationId xmlns:a16="http://schemas.microsoft.com/office/drawing/2014/main" id="{1969BD4D-0C40-739F-FF6B-4214C2BEBC9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708151" y="2649538"/>
              <a:ext cx="1382713" cy="2063750"/>
            </a:xfrm>
            <a:custGeom>
              <a:avLst/>
              <a:gdLst>
                <a:gd name="T0" fmla="*/ 0 w 432"/>
                <a:gd name="T1" fmla="*/ 0 h 642"/>
                <a:gd name="T2" fmla="*/ 134 w 432"/>
                <a:gd name="T3" fmla="*/ 0 h 642"/>
                <a:gd name="T4" fmla="*/ 134 w 432"/>
                <a:gd name="T5" fmla="*/ 237 h 642"/>
                <a:gd name="T6" fmla="*/ 272 w 432"/>
                <a:gd name="T7" fmla="*/ 162 h 642"/>
                <a:gd name="T8" fmla="*/ 432 w 432"/>
                <a:gd name="T9" fmla="*/ 337 h 642"/>
                <a:gd name="T10" fmla="*/ 432 w 432"/>
                <a:gd name="T11" fmla="*/ 642 h 642"/>
                <a:gd name="T12" fmla="*/ 298 w 432"/>
                <a:gd name="T13" fmla="*/ 642 h 642"/>
                <a:gd name="T14" fmla="*/ 298 w 432"/>
                <a:gd name="T15" fmla="*/ 379 h 642"/>
                <a:gd name="T16" fmla="*/ 218 w 432"/>
                <a:gd name="T17" fmla="*/ 283 h 642"/>
                <a:gd name="T18" fmla="*/ 134 w 432"/>
                <a:gd name="T19" fmla="*/ 379 h 642"/>
                <a:gd name="T20" fmla="*/ 134 w 432"/>
                <a:gd name="T21" fmla="*/ 642 h 642"/>
                <a:gd name="T22" fmla="*/ 0 w 432"/>
                <a:gd name="T23" fmla="*/ 642 h 642"/>
                <a:gd name="T24" fmla="*/ 0 w 432"/>
                <a:gd name="T25" fmla="*/ 0 h 6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2" h="642">
                  <a:moveTo>
                    <a:pt x="0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4" y="237"/>
                    <a:pt x="134" y="237"/>
                    <a:pt x="134" y="237"/>
                  </a:cubicBezTo>
                  <a:cubicBezTo>
                    <a:pt x="165" y="198"/>
                    <a:pt x="204" y="162"/>
                    <a:pt x="272" y="162"/>
                  </a:cubicBezTo>
                  <a:cubicBezTo>
                    <a:pt x="373" y="162"/>
                    <a:pt x="432" y="229"/>
                    <a:pt x="432" y="337"/>
                  </a:cubicBezTo>
                  <a:cubicBezTo>
                    <a:pt x="432" y="642"/>
                    <a:pt x="432" y="642"/>
                    <a:pt x="432" y="642"/>
                  </a:cubicBezTo>
                  <a:cubicBezTo>
                    <a:pt x="298" y="642"/>
                    <a:pt x="298" y="642"/>
                    <a:pt x="298" y="642"/>
                  </a:cubicBezTo>
                  <a:cubicBezTo>
                    <a:pt x="298" y="379"/>
                    <a:pt x="298" y="379"/>
                    <a:pt x="298" y="379"/>
                  </a:cubicBezTo>
                  <a:cubicBezTo>
                    <a:pt x="298" y="316"/>
                    <a:pt x="269" y="283"/>
                    <a:pt x="218" y="283"/>
                  </a:cubicBezTo>
                  <a:cubicBezTo>
                    <a:pt x="166" y="283"/>
                    <a:pt x="134" y="316"/>
                    <a:pt x="134" y="379"/>
                  </a:cubicBezTo>
                  <a:cubicBezTo>
                    <a:pt x="134" y="642"/>
                    <a:pt x="134" y="642"/>
                    <a:pt x="134" y="642"/>
                  </a:cubicBezTo>
                  <a:cubicBezTo>
                    <a:pt x="0" y="642"/>
                    <a:pt x="0" y="642"/>
                    <a:pt x="0" y="642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69" name="Freeform 7">
              <a:extLst>
                <a:ext uri="{FF2B5EF4-FFF2-40B4-BE49-F238E27FC236}">
                  <a16:creationId xmlns:a16="http://schemas.microsoft.com/office/drawing/2014/main" id="{6DB7C37A-1FE6-9BFA-5E83-3EC0F79497F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261304" y="3179763"/>
              <a:ext cx="1390650" cy="1562100"/>
            </a:xfrm>
            <a:custGeom>
              <a:avLst/>
              <a:gdLst>
                <a:gd name="T0" fmla="*/ 0 w 434"/>
                <a:gd name="T1" fmla="*/ 342 h 486"/>
                <a:gd name="T2" fmla="*/ 0 w 434"/>
                <a:gd name="T3" fmla="*/ 340 h 486"/>
                <a:gd name="T4" fmla="*/ 190 w 434"/>
                <a:gd name="T5" fmla="*/ 189 h 486"/>
                <a:gd name="T6" fmla="*/ 305 w 434"/>
                <a:gd name="T7" fmla="*/ 209 h 486"/>
                <a:gd name="T8" fmla="*/ 305 w 434"/>
                <a:gd name="T9" fmla="*/ 201 h 486"/>
                <a:gd name="T10" fmla="*/ 204 w 434"/>
                <a:gd name="T11" fmla="*/ 115 h 486"/>
                <a:gd name="T12" fmla="*/ 74 w 434"/>
                <a:gd name="T13" fmla="*/ 140 h 486"/>
                <a:gd name="T14" fmla="*/ 40 w 434"/>
                <a:gd name="T15" fmla="*/ 38 h 486"/>
                <a:gd name="T16" fmla="*/ 223 w 434"/>
                <a:gd name="T17" fmla="*/ 0 h 486"/>
                <a:gd name="T18" fmla="*/ 383 w 434"/>
                <a:gd name="T19" fmla="*/ 53 h 486"/>
                <a:gd name="T20" fmla="*/ 434 w 434"/>
                <a:gd name="T21" fmla="*/ 204 h 486"/>
                <a:gd name="T22" fmla="*/ 434 w 434"/>
                <a:gd name="T23" fmla="*/ 477 h 486"/>
                <a:gd name="T24" fmla="*/ 304 w 434"/>
                <a:gd name="T25" fmla="*/ 477 h 486"/>
                <a:gd name="T26" fmla="*/ 304 w 434"/>
                <a:gd name="T27" fmla="*/ 426 h 486"/>
                <a:gd name="T28" fmla="*/ 162 w 434"/>
                <a:gd name="T29" fmla="*/ 486 h 486"/>
                <a:gd name="T30" fmla="*/ 0 w 434"/>
                <a:gd name="T31" fmla="*/ 342 h 486"/>
                <a:gd name="T32" fmla="*/ 307 w 434"/>
                <a:gd name="T33" fmla="*/ 311 h 486"/>
                <a:gd name="T34" fmla="*/ 307 w 434"/>
                <a:gd name="T35" fmla="*/ 287 h 486"/>
                <a:gd name="T36" fmla="*/ 222 w 434"/>
                <a:gd name="T37" fmla="*/ 270 h 486"/>
                <a:gd name="T38" fmla="*/ 129 w 434"/>
                <a:gd name="T39" fmla="*/ 335 h 486"/>
                <a:gd name="T40" fmla="*/ 129 w 434"/>
                <a:gd name="T41" fmla="*/ 336 h 486"/>
                <a:gd name="T42" fmla="*/ 202 w 434"/>
                <a:gd name="T43" fmla="*/ 394 h 486"/>
                <a:gd name="T44" fmla="*/ 307 w 434"/>
                <a:gd name="T45" fmla="*/ 311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34" h="486">
                  <a:moveTo>
                    <a:pt x="0" y="342"/>
                  </a:moveTo>
                  <a:cubicBezTo>
                    <a:pt x="0" y="340"/>
                    <a:pt x="0" y="340"/>
                    <a:pt x="0" y="340"/>
                  </a:cubicBezTo>
                  <a:cubicBezTo>
                    <a:pt x="0" y="237"/>
                    <a:pt x="78" y="189"/>
                    <a:pt x="190" y="189"/>
                  </a:cubicBezTo>
                  <a:cubicBezTo>
                    <a:pt x="237" y="189"/>
                    <a:pt x="272" y="197"/>
                    <a:pt x="305" y="209"/>
                  </a:cubicBezTo>
                  <a:cubicBezTo>
                    <a:pt x="305" y="201"/>
                    <a:pt x="305" y="201"/>
                    <a:pt x="305" y="201"/>
                  </a:cubicBezTo>
                  <a:cubicBezTo>
                    <a:pt x="305" y="145"/>
                    <a:pt x="271" y="115"/>
                    <a:pt x="204" y="115"/>
                  </a:cubicBezTo>
                  <a:cubicBezTo>
                    <a:pt x="153" y="115"/>
                    <a:pt x="117" y="124"/>
                    <a:pt x="74" y="140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92" y="15"/>
                    <a:pt x="143" y="0"/>
                    <a:pt x="223" y="0"/>
                  </a:cubicBezTo>
                  <a:cubicBezTo>
                    <a:pt x="296" y="0"/>
                    <a:pt x="349" y="20"/>
                    <a:pt x="383" y="53"/>
                  </a:cubicBezTo>
                  <a:cubicBezTo>
                    <a:pt x="418" y="88"/>
                    <a:pt x="434" y="140"/>
                    <a:pt x="434" y="204"/>
                  </a:cubicBezTo>
                  <a:cubicBezTo>
                    <a:pt x="434" y="477"/>
                    <a:pt x="434" y="477"/>
                    <a:pt x="434" y="477"/>
                  </a:cubicBezTo>
                  <a:cubicBezTo>
                    <a:pt x="304" y="477"/>
                    <a:pt x="304" y="477"/>
                    <a:pt x="304" y="477"/>
                  </a:cubicBezTo>
                  <a:cubicBezTo>
                    <a:pt x="304" y="426"/>
                    <a:pt x="304" y="426"/>
                    <a:pt x="304" y="426"/>
                  </a:cubicBezTo>
                  <a:cubicBezTo>
                    <a:pt x="272" y="462"/>
                    <a:pt x="227" y="486"/>
                    <a:pt x="162" y="486"/>
                  </a:cubicBezTo>
                  <a:cubicBezTo>
                    <a:pt x="73" y="486"/>
                    <a:pt x="0" y="435"/>
                    <a:pt x="0" y="342"/>
                  </a:cubicBezTo>
                  <a:close/>
                  <a:moveTo>
                    <a:pt x="307" y="311"/>
                  </a:moveTo>
                  <a:cubicBezTo>
                    <a:pt x="307" y="287"/>
                    <a:pt x="307" y="287"/>
                    <a:pt x="307" y="287"/>
                  </a:cubicBezTo>
                  <a:cubicBezTo>
                    <a:pt x="284" y="277"/>
                    <a:pt x="254" y="270"/>
                    <a:pt x="222" y="270"/>
                  </a:cubicBezTo>
                  <a:cubicBezTo>
                    <a:pt x="164" y="270"/>
                    <a:pt x="129" y="292"/>
                    <a:pt x="129" y="335"/>
                  </a:cubicBezTo>
                  <a:cubicBezTo>
                    <a:pt x="129" y="336"/>
                    <a:pt x="129" y="336"/>
                    <a:pt x="129" y="336"/>
                  </a:cubicBezTo>
                  <a:cubicBezTo>
                    <a:pt x="129" y="372"/>
                    <a:pt x="159" y="394"/>
                    <a:pt x="202" y="394"/>
                  </a:cubicBezTo>
                  <a:cubicBezTo>
                    <a:pt x="265" y="394"/>
                    <a:pt x="307" y="359"/>
                    <a:pt x="307" y="3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70" name="Freeform 8">
              <a:extLst>
                <a:ext uri="{FF2B5EF4-FFF2-40B4-BE49-F238E27FC236}">
                  <a16:creationId xmlns:a16="http://schemas.microsoft.com/office/drawing/2014/main" id="{3AEA624F-19C6-31CA-5CD9-7E42ED68DA5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59916" y="3170238"/>
              <a:ext cx="1384300" cy="1543050"/>
            </a:xfrm>
            <a:custGeom>
              <a:avLst/>
              <a:gdLst>
                <a:gd name="T0" fmla="*/ 0 w 432"/>
                <a:gd name="T1" fmla="*/ 9 h 480"/>
                <a:gd name="T2" fmla="*/ 133 w 432"/>
                <a:gd name="T3" fmla="*/ 9 h 480"/>
                <a:gd name="T4" fmla="*/ 133 w 432"/>
                <a:gd name="T5" fmla="*/ 75 h 480"/>
                <a:gd name="T6" fmla="*/ 272 w 432"/>
                <a:gd name="T7" fmla="*/ 0 h 480"/>
                <a:gd name="T8" fmla="*/ 432 w 432"/>
                <a:gd name="T9" fmla="*/ 175 h 480"/>
                <a:gd name="T10" fmla="*/ 432 w 432"/>
                <a:gd name="T11" fmla="*/ 480 h 480"/>
                <a:gd name="T12" fmla="*/ 298 w 432"/>
                <a:gd name="T13" fmla="*/ 480 h 480"/>
                <a:gd name="T14" fmla="*/ 298 w 432"/>
                <a:gd name="T15" fmla="*/ 217 h 480"/>
                <a:gd name="T16" fmla="*/ 217 w 432"/>
                <a:gd name="T17" fmla="*/ 121 h 480"/>
                <a:gd name="T18" fmla="*/ 133 w 432"/>
                <a:gd name="T19" fmla="*/ 217 h 480"/>
                <a:gd name="T20" fmla="*/ 133 w 432"/>
                <a:gd name="T21" fmla="*/ 480 h 480"/>
                <a:gd name="T22" fmla="*/ 0 w 432"/>
                <a:gd name="T23" fmla="*/ 480 h 480"/>
                <a:gd name="T24" fmla="*/ 0 w 432"/>
                <a:gd name="T25" fmla="*/ 9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2" h="480">
                  <a:moveTo>
                    <a:pt x="0" y="9"/>
                  </a:moveTo>
                  <a:cubicBezTo>
                    <a:pt x="133" y="9"/>
                    <a:pt x="133" y="9"/>
                    <a:pt x="133" y="9"/>
                  </a:cubicBezTo>
                  <a:cubicBezTo>
                    <a:pt x="133" y="75"/>
                    <a:pt x="133" y="75"/>
                    <a:pt x="133" y="75"/>
                  </a:cubicBezTo>
                  <a:cubicBezTo>
                    <a:pt x="164" y="36"/>
                    <a:pt x="204" y="0"/>
                    <a:pt x="272" y="0"/>
                  </a:cubicBezTo>
                  <a:cubicBezTo>
                    <a:pt x="373" y="0"/>
                    <a:pt x="432" y="67"/>
                    <a:pt x="432" y="175"/>
                  </a:cubicBezTo>
                  <a:cubicBezTo>
                    <a:pt x="432" y="480"/>
                    <a:pt x="432" y="480"/>
                    <a:pt x="432" y="480"/>
                  </a:cubicBezTo>
                  <a:cubicBezTo>
                    <a:pt x="298" y="480"/>
                    <a:pt x="298" y="480"/>
                    <a:pt x="298" y="480"/>
                  </a:cubicBezTo>
                  <a:cubicBezTo>
                    <a:pt x="298" y="217"/>
                    <a:pt x="298" y="217"/>
                    <a:pt x="298" y="217"/>
                  </a:cubicBezTo>
                  <a:cubicBezTo>
                    <a:pt x="298" y="154"/>
                    <a:pt x="268" y="121"/>
                    <a:pt x="217" y="121"/>
                  </a:cubicBezTo>
                  <a:cubicBezTo>
                    <a:pt x="166" y="121"/>
                    <a:pt x="133" y="154"/>
                    <a:pt x="133" y="217"/>
                  </a:cubicBezTo>
                  <a:cubicBezTo>
                    <a:pt x="133" y="480"/>
                    <a:pt x="133" y="480"/>
                    <a:pt x="133" y="480"/>
                  </a:cubicBezTo>
                  <a:cubicBezTo>
                    <a:pt x="0" y="480"/>
                    <a:pt x="0" y="480"/>
                    <a:pt x="0" y="480"/>
                  </a:cubicBezTo>
                  <a:lnTo>
                    <a:pt x="0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71" name="Freeform 9">
              <a:extLst>
                <a:ext uri="{FF2B5EF4-FFF2-40B4-BE49-F238E27FC236}">
                  <a16:creationId xmlns:a16="http://schemas.microsoft.com/office/drawing/2014/main" id="{ED142D15-3F97-1719-8D74-37D26D1CAA3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436593" y="2649538"/>
              <a:ext cx="1460500" cy="2063750"/>
            </a:xfrm>
            <a:custGeom>
              <a:avLst/>
              <a:gdLst>
                <a:gd name="T0" fmla="*/ 0 w 920"/>
                <a:gd name="T1" fmla="*/ 0 h 1300"/>
                <a:gd name="T2" fmla="*/ 270 w 920"/>
                <a:gd name="T3" fmla="*/ 0 h 1300"/>
                <a:gd name="T4" fmla="*/ 270 w 920"/>
                <a:gd name="T5" fmla="*/ 692 h 1300"/>
                <a:gd name="T6" fmla="*/ 585 w 920"/>
                <a:gd name="T7" fmla="*/ 346 h 1300"/>
                <a:gd name="T8" fmla="*/ 908 w 920"/>
                <a:gd name="T9" fmla="*/ 346 h 1300"/>
                <a:gd name="T10" fmla="*/ 547 w 920"/>
                <a:gd name="T11" fmla="*/ 721 h 1300"/>
                <a:gd name="T12" fmla="*/ 920 w 920"/>
                <a:gd name="T13" fmla="*/ 1300 h 1300"/>
                <a:gd name="T14" fmla="*/ 609 w 920"/>
                <a:gd name="T15" fmla="*/ 1300 h 1300"/>
                <a:gd name="T16" fmla="*/ 365 w 920"/>
                <a:gd name="T17" fmla="*/ 909 h 1300"/>
                <a:gd name="T18" fmla="*/ 270 w 920"/>
                <a:gd name="T19" fmla="*/ 1010 h 1300"/>
                <a:gd name="T20" fmla="*/ 270 w 920"/>
                <a:gd name="T21" fmla="*/ 1300 h 1300"/>
                <a:gd name="T22" fmla="*/ 0 w 920"/>
                <a:gd name="T23" fmla="*/ 1300 h 1300"/>
                <a:gd name="T24" fmla="*/ 0 w 920"/>
                <a:gd name="T25" fmla="*/ 0 h 13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20" h="1300">
                  <a:moveTo>
                    <a:pt x="0" y="0"/>
                  </a:moveTo>
                  <a:lnTo>
                    <a:pt x="270" y="0"/>
                  </a:lnTo>
                  <a:lnTo>
                    <a:pt x="270" y="692"/>
                  </a:lnTo>
                  <a:lnTo>
                    <a:pt x="585" y="346"/>
                  </a:lnTo>
                  <a:lnTo>
                    <a:pt x="908" y="346"/>
                  </a:lnTo>
                  <a:lnTo>
                    <a:pt x="547" y="721"/>
                  </a:lnTo>
                  <a:lnTo>
                    <a:pt x="920" y="1300"/>
                  </a:lnTo>
                  <a:lnTo>
                    <a:pt x="609" y="1300"/>
                  </a:lnTo>
                  <a:lnTo>
                    <a:pt x="365" y="909"/>
                  </a:lnTo>
                  <a:lnTo>
                    <a:pt x="270" y="1010"/>
                  </a:lnTo>
                  <a:lnTo>
                    <a:pt x="270" y="1300"/>
                  </a:lnTo>
                  <a:lnTo>
                    <a:pt x="0" y="130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72" name="Freeform 10">
              <a:extLst>
                <a:ext uri="{FF2B5EF4-FFF2-40B4-BE49-F238E27FC236}">
                  <a16:creationId xmlns:a16="http://schemas.microsoft.com/office/drawing/2014/main" id="{6FEBB0B2-4586-05AB-B4FE-055E54F117A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919896" y="3173413"/>
              <a:ext cx="1227138" cy="1568450"/>
            </a:xfrm>
            <a:custGeom>
              <a:avLst/>
              <a:gdLst>
                <a:gd name="T0" fmla="*/ 0 w 383"/>
                <a:gd name="T1" fmla="*/ 417 h 488"/>
                <a:gd name="T2" fmla="*/ 57 w 383"/>
                <a:gd name="T3" fmla="*/ 329 h 488"/>
                <a:gd name="T4" fmla="*/ 206 w 383"/>
                <a:gd name="T5" fmla="*/ 385 h 488"/>
                <a:gd name="T6" fmla="*/ 262 w 383"/>
                <a:gd name="T7" fmla="*/ 350 h 488"/>
                <a:gd name="T8" fmla="*/ 262 w 383"/>
                <a:gd name="T9" fmla="*/ 348 h 488"/>
                <a:gd name="T10" fmla="*/ 165 w 383"/>
                <a:gd name="T11" fmla="*/ 294 h 488"/>
                <a:gd name="T12" fmla="*/ 24 w 383"/>
                <a:gd name="T13" fmla="*/ 152 h 488"/>
                <a:gd name="T14" fmla="*/ 24 w 383"/>
                <a:gd name="T15" fmla="*/ 150 h 488"/>
                <a:gd name="T16" fmla="*/ 196 w 383"/>
                <a:gd name="T17" fmla="*/ 0 h 488"/>
                <a:gd name="T18" fmla="*/ 372 w 383"/>
                <a:gd name="T19" fmla="*/ 55 h 488"/>
                <a:gd name="T20" fmla="*/ 321 w 383"/>
                <a:gd name="T21" fmla="*/ 147 h 488"/>
                <a:gd name="T22" fmla="*/ 194 w 383"/>
                <a:gd name="T23" fmla="*/ 103 h 488"/>
                <a:gd name="T24" fmla="*/ 144 w 383"/>
                <a:gd name="T25" fmla="*/ 136 h 488"/>
                <a:gd name="T26" fmla="*/ 144 w 383"/>
                <a:gd name="T27" fmla="*/ 138 h 488"/>
                <a:gd name="T28" fmla="*/ 240 w 383"/>
                <a:gd name="T29" fmla="*/ 194 h 488"/>
                <a:gd name="T30" fmla="*/ 383 w 383"/>
                <a:gd name="T31" fmla="*/ 334 h 488"/>
                <a:gd name="T32" fmla="*/ 383 w 383"/>
                <a:gd name="T33" fmla="*/ 336 h 488"/>
                <a:gd name="T34" fmla="*/ 203 w 383"/>
                <a:gd name="T35" fmla="*/ 488 h 488"/>
                <a:gd name="T36" fmla="*/ 0 w 383"/>
                <a:gd name="T37" fmla="*/ 417 h 4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83" h="488">
                  <a:moveTo>
                    <a:pt x="0" y="417"/>
                  </a:moveTo>
                  <a:cubicBezTo>
                    <a:pt x="57" y="329"/>
                    <a:pt x="57" y="329"/>
                    <a:pt x="57" y="329"/>
                  </a:cubicBezTo>
                  <a:cubicBezTo>
                    <a:pt x="108" y="366"/>
                    <a:pt x="162" y="385"/>
                    <a:pt x="206" y="385"/>
                  </a:cubicBezTo>
                  <a:cubicBezTo>
                    <a:pt x="245" y="385"/>
                    <a:pt x="262" y="371"/>
                    <a:pt x="262" y="350"/>
                  </a:cubicBezTo>
                  <a:cubicBezTo>
                    <a:pt x="262" y="348"/>
                    <a:pt x="262" y="348"/>
                    <a:pt x="262" y="348"/>
                  </a:cubicBezTo>
                  <a:cubicBezTo>
                    <a:pt x="262" y="319"/>
                    <a:pt x="217" y="309"/>
                    <a:pt x="165" y="294"/>
                  </a:cubicBezTo>
                  <a:cubicBezTo>
                    <a:pt x="99" y="274"/>
                    <a:pt x="24" y="243"/>
                    <a:pt x="24" y="152"/>
                  </a:cubicBezTo>
                  <a:cubicBezTo>
                    <a:pt x="24" y="150"/>
                    <a:pt x="24" y="150"/>
                    <a:pt x="24" y="150"/>
                  </a:cubicBezTo>
                  <a:cubicBezTo>
                    <a:pt x="24" y="54"/>
                    <a:pt x="101" y="0"/>
                    <a:pt x="196" y="0"/>
                  </a:cubicBezTo>
                  <a:cubicBezTo>
                    <a:pt x="256" y="0"/>
                    <a:pt x="321" y="21"/>
                    <a:pt x="372" y="55"/>
                  </a:cubicBezTo>
                  <a:cubicBezTo>
                    <a:pt x="321" y="147"/>
                    <a:pt x="321" y="147"/>
                    <a:pt x="321" y="147"/>
                  </a:cubicBezTo>
                  <a:cubicBezTo>
                    <a:pt x="275" y="120"/>
                    <a:pt x="228" y="103"/>
                    <a:pt x="194" y="103"/>
                  </a:cubicBezTo>
                  <a:cubicBezTo>
                    <a:pt x="161" y="103"/>
                    <a:pt x="144" y="118"/>
                    <a:pt x="144" y="136"/>
                  </a:cubicBezTo>
                  <a:cubicBezTo>
                    <a:pt x="144" y="138"/>
                    <a:pt x="144" y="138"/>
                    <a:pt x="144" y="138"/>
                  </a:cubicBezTo>
                  <a:cubicBezTo>
                    <a:pt x="144" y="164"/>
                    <a:pt x="189" y="176"/>
                    <a:pt x="240" y="194"/>
                  </a:cubicBezTo>
                  <a:cubicBezTo>
                    <a:pt x="306" y="216"/>
                    <a:pt x="383" y="248"/>
                    <a:pt x="383" y="334"/>
                  </a:cubicBezTo>
                  <a:cubicBezTo>
                    <a:pt x="383" y="336"/>
                    <a:pt x="383" y="336"/>
                    <a:pt x="383" y="336"/>
                  </a:cubicBezTo>
                  <a:cubicBezTo>
                    <a:pt x="383" y="440"/>
                    <a:pt x="305" y="488"/>
                    <a:pt x="203" y="488"/>
                  </a:cubicBezTo>
                  <a:cubicBezTo>
                    <a:pt x="137" y="488"/>
                    <a:pt x="63" y="466"/>
                    <a:pt x="0" y="4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73" name="Oval 11">
              <a:extLst>
                <a:ext uri="{FF2B5EF4-FFF2-40B4-BE49-F238E27FC236}">
                  <a16:creationId xmlns:a16="http://schemas.microsoft.com/office/drawing/2014/main" id="{70877F96-1F23-E1FC-71E9-01EE358F60FD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9282260" y="4167188"/>
              <a:ext cx="544513" cy="5461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59C8C1D9-B375-1D63-409C-0E8AA8DEE2D1}"/>
              </a:ext>
            </a:extLst>
          </p:cNvPr>
          <p:cNvGrpSpPr/>
          <p:nvPr userDrawn="1"/>
        </p:nvGrpSpPr>
        <p:grpSpPr>
          <a:xfrm>
            <a:off x="9392771" y="767096"/>
            <a:ext cx="2800816" cy="1898696"/>
            <a:chOff x="9390324" y="767096"/>
            <a:chExt cx="2800087" cy="1898696"/>
          </a:xfrm>
        </p:grpSpPr>
        <p:grpSp>
          <p:nvGrpSpPr>
            <p:cNvPr id="76" name="Group 75">
              <a:extLst>
                <a:ext uri="{FF2B5EF4-FFF2-40B4-BE49-F238E27FC236}">
                  <a16:creationId xmlns:a16="http://schemas.microsoft.com/office/drawing/2014/main" id="{04DB0252-2F51-9D54-5F87-47E8112037C5}"/>
                </a:ext>
              </a:extLst>
            </p:cNvPr>
            <p:cNvGrpSpPr/>
            <p:nvPr userDrawn="1"/>
          </p:nvGrpSpPr>
          <p:grpSpPr>
            <a:xfrm>
              <a:off x="9390324" y="936748"/>
              <a:ext cx="1965963" cy="1042086"/>
              <a:chOff x="4988072" y="501936"/>
              <a:chExt cx="1978802" cy="1051017"/>
            </a:xfrm>
            <a:solidFill>
              <a:schemeClr val="bg1"/>
            </a:solidFill>
          </p:grpSpPr>
          <p:sp>
            <p:nvSpPr>
              <p:cNvPr id="85" name="Freeform 5">
                <a:extLst>
                  <a:ext uri="{FF2B5EF4-FFF2-40B4-BE49-F238E27FC236}">
                    <a16:creationId xmlns:a16="http://schemas.microsoft.com/office/drawing/2014/main" id="{433FD598-576F-FFF0-672B-6A9B1AF51242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559016" y="501936"/>
                <a:ext cx="218094" cy="282813"/>
              </a:xfrm>
              <a:custGeom>
                <a:avLst/>
                <a:gdLst>
                  <a:gd name="T0" fmla="*/ 0 w 502"/>
                  <a:gd name="T1" fmla="*/ 550 h 651"/>
                  <a:gd name="T2" fmla="*/ 83 w 502"/>
                  <a:gd name="T3" fmla="*/ 451 h 651"/>
                  <a:gd name="T4" fmla="*/ 272 w 502"/>
                  <a:gd name="T5" fmla="*/ 528 h 651"/>
                  <a:gd name="T6" fmla="*/ 363 w 502"/>
                  <a:gd name="T7" fmla="*/ 469 h 651"/>
                  <a:gd name="T8" fmla="*/ 363 w 502"/>
                  <a:gd name="T9" fmla="*/ 467 h 651"/>
                  <a:gd name="T10" fmla="*/ 236 w 502"/>
                  <a:gd name="T11" fmla="*/ 386 h 651"/>
                  <a:gd name="T12" fmla="*/ 26 w 502"/>
                  <a:gd name="T13" fmla="*/ 192 h 651"/>
                  <a:gd name="T14" fmla="*/ 26 w 502"/>
                  <a:gd name="T15" fmla="*/ 191 h 651"/>
                  <a:gd name="T16" fmla="*/ 247 w 502"/>
                  <a:gd name="T17" fmla="*/ 0 h 651"/>
                  <a:gd name="T18" fmla="*/ 483 w 502"/>
                  <a:gd name="T19" fmla="*/ 80 h 651"/>
                  <a:gd name="T20" fmla="*/ 410 w 502"/>
                  <a:gd name="T21" fmla="*/ 185 h 651"/>
                  <a:gd name="T22" fmla="*/ 246 w 502"/>
                  <a:gd name="T23" fmla="*/ 123 h 651"/>
                  <a:gd name="T24" fmla="*/ 164 w 502"/>
                  <a:gd name="T25" fmla="*/ 178 h 651"/>
                  <a:gd name="T26" fmla="*/ 164 w 502"/>
                  <a:gd name="T27" fmla="*/ 180 h 651"/>
                  <a:gd name="T28" fmla="*/ 301 w 502"/>
                  <a:gd name="T29" fmla="*/ 263 h 651"/>
                  <a:gd name="T30" fmla="*/ 502 w 502"/>
                  <a:gd name="T31" fmla="*/ 453 h 651"/>
                  <a:gd name="T32" fmla="*/ 502 w 502"/>
                  <a:gd name="T33" fmla="*/ 455 h 651"/>
                  <a:gd name="T34" fmla="*/ 269 w 502"/>
                  <a:gd name="T35" fmla="*/ 651 h 651"/>
                  <a:gd name="T36" fmla="*/ 0 w 502"/>
                  <a:gd name="T37" fmla="*/ 550 h 6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02" h="651">
                    <a:moveTo>
                      <a:pt x="0" y="550"/>
                    </a:moveTo>
                    <a:cubicBezTo>
                      <a:pt x="83" y="451"/>
                      <a:pt x="83" y="451"/>
                      <a:pt x="83" y="451"/>
                    </a:cubicBezTo>
                    <a:cubicBezTo>
                      <a:pt x="140" y="498"/>
                      <a:pt x="200" y="528"/>
                      <a:pt x="272" y="528"/>
                    </a:cubicBezTo>
                    <a:cubicBezTo>
                      <a:pt x="329" y="528"/>
                      <a:pt x="363" y="506"/>
                      <a:pt x="363" y="469"/>
                    </a:cubicBezTo>
                    <a:cubicBezTo>
                      <a:pt x="363" y="467"/>
                      <a:pt x="363" y="467"/>
                      <a:pt x="363" y="467"/>
                    </a:cubicBezTo>
                    <a:cubicBezTo>
                      <a:pt x="363" y="431"/>
                      <a:pt x="342" y="413"/>
                      <a:pt x="236" y="386"/>
                    </a:cubicBezTo>
                    <a:cubicBezTo>
                      <a:pt x="108" y="354"/>
                      <a:pt x="26" y="318"/>
                      <a:pt x="26" y="192"/>
                    </a:cubicBezTo>
                    <a:cubicBezTo>
                      <a:pt x="26" y="191"/>
                      <a:pt x="26" y="191"/>
                      <a:pt x="26" y="191"/>
                    </a:cubicBezTo>
                    <a:cubicBezTo>
                      <a:pt x="26" y="76"/>
                      <a:pt x="118" y="0"/>
                      <a:pt x="247" y="0"/>
                    </a:cubicBezTo>
                    <a:cubicBezTo>
                      <a:pt x="340" y="0"/>
                      <a:pt x="419" y="29"/>
                      <a:pt x="483" y="80"/>
                    </a:cubicBezTo>
                    <a:cubicBezTo>
                      <a:pt x="410" y="185"/>
                      <a:pt x="410" y="185"/>
                      <a:pt x="410" y="185"/>
                    </a:cubicBezTo>
                    <a:cubicBezTo>
                      <a:pt x="354" y="146"/>
                      <a:pt x="299" y="123"/>
                      <a:pt x="246" y="123"/>
                    </a:cubicBezTo>
                    <a:cubicBezTo>
                      <a:pt x="192" y="123"/>
                      <a:pt x="164" y="147"/>
                      <a:pt x="164" y="178"/>
                    </a:cubicBezTo>
                    <a:cubicBezTo>
                      <a:pt x="164" y="180"/>
                      <a:pt x="164" y="180"/>
                      <a:pt x="164" y="180"/>
                    </a:cubicBezTo>
                    <a:cubicBezTo>
                      <a:pt x="164" y="221"/>
                      <a:pt x="191" y="235"/>
                      <a:pt x="301" y="263"/>
                    </a:cubicBezTo>
                    <a:cubicBezTo>
                      <a:pt x="429" y="297"/>
                      <a:pt x="502" y="343"/>
                      <a:pt x="502" y="453"/>
                    </a:cubicBezTo>
                    <a:cubicBezTo>
                      <a:pt x="502" y="455"/>
                      <a:pt x="502" y="455"/>
                      <a:pt x="502" y="455"/>
                    </a:cubicBezTo>
                    <a:cubicBezTo>
                      <a:pt x="502" y="581"/>
                      <a:pt x="406" y="651"/>
                      <a:pt x="269" y="651"/>
                    </a:cubicBezTo>
                    <a:cubicBezTo>
                      <a:pt x="173" y="651"/>
                      <a:pt x="76" y="618"/>
                      <a:pt x="0" y="55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86" name="Freeform 6">
                <a:extLst>
                  <a:ext uri="{FF2B5EF4-FFF2-40B4-BE49-F238E27FC236}">
                    <a16:creationId xmlns:a16="http://schemas.microsoft.com/office/drawing/2014/main" id="{824AAD10-C96C-2D4A-15C2-1D354C7C691E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791295" y="566212"/>
                <a:ext cx="322264" cy="214547"/>
              </a:xfrm>
              <a:custGeom>
                <a:avLst/>
                <a:gdLst>
                  <a:gd name="T0" fmla="*/ 0 w 741"/>
                  <a:gd name="T1" fmla="*/ 9 h 494"/>
                  <a:gd name="T2" fmla="*/ 138 w 741"/>
                  <a:gd name="T3" fmla="*/ 9 h 494"/>
                  <a:gd name="T4" fmla="*/ 138 w 741"/>
                  <a:gd name="T5" fmla="*/ 78 h 494"/>
                  <a:gd name="T6" fmla="*/ 281 w 741"/>
                  <a:gd name="T7" fmla="*/ 0 h 494"/>
                  <a:gd name="T8" fmla="*/ 418 w 741"/>
                  <a:gd name="T9" fmla="*/ 77 h 494"/>
                  <a:gd name="T10" fmla="*/ 577 w 741"/>
                  <a:gd name="T11" fmla="*/ 0 h 494"/>
                  <a:gd name="T12" fmla="*/ 741 w 741"/>
                  <a:gd name="T13" fmla="*/ 178 h 494"/>
                  <a:gd name="T14" fmla="*/ 741 w 741"/>
                  <a:gd name="T15" fmla="*/ 494 h 494"/>
                  <a:gd name="T16" fmla="*/ 603 w 741"/>
                  <a:gd name="T17" fmla="*/ 494 h 494"/>
                  <a:gd name="T18" fmla="*/ 603 w 741"/>
                  <a:gd name="T19" fmla="*/ 224 h 494"/>
                  <a:gd name="T20" fmla="*/ 523 w 741"/>
                  <a:gd name="T21" fmla="*/ 125 h 494"/>
                  <a:gd name="T22" fmla="*/ 439 w 741"/>
                  <a:gd name="T23" fmla="*/ 224 h 494"/>
                  <a:gd name="T24" fmla="*/ 439 w 741"/>
                  <a:gd name="T25" fmla="*/ 494 h 494"/>
                  <a:gd name="T26" fmla="*/ 302 w 741"/>
                  <a:gd name="T27" fmla="*/ 494 h 494"/>
                  <a:gd name="T28" fmla="*/ 302 w 741"/>
                  <a:gd name="T29" fmla="*/ 224 h 494"/>
                  <a:gd name="T30" fmla="*/ 221 w 741"/>
                  <a:gd name="T31" fmla="*/ 125 h 494"/>
                  <a:gd name="T32" fmla="*/ 138 w 741"/>
                  <a:gd name="T33" fmla="*/ 224 h 494"/>
                  <a:gd name="T34" fmla="*/ 138 w 741"/>
                  <a:gd name="T35" fmla="*/ 494 h 494"/>
                  <a:gd name="T36" fmla="*/ 0 w 741"/>
                  <a:gd name="T37" fmla="*/ 494 h 494"/>
                  <a:gd name="T38" fmla="*/ 0 w 741"/>
                  <a:gd name="T39" fmla="*/ 9 h 4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41" h="494">
                    <a:moveTo>
                      <a:pt x="0" y="9"/>
                    </a:moveTo>
                    <a:cubicBezTo>
                      <a:pt x="138" y="9"/>
                      <a:pt x="138" y="9"/>
                      <a:pt x="138" y="9"/>
                    </a:cubicBezTo>
                    <a:cubicBezTo>
                      <a:pt x="138" y="78"/>
                      <a:pt x="138" y="78"/>
                      <a:pt x="138" y="78"/>
                    </a:cubicBezTo>
                    <a:cubicBezTo>
                      <a:pt x="170" y="37"/>
                      <a:pt x="211" y="0"/>
                      <a:pt x="281" y="0"/>
                    </a:cubicBezTo>
                    <a:cubicBezTo>
                      <a:pt x="344" y="0"/>
                      <a:pt x="392" y="28"/>
                      <a:pt x="418" y="77"/>
                    </a:cubicBezTo>
                    <a:cubicBezTo>
                      <a:pt x="460" y="27"/>
                      <a:pt x="511" y="0"/>
                      <a:pt x="577" y="0"/>
                    </a:cubicBezTo>
                    <a:cubicBezTo>
                      <a:pt x="679" y="0"/>
                      <a:pt x="741" y="62"/>
                      <a:pt x="741" y="178"/>
                    </a:cubicBezTo>
                    <a:cubicBezTo>
                      <a:pt x="741" y="494"/>
                      <a:pt x="741" y="494"/>
                      <a:pt x="741" y="494"/>
                    </a:cubicBezTo>
                    <a:cubicBezTo>
                      <a:pt x="603" y="494"/>
                      <a:pt x="603" y="494"/>
                      <a:pt x="603" y="494"/>
                    </a:cubicBezTo>
                    <a:cubicBezTo>
                      <a:pt x="603" y="224"/>
                      <a:pt x="603" y="224"/>
                      <a:pt x="603" y="224"/>
                    </a:cubicBezTo>
                    <a:cubicBezTo>
                      <a:pt x="603" y="159"/>
                      <a:pt x="574" y="125"/>
                      <a:pt x="523" y="125"/>
                    </a:cubicBezTo>
                    <a:cubicBezTo>
                      <a:pt x="471" y="125"/>
                      <a:pt x="439" y="159"/>
                      <a:pt x="439" y="224"/>
                    </a:cubicBezTo>
                    <a:cubicBezTo>
                      <a:pt x="439" y="494"/>
                      <a:pt x="439" y="494"/>
                      <a:pt x="439" y="494"/>
                    </a:cubicBezTo>
                    <a:cubicBezTo>
                      <a:pt x="302" y="494"/>
                      <a:pt x="302" y="494"/>
                      <a:pt x="302" y="494"/>
                    </a:cubicBezTo>
                    <a:cubicBezTo>
                      <a:pt x="302" y="224"/>
                      <a:pt x="302" y="224"/>
                      <a:pt x="302" y="224"/>
                    </a:cubicBezTo>
                    <a:cubicBezTo>
                      <a:pt x="302" y="159"/>
                      <a:pt x="273" y="125"/>
                      <a:pt x="221" y="125"/>
                    </a:cubicBezTo>
                    <a:cubicBezTo>
                      <a:pt x="170" y="125"/>
                      <a:pt x="138" y="159"/>
                      <a:pt x="138" y="224"/>
                    </a:cubicBezTo>
                    <a:cubicBezTo>
                      <a:pt x="138" y="494"/>
                      <a:pt x="138" y="494"/>
                      <a:pt x="138" y="494"/>
                    </a:cubicBezTo>
                    <a:cubicBezTo>
                      <a:pt x="0" y="494"/>
                      <a:pt x="0" y="494"/>
                      <a:pt x="0" y="494"/>
                    </a:cubicBezTo>
                    <a:lnTo>
                      <a:pt x="0" y="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87" name="Freeform 7">
                <a:extLst>
                  <a:ext uri="{FF2B5EF4-FFF2-40B4-BE49-F238E27FC236}">
                    <a16:creationId xmlns:a16="http://schemas.microsoft.com/office/drawing/2014/main" id="{8776387C-7DBE-0FBD-3AED-689433E76864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125971" y="567985"/>
                <a:ext cx="193713" cy="216764"/>
              </a:xfrm>
              <a:custGeom>
                <a:avLst/>
                <a:gdLst>
                  <a:gd name="T0" fmla="*/ 0 w 446"/>
                  <a:gd name="T1" fmla="*/ 351 h 499"/>
                  <a:gd name="T2" fmla="*/ 0 w 446"/>
                  <a:gd name="T3" fmla="*/ 349 h 499"/>
                  <a:gd name="T4" fmla="*/ 195 w 446"/>
                  <a:gd name="T5" fmla="*/ 194 h 499"/>
                  <a:gd name="T6" fmla="*/ 314 w 446"/>
                  <a:gd name="T7" fmla="*/ 214 h 499"/>
                  <a:gd name="T8" fmla="*/ 314 w 446"/>
                  <a:gd name="T9" fmla="*/ 206 h 499"/>
                  <a:gd name="T10" fmla="*/ 210 w 446"/>
                  <a:gd name="T11" fmla="*/ 117 h 499"/>
                  <a:gd name="T12" fmla="*/ 76 w 446"/>
                  <a:gd name="T13" fmla="*/ 144 h 499"/>
                  <a:gd name="T14" fmla="*/ 42 w 446"/>
                  <a:gd name="T15" fmla="*/ 39 h 499"/>
                  <a:gd name="T16" fmla="*/ 230 w 446"/>
                  <a:gd name="T17" fmla="*/ 0 h 499"/>
                  <a:gd name="T18" fmla="*/ 394 w 446"/>
                  <a:gd name="T19" fmla="*/ 54 h 499"/>
                  <a:gd name="T20" fmla="*/ 446 w 446"/>
                  <a:gd name="T21" fmla="*/ 209 h 499"/>
                  <a:gd name="T22" fmla="*/ 446 w 446"/>
                  <a:gd name="T23" fmla="*/ 490 h 499"/>
                  <a:gd name="T24" fmla="*/ 313 w 446"/>
                  <a:gd name="T25" fmla="*/ 490 h 499"/>
                  <a:gd name="T26" fmla="*/ 313 w 446"/>
                  <a:gd name="T27" fmla="*/ 438 h 499"/>
                  <a:gd name="T28" fmla="*/ 166 w 446"/>
                  <a:gd name="T29" fmla="*/ 499 h 499"/>
                  <a:gd name="T30" fmla="*/ 0 w 446"/>
                  <a:gd name="T31" fmla="*/ 351 h 499"/>
                  <a:gd name="T32" fmla="*/ 316 w 446"/>
                  <a:gd name="T33" fmla="*/ 319 h 499"/>
                  <a:gd name="T34" fmla="*/ 316 w 446"/>
                  <a:gd name="T35" fmla="*/ 295 h 499"/>
                  <a:gd name="T36" fmla="*/ 228 w 446"/>
                  <a:gd name="T37" fmla="*/ 277 h 499"/>
                  <a:gd name="T38" fmla="*/ 133 w 446"/>
                  <a:gd name="T39" fmla="*/ 344 h 499"/>
                  <a:gd name="T40" fmla="*/ 133 w 446"/>
                  <a:gd name="T41" fmla="*/ 346 h 499"/>
                  <a:gd name="T42" fmla="*/ 208 w 446"/>
                  <a:gd name="T43" fmla="*/ 404 h 499"/>
                  <a:gd name="T44" fmla="*/ 316 w 446"/>
                  <a:gd name="T45" fmla="*/ 319 h 4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446" h="499">
                    <a:moveTo>
                      <a:pt x="0" y="351"/>
                    </a:moveTo>
                    <a:cubicBezTo>
                      <a:pt x="0" y="349"/>
                      <a:pt x="0" y="349"/>
                      <a:pt x="0" y="349"/>
                    </a:cubicBezTo>
                    <a:cubicBezTo>
                      <a:pt x="0" y="243"/>
                      <a:pt x="80" y="194"/>
                      <a:pt x="195" y="194"/>
                    </a:cubicBezTo>
                    <a:cubicBezTo>
                      <a:pt x="244" y="194"/>
                      <a:pt x="280" y="202"/>
                      <a:pt x="314" y="214"/>
                    </a:cubicBezTo>
                    <a:cubicBezTo>
                      <a:pt x="314" y="206"/>
                      <a:pt x="314" y="206"/>
                      <a:pt x="314" y="206"/>
                    </a:cubicBezTo>
                    <a:cubicBezTo>
                      <a:pt x="314" y="149"/>
                      <a:pt x="279" y="117"/>
                      <a:pt x="210" y="117"/>
                    </a:cubicBezTo>
                    <a:cubicBezTo>
                      <a:pt x="157" y="117"/>
                      <a:pt x="120" y="127"/>
                      <a:pt x="76" y="144"/>
                    </a:cubicBezTo>
                    <a:cubicBezTo>
                      <a:pt x="42" y="39"/>
                      <a:pt x="42" y="39"/>
                      <a:pt x="42" y="39"/>
                    </a:cubicBezTo>
                    <a:cubicBezTo>
                      <a:pt x="95" y="15"/>
                      <a:pt x="147" y="0"/>
                      <a:pt x="230" y="0"/>
                    </a:cubicBezTo>
                    <a:cubicBezTo>
                      <a:pt x="305" y="0"/>
                      <a:pt x="359" y="20"/>
                      <a:pt x="394" y="54"/>
                    </a:cubicBezTo>
                    <a:cubicBezTo>
                      <a:pt x="430" y="90"/>
                      <a:pt x="446" y="144"/>
                      <a:pt x="446" y="209"/>
                    </a:cubicBezTo>
                    <a:cubicBezTo>
                      <a:pt x="446" y="490"/>
                      <a:pt x="446" y="490"/>
                      <a:pt x="446" y="490"/>
                    </a:cubicBezTo>
                    <a:cubicBezTo>
                      <a:pt x="313" y="490"/>
                      <a:pt x="313" y="490"/>
                      <a:pt x="313" y="490"/>
                    </a:cubicBezTo>
                    <a:cubicBezTo>
                      <a:pt x="313" y="438"/>
                      <a:pt x="313" y="438"/>
                      <a:pt x="313" y="438"/>
                    </a:cubicBezTo>
                    <a:cubicBezTo>
                      <a:pt x="280" y="475"/>
                      <a:pt x="233" y="499"/>
                      <a:pt x="166" y="499"/>
                    </a:cubicBezTo>
                    <a:cubicBezTo>
                      <a:pt x="75" y="499"/>
                      <a:pt x="0" y="447"/>
                      <a:pt x="0" y="351"/>
                    </a:cubicBezTo>
                    <a:close/>
                    <a:moveTo>
                      <a:pt x="316" y="319"/>
                    </a:moveTo>
                    <a:cubicBezTo>
                      <a:pt x="316" y="295"/>
                      <a:pt x="316" y="295"/>
                      <a:pt x="316" y="295"/>
                    </a:cubicBezTo>
                    <a:cubicBezTo>
                      <a:pt x="292" y="284"/>
                      <a:pt x="262" y="277"/>
                      <a:pt x="228" y="277"/>
                    </a:cubicBezTo>
                    <a:cubicBezTo>
                      <a:pt x="169" y="277"/>
                      <a:pt x="133" y="300"/>
                      <a:pt x="133" y="344"/>
                    </a:cubicBezTo>
                    <a:cubicBezTo>
                      <a:pt x="133" y="346"/>
                      <a:pt x="133" y="346"/>
                      <a:pt x="133" y="346"/>
                    </a:cubicBezTo>
                    <a:cubicBezTo>
                      <a:pt x="133" y="383"/>
                      <a:pt x="164" y="404"/>
                      <a:pt x="208" y="404"/>
                    </a:cubicBezTo>
                    <a:cubicBezTo>
                      <a:pt x="272" y="404"/>
                      <a:pt x="316" y="369"/>
                      <a:pt x="316" y="31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88" name="Freeform 8">
                <a:extLst>
                  <a:ext uri="{FF2B5EF4-FFF2-40B4-BE49-F238E27FC236}">
                    <a16:creationId xmlns:a16="http://schemas.microsoft.com/office/drawing/2014/main" id="{262E0FEC-2981-11B0-3D88-8A94D08178CF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336529" y="564438"/>
                <a:ext cx="127665" cy="216321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1 h 498"/>
                  <a:gd name="T6" fmla="*/ 293 w 293"/>
                  <a:gd name="T7" fmla="*/ 4 h 498"/>
                  <a:gd name="T8" fmla="*/ 293 w 293"/>
                  <a:gd name="T9" fmla="*/ 148 h 498"/>
                  <a:gd name="T10" fmla="*/ 285 w 293"/>
                  <a:gd name="T11" fmla="*/ 148 h 498"/>
                  <a:gd name="T12" fmla="*/ 138 w 293"/>
                  <a:gd name="T13" fmla="*/ 319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1"/>
                      <a:pt x="138" y="111"/>
                      <a:pt x="138" y="111"/>
                    </a:cubicBezTo>
                    <a:cubicBezTo>
                      <a:pt x="166" y="44"/>
                      <a:pt x="211" y="0"/>
                      <a:pt x="293" y="4"/>
                    </a:cubicBezTo>
                    <a:cubicBezTo>
                      <a:pt x="293" y="148"/>
                      <a:pt x="293" y="148"/>
                      <a:pt x="293" y="148"/>
                    </a:cubicBezTo>
                    <a:cubicBezTo>
                      <a:pt x="285" y="148"/>
                      <a:pt x="285" y="148"/>
                      <a:pt x="285" y="148"/>
                    </a:cubicBezTo>
                    <a:cubicBezTo>
                      <a:pt x="194" y="148"/>
                      <a:pt x="138" y="203"/>
                      <a:pt x="138" y="319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89" name="Freeform 9">
                <a:extLst>
                  <a:ext uri="{FF2B5EF4-FFF2-40B4-BE49-F238E27FC236}">
                    <a16:creationId xmlns:a16="http://schemas.microsoft.com/office/drawing/2014/main" id="{FECC1288-545E-BDB4-6462-3EE5544D7025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475719" y="516121"/>
                <a:ext cx="134757" cy="268184"/>
              </a:xfrm>
              <a:custGeom>
                <a:avLst/>
                <a:gdLst>
                  <a:gd name="T0" fmla="*/ 58 w 310"/>
                  <a:gd name="T1" fmla="*/ 472 h 617"/>
                  <a:gd name="T2" fmla="*/ 58 w 310"/>
                  <a:gd name="T3" fmla="*/ 242 h 617"/>
                  <a:gd name="T4" fmla="*/ 0 w 310"/>
                  <a:gd name="T5" fmla="*/ 242 h 617"/>
                  <a:gd name="T6" fmla="*/ 0 w 310"/>
                  <a:gd name="T7" fmla="*/ 124 h 617"/>
                  <a:gd name="T8" fmla="*/ 58 w 310"/>
                  <a:gd name="T9" fmla="*/ 124 h 617"/>
                  <a:gd name="T10" fmla="*/ 58 w 310"/>
                  <a:gd name="T11" fmla="*/ 0 h 617"/>
                  <a:gd name="T12" fmla="*/ 196 w 310"/>
                  <a:gd name="T13" fmla="*/ 0 h 617"/>
                  <a:gd name="T14" fmla="*/ 196 w 310"/>
                  <a:gd name="T15" fmla="*/ 124 h 617"/>
                  <a:gd name="T16" fmla="*/ 310 w 310"/>
                  <a:gd name="T17" fmla="*/ 124 h 617"/>
                  <a:gd name="T18" fmla="*/ 310 w 310"/>
                  <a:gd name="T19" fmla="*/ 242 h 617"/>
                  <a:gd name="T20" fmla="*/ 196 w 310"/>
                  <a:gd name="T21" fmla="*/ 242 h 617"/>
                  <a:gd name="T22" fmla="*/ 196 w 310"/>
                  <a:gd name="T23" fmla="*/ 449 h 617"/>
                  <a:gd name="T24" fmla="*/ 240 w 310"/>
                  <a:gd name="T25" fmla="*/ 496 h 617"/>
                  <a:gd name="T26" fmla="*/ 308 w 310"/>
                  <a:gd name="T27" fmla="*/ 479 h 617"/>
                  <a:gd name="T28" fmla="*/ 308 w 310"/>
                  <a:gd name="T29" fmla="*/ 589 h 617"/>
                  <a:gd name="T30" fmla="*/ 199 w 310"/>
                  <a:gd name="T31" fmla="*/ 617 h 617"/>
                  <a:gd name="T32" fmla="*/ 58 w 310"/>
                  <a:gd name="T33" fmla="*/ 472 h 6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10" h="617">
                    <a:moveTo>
                      <a:pt x="58" y="472"/>
                    </a:moveTo>
                    <a:cubicBezTo>
                      <a:pt x="58" y="242"/>
                      <a:pt x="58" y="242"/>
                      <a:pt x="58" y="242"/>
                    </a:cubicBezTo>
                    <a:cubicBezTo>
                      <a:pt x="0" y="242"/>
                      <a:pt x="0" y="242"/>
                      <a:pt x="0" y="242"/>
                    </a:cubicBezTo>
                    <a:cubicBezTo>
                      <a:pt x="0" y="124"/>
                      <a:pt x="0" y="124"/>
                      <a:pt x="0" y="124"/>
                    </a:cubicBezTo>
                    <a:cubicBezTo>
                      <a:pt x="58" y="124"/>
                      <a:pt x="58" y="124"/>
                      <a:pt x="58" y="124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196" y="0"/>
                      <a:pt x="196" y="0"/>
                      <a:pt x="196" y="0"/>
                    </a:cubicBezTo>
                    <a:cubicBezTo>
                      <a:pt x="196" y="124"/>
                      <a:pt x="196" y="124"/>
                      <a:pt x="196" y="124"/>
                    </a:cubicBezTo>
                    <a:cubicBezTo>
                      <a:pt x="310" y="124"/>
                      <a:pt x="310" y="124"/>
                      <a:pt x="310" y="124"/>
                    </a:cubicBezTo>
                    <a:cubicBezTo>
                      <a:pt x="310" y="242"/>
                      <a:pt x="310" y="242"/>
                      <a:pt x="310" y="242"/>
                    </a:cubicBezTo>
                    <a:cubicBezTo>
                      <a:pt x="196" y="242"/>
                      <a:pt x="196" y="242"/>
                      <a:pt x="196" y="242"/>
                    </a:cubicBezTo>
                    <a:cubicBezTo>
                      <a:pt x="196" y="449"/>
                      <a:pt x="196" y="449"/>
                      <a:pt x="196" y="449"/>
                    </a:cubicBezTo>
                    <a:cubicBezTo>
                      <a:pt x="196" y="481"/>
                      <a:pt x="209" y="496"/>
                      <a:pt x="240" y="496"/>
                    </a:cubicBezTo>
                    <a:cubicBezTo>
                      <a:pt x="265" y="496"/>
                      <a:pt x="288" y="490"/>
                      <a:pt x="308" y="479"/>
                    </a:cubicBezTo>
                    <a:cubicBezTo>
                      <a:pt x="308" y="589"/>
                      <a:pt x="308" y="589"/>
                      <a:pt x="308" y="589"/>
                    </a:cubicBezTo>
                    <a:cubicBezTo>
                      <a:pt x="279" y="607"/>
                      <a:pt x="245" y="617"/>
                      <a:pt x="199" y="617"/>
                    </a:cubicBezTo>
                    <a:cubicBezTo>
                      <a:pt x="115" y="617"/>
                      <a:pt x="58" y="584"/>
                      <a:pt x="58" y="47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90" name="Freeform 10">
                <a:extLst>
                  <a:ext uri="{FF2B5EF4-FFF2-40B4-BE49-F238E27FC236}">
                    <a16:creationId xmlns:a16="http://schemas.microsoft.com/office/drawing/2014/main" id="{9DB49BE1-F1C8-5A4F-1BE7-B9C5B671A4B9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618455" y="566212"/>
                <a:ext cx="207012" cy="219424"/>
              </a:xfrm>
              <a:custGeom>
                <a:avLst/>
                <a:gdLst>
                  <a:gd name="T0" fmla="*/ 0 w 476"/>
                  <a:gd name="T1" fmla="*/ 254 h 505"/>
                  <a:gd name="T2" fmla="*/ 0 w 476"/>
                  <a:gd name="T3" fmla="*/ 253 h 505"/>
                  <a:gd name="T4" fmla="*/ 240 w 476"/>
                  <a:gd name="T5" fmla="*/ 0 h 505"/>
                  <a:gd name="T6" fmla="*/ 476 w 476"/>
                  <a:gd name="T7" fmla="*/ 263 h 505"/>
                  <a:gd name="T8" fmla="*/ 475 w 476"/>
                  <a:gd name="T9" fmla="*/ 300 h 505"/>
                  <a:gd name="T10" fmla="*/ 137 w 476"/>
                  <a:gd name="T11" fmla="*/ 300 h 505"/>
                  <a:gd name="T12" fmla="*/ 256 w 476"/>
                  <a:gd name="T13" fmla="*/ 395 h 505"/>
                  <a:gd name="T14" fmla="*/ 373 w 476"/>
                  <a:gd name="T15" fmla="*/ 345 h 505"/>
                  <a:gd name="T16" fmla="*/ 452 w 476"/>
                  <a:gd name="T17" fmla="*/ 415 h 505"/>
                  <a:gd name="T18" fmla="*/ 254 w 476"/>
                  <a:gd name="T19" fmla="*/ 505 h 505"/>
                  <a:gd name="T20" fmla="*/ 0 w 476"/>
                  <a:gd name="T21" fmla="*/ 254 h 505"/>
                  <a:gd name="T22" fmla="*/ 342 w 476"/>
                  <a:gd name="T23" fmla="*/ 214 h 505"/>
                  <a:gd name="T24" fmla="*/ 240 w 476"/>
                  <a:gd name="T25" fmla="*/ 111 h 505"/>
                  <a:gd name="T26" fmla="*/ 135 w 476"/>
                  <a:gd name="T27" fmla="*/ 214 h 505"/>
                  <a:gd name="T28" fmla="*/ 342 w 476"/>
                  <a:gd name="T29" fmla="*/ 21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76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99" y="0"/>
                      <a:pt x="240" y="0"/>
                    </a:cubicBezTo>
                    <a:cubicBezTo>
                      <a:pt x="402" y="0"/>
                      <a:pt x="476" y="126"/>
                      <a:pt x="476" y="263"/>
                    </a:cubicBezTo>
                    <a:cubicBezTo>
                      <a:pt x="476" y="274"/>
                      <a:pt x="476" y="287"/>
                      <a:pt x="475" y="300"/>
                    </a:cubicBezTo>
                    <a:cubicBezTo>
                      <a:pt x="137" y="300"/>
                      <a:pt x="137" y="300"/>
                      <a:pt x="137" y="300"/>
                    </a:cubicBezTo>
                    <a:cubicBezTo>
                      <a:pt x="151" y="362"/>
                      <a:pt x="194" y="395"/>
                      <a:pt x="256" y="395"/>
                    </a:cubicBezTo>
                    <a:cubicBezTo>
                      <a:pt x="302" y="395"/>
                      <a:pt x="335" y="380"/>
                      <a:pt x="373" y="345"/>
                    </a:cubicBezTo>
                    <a:cubicBezTo>
                      <a:pt x="452" y="415"/>
                      <a:pt x="452" y="415"/>
                      <a:pt x="452" y="415"/>
                    </a:cubicBezTo>
                    <a:cubicBezTo>
                      <a:pt x="407" y="471"/>
                      <a:pt x="342" y="505"/>
                      <a:pt x="254" y="505"/>
                    </a:cubicBezTo>
                    <a:cubicBezTo>
                      <a:pt x="108" y="505"/>
                      <a:pt x="0" y="403"/>
                      <a:pt x="0" y="254"/>
                    </a:cubicBezTo>
                    <a:close/>
                    <a:moveTo>
                      <a:pt x="342" y="214"/>
                    </a:moveTo>
                    <a:cubicBezTo>
                      <a:pt x="334" y="152"/>
                      <a:pt x="298" y="111"/>
                      <a:pt x="240" y="111"/>
                    </a:cubicBezTo>
                    <a:cubicBezTo>
                      <a:pt x="183" y="111"/>
                      <a:pt x="146" y="151"/>
                      <a:pt x="135" y="214"/>
                    </a:cubicBezTo>
                    <a:lnTo>
                      <a:pt x="342" y="2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91" name="Freeform 11">
                <a:extLst>
                  <a:ext uri="{FF2B5EF4-FFF2-40B4-BE49-F238E27FC236}">
                    <a16:creationId xmlns:a16="http://schemas.microsoft.com/office/drawing/2014/main" id="{5700CEE7-82FA-F314-D150-00348A9C1993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837879" y="564438"/>
                <a:ext cx="127221" cy="216321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1 h 498"/>
                  <a:gd name="T6" fmla="*/ 293 w 293"/>
                  <a:gd name="T7" fmla="*/ 4 h 498"/>
                  <a:gd name="T8" fmla="*/ 293 w 293"/>
                  <a:gd name="T9" fmla="*/ 148 h 498"/>
                  <a:gd name="T10" fmla="*/ 285 w 293"/>
                  <a:gd name="T11" fmla="*/ 148 h 498"/>
                  <a:gd name="T12" fmla="*/ 138 w 293"/>
                  <a:gd name="T13" fmla="*/ 319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1"/>
                      <a:pt x="138" y="111"/>
                      <a:pt x="138" y="111"/>
                    </a:cubicBezTo>
                    <a:cubicBezTo>
                      <a:pt x="166" y="44"/>
                      <a:pt x="211" y="0"/>
                      <a:pt x="293" y="4"/>
                    </a:cubicBezTo>
                    <a:cubicBezTo>
                      <a:pt x="293" y="148"/>
                      <a:pt x="293" y="148"/>
                      <a:pt x="293" y="148"/>
                    </a:cubicBezTo>
                    <a:cubicBezTo>
                      <a:pt x="285" y="148"/>
                      <a:pt x="285" y="148"/>
                      <a:pt x="285" y="148"/>
                    </a:cubicBezTo>
                    <a:cubicBezTo>
                      <a:pt x="194" y="148"/>
                      <a:pt x="138" y="203"/>
                      <a:pt x="138" y="319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92" name="Freeform 12">
                <a:extLst>
                  <a:ext uri="{FF2B5EF4-FFF2-40B4-BE49-F238E27FC236}">
                    <a16:creationId xmlns:a16="http://schemas.microsoft.com/office/drawing/2014/main" id="{FC0AB9F7-3D02-4537-31F6-D98B2250C9F3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4988072" y="888476"/>
                <a:ext cx="134757" cy="268628"/>
              </a:xfrm>
              <a:custGeom>
                <a:avLst/>
                <a:gdLst>
                  <a:gd name="T0" fmla="*/ 58 w 310"/>
                  <a:gd name="T1" fmla="*/ 472 h 618"/>
                  <a:gd name="T2" fmla="*/ 58 w 310"/>
                  <a:gd name="T3" fmla="*/ 242 h 618"/>
                  <a:gd name="T4" fmla="*/ 0 w 310"/>
                  <a:gd name="T5" fmla="*/ 242 h 618"/>
                  <a:gd name="T6" fmla="*/ 0 w 310"/>
                  <a:gd name="T7" fmla="*/ 124 h 618"/>
                  <a:gd name="T8" fmla="*/ 58 w 310"/>
                  <a:gd name="T9" fmla="*/ 124 h 618"/>
                  <a:gd name="T10" fmla="*/ 58 w 310"/>
                  <a:gd name="T11" fmla="*/ 0 h 618"/>
                  <a:gd name="T12" fmla="*/ 195 w 310"/>
                  <a:gd name="T13" fmla="*/ 0 h 618"/>
                  <a:gd name="T14" fmla="*/ 195 w 310"/>
                  <a:gd name="T15" fmla="*/ 124 h 618"/>
                  <a:gd name="T16" fmla="*/ 310 w 310"/>
                  <a:gd name="T17" fmla="*/ 124 h 618"/>
                  <a:gd name="T18" fmla="*/ 310 w 310"/>
                  <a:gd name="T19" fmla="*/ 242 h 618"/>
                  <a:gd name="T20" fmla="*/ 195 w 310"/>
                  <a:gd name="T21" fmla="*/ 242 h 618"/>
                  <a:gd name="T22" fmla="*/ 195 w 310"/>
                  <a:gd name="T23" fmla="*/ 449 h 618"/>
                  <a:gd name="T24" fmla="*/ 240 w 310"/>
                  <a:gd name="T25" fmla="*/ 496 h 618"/>
                  <a:gd name="T26" fmla="*/ 308 w 310"/>
                  <a:gd name="T27" fmla="*/ 479 h 618"/>
                  <a:gd name="T28" fmla="*/ 308 w 310"/>
                  <a:gd name="T29" fmla="*/ 590 h 618"/>
                  <a:gd name="T30" fmla="*/ 199 w 310"/>
                  <a:gd name="T31" fmla="*/ 618 h 618"/>
                  <a:gd name="T32" fmla="*/ 58 w 310"/>
                  <a:gd name="T33" fmla="*/ 472 h 6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10" h="618">
                    <a:moveTo>
                      <a:pt x="58" y="472"/>
                    </a:moveTo>
                    <a:cubicBezTo>
                      <a:pt x="58" y="242"/>
                      <a:pt x="58" y="242"/>
                      <a:pt x="58" y="242"/>
                    </a:cubicBezTo>
                    <a:cubicBezTo>
                      <a:pt x="0" y="242"/>
                      <a:pt x="0" y="242"/>
                      <a:pt x="0" y="242"/>
                    </a:cubicBezTo>
                    <a:cubicBezTo>
                      <a:pt x="0" y="124"/>
                      <a:pt x="0" y="124"/>
                      <a:pt x="0" y="124"/>
                    </a:cubicBezTo>
                    <a:cubicBezTo>
                      <a:pt x="58" y="124"/>
                      <a:pt x="58" y="124"/>
                      <a:pt x="58" y="124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195" y="0"/>
                      <a:pt x="195" y="0"/>
                      <a:pt x="195" y="0"/>
                    </a:cubicBezTo>
                    <a:cubicBezTo>
                      <a:pt x="195" y="124"/>
                      <a:pt x="195" y="124"/>
                      <a:pt x="195" y="124"/>
                    </a:cubicBezTo>
                    <a:cubicBezTo>
                      <a:pt x="310" y="124"/>
                      <a:pt x="310" y="124"/>
                      <a:pt x="310" y="124"/>
                    </a:cubicBezTo>
                    <a:cubicBezTo>
                      <a:pt x="310" y="242"/>
                      <a:pt x="310" y="242"/>
                      <a:pt x="310" y="242"/>
                    </a:cubicBezTo>
                    <a:cubicBezTo>
                      <a:pt x="195" y="242"/>
                      <a:pt x="195" y="242"/>
                      <a:pt x="195" y="242"/>
                    </a:cubicBezTo>
                    <a:cubicBezTo>
                      <a:pt x="195" y="449"/>
                      <a:pt x="195" y="449"/>
                      <a:pt x="195" y="449"/>
                    </a:cubicBezTo>
                    <a:cubicBezTo>
                      <a:pt x="195" y="481"/>
                      <a:pt x="209" y="496"/>
                      <a:pt x="240" y="496"/>
                    </a:cubicBezTo>
                    <a:cubicBezTo>
                      <a:pt x="265" y="496"/>
                      <a:pt x="288" y="490"/>
                      <a:pt x="308" y="479"/>
                    </a:cubicBezTo>
                    <a:cubicBezTo>
                      <a:pt x="308" y="590"/>
                      <a:pt x="308" y="590"/>
                      <a:pt x="308" y="590"/>
                    </a:cubicBezTo>
                    <a:cubicBezTo>
                      <a:pt x="279" y="607"/>
                      <a:pt x="245" y="618"/>
                      <a:pt x="199" y="618"/>
                    </a:cubicBezTo>
                    <a:cubicBezTo>
                      <a:pt x="115" y="618"/>
                      <a:pt x="58" y="584"/>
                      <a:pt x="58" y="47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93" name="Freeform 13">
                <a:extLst>
                  <a:ext uri="{FF2B5EF4-FFF2-40B4-BE49-F238E27FC236}">
                    <a16:creationId xmlns:a16="http://schemas.microsoft.com/office/drawing/2014/main" id="{12D11DBC-90A7-4337-F6CB-C20DBD872CBD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5131251" y="938123"/>
                <a:ext cx="207455" cy="219867"/>
              </a:xfrm>
              <a:custGeom>
                <a:avLst/>
                <a:gdLst>
                  <a:gd name="T0" fmla="*/ 0 w 477"/>
                  <a:gd name="T1" fmla="*/ 254 h 505"/>
                  <a:gd name="T2" fmla="*/ 0 w 477"/>
                  <a:gd name="T3" fmla="*/ 253 h 505"/>
                  <a:gd name="T4" fmla="*/ 240 w 477"/>
                  <a:gd name="T5" fmla="*/ 0 h 505"/>
                  <a:gd name="T6" fmla="*/ 477 w 477"/>
                  <a:gd name="T7" fmla="*/ 263 h 505"/>
                  <a:gd name="T8" fmla="*/ 475 w 477"/>
                  <a:gd name="T9" fmla="*/ 300 h 505"/>
                  <a:gd name="T10" fmla="*/ 137 w 477"/>
                  <a:gd name="T11" fmla="*/ 300 h 505"/>
                  <a:gd name="T12" fmla="*/ 256 w 477"/>
                  <a:gd name="T13" fmla="*/ 395 h 505"/>
                  <a:gd name="T14" fmla="*/ 373 w 477"/>
                  <a:gd name="T15" fmla="*/ 345 h 505"/>
                  <a:gd name="T16" fmla="*/ 452 w 477"/>
                  <a:gd name="T17" fmla="*/ 415 h 505"/>
                  <a:gd name="T18" fmla="*/ 254 w 477"/>
                  <a:gd name="T19" fmla="*/ 505 h 505"/>
                  <a:gd name="T20" fmla="*/ 0 w 477"/>
                  <a:gd name="T21" fmla="*/ 254 h 505"/>
                  <a:gd name="T22" fmla="*/ 343 w 477"/>
                  <a:gd name="T23" fmla="*/ 214 h 505"/>
                  <a:gd name="T24" fmla="*/ 240 w 477"/>
                  <a:gd name="T25" fmla="*/ 111 h 505"/>
                  <a:gd name="T26" fmla="*/ 135 w 477"/>
                  <a:gd name="T27" fmla="*/ 214 h 505"/>
                  <a:gd name="T28" fmla="*/ 343 w 477"/>
                  <a:gd name="T29" fmla="*/ 21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77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99" y="0"/>
                      <a:pt x="240" y="0"/>
                    </a:cubicBezTo>
                    <a:cubicBezTo>
                      <a:pt x="402" y="0"/>
                      <a:pt x="477" y="126"/>
                      <a:pt x="477" y="263"/>
                    </a:cubicBezTo>
                    <a:cubicBezTo>
                      <a:pt x="477" y="274"/>
                      <a:pt x="476" y="287"/>
                      <a:pt x="475" y="300"/>
                    </a:cubicBezTo>
                    <a:cubicBezTo>
                      <a:pt x="137" y="300"/>
                      <a:pt x="137" y="300"/>
                      <a:pt x="137" y="300"/>
                    </a:cubicBezTo>
                    <a:cubicBezTo>
                      <a:pt x="151" y="362"/>
                      <a:pt x="194" y="395"/>
                      <a:pt x="256" y="395"/>
                    </a:cubicBezTo>
                    <a:cubicBezTo>
                      <a:pt x="302" y="395"/>
                      <a:pt x="335" y="380"/>
                      <a:pt x="373" y="345"/>
                    </a:cubicBezTo>
                    <a:cubicBezTo>
                      <a:pt x="452" y="415"/>
                      <a:pt x="452" y="415"/>
                      <a:pt x="452" y="415"/>
                    </a:cubicBezTo>
                    <a:cubicBezTo>
                      <a:pt x="407" y="471"/>
                      <a:pt x="342" y="505"/>
                      <a:pt x="254" y="505"/>
                    </a:cubicBezTo>
                    <a:cubicBezTo>
                      <a:pt x="108" y="505"/>
                      <a:pt x="0" y="403"/>
                      <a:pt x="0" y="254"/>
                    </a:cubicBezTo>
                    <a:close/>
                    <a:moveTo>
                      <a:pt x="343" y="214"/>
                    </a:moveTo>
                    <a:cubicBezTo>
                      <a:pt x="334" y="152"/>
                      <a:pt x="298" y="111"/>
                      <a:pt x="240" y="111"/>
                    </a:cubicBezTo>
                    <a:cubicBezTo>
                      <a:pt x="183" y="111"/>
                      <a:pt x="146" y="151"/>
                      <a:pt x="135" y="214"/>
                    </a:cubicBezTo>
                    <a:lnTo>
                      <a:pt x="343" y="2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94" name="Freeform 14">
                <a:extLst>
                  <a:ext uri="{FF2B5EF4-FFF2-40B4-BE49-F238E27FC236}">
                    <a16:creationId xmlns:a16="http://schemas.microsoft.com/office/drawing/2014/main" id="{F524D8E9-37C3-A27E-30E8-DF8ACF25D41F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348015" y="938123"/>
                <a:ext cx="195486" cy="219867"/>
              </a:xfrm>
              <a:custGeom>
                <a:avLst/>
                <a:gdLst>
                  <a:gd name="T0" fmla="*/ 0 w 450"/>
                  <a:gd name="T1" fmla="*/ 254 h 505"/>
                  <a:gd name="T2" fmla="*/ 0 w 450"/>
                  <a:gd name="T3" fmla="*/ 253 h 505"/>
                  <a:gd name="T4" fmla="*/ 254 w 450"/>
                  <a:gd name="T5" fmla="*/ 0 h 505"/>
                  <a:gd name="T6" fmla="*/ 448 w 450"/>
                  <a:gd name="T7" fmla="*/ 82 h 505"/>
                  <a:gd name="T8" fmla="*/ 363 w 450"/>
                  <a:gd name="T9" fmla="*/ 172 h 505"/>
                  <a:gd name="T10" fmla="*/ 253 w 450"/>
                  <a:gd name="T11" fmla="*/ 119 h 505"/>
                  <a:gd name="T12" fmla="*/ 135 w 450"/>
                  <a:gd name="T13" fmla="*/ 251 h 505"/>
                  <a:gd name="T14" fmla="*/ 135 w 450"/>
                  <a:gd name="T15" fmla="*/ 253 h 505"/>
                  <a:gd name="T16" fmla="*/ 258 w 450"/>
                  <a:gd name="T17" fmla="*/ 387 h 505"/>
                  <a:gd name="T18" fmla="*/ 370 w 450"/>
                  <a:gd name="T19" fmla="*/ 335 h 505"/>
                  <a:gd name="T20" fmla="*/ 450 w 450"/>
                  <a:gd name="T21" fmla="*/ 416 h 505"/>
                  <a:gd name="T22" fmla="*/ 252 w 450"/>
                  <a:gd name="T23" fmla="*/ 505 h 505"/>
                  <a:gd name="T24" fmla="*/ 0 w 450"/>
                  <a:gd name="T25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50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106" y="0"/>
                      <a:pt x="254" y="0"/>
                    </a:cubicBezTo>
                    <a:cubicBezTo>
                      <a:pt x="345" y="0"/>
                      <a:pt x="402" y="31"/>
                      <a:pt x="448" y="82"/>
                    </a:cubicBezTo>
                    <a:cubicBezTo>
                      <a:pt x="363" y="172"/>
                      <a:pt x="363" y="172"/>
                      <a:pt x="363" y="172"/>
                    </a:cubicBezTo>
                    <a:cubicBezTo>
                      <a:pt x="333" y="139"/>
                      <a:pt x="302" y="119"/>
                      <a:pt x="253" y="119"/>
                    </a:cubicBezTo>
                    <a:cubicBezTo>
                      <a:pt x="184" y="119"/>
                      <a:pt x="135" y="179"/>
                      <a:pt x="135" y="251"/>
                    </a:cubicBezTo>
                    <a:cubicBezTo>
                      <a:pt x="135" y="253"/>
                      <a:pt x="135" y="253"/>
                      <a:pt x="135" y="253"/>
                    </a:cubicBezTo>
                    <a:cubicBezTo>
                      <a:pt x="135" y="327"/>
                      <a:pt x="183" y="387"/>
                      <a:pt x="258" y="387"/>
                    </a:cubicBezTo>
                    <a:cubicBezTo>
                      <a:pt x="305" y="387"/>
                      <a:pt x="336" y="367"/>
                      <a:pt x="370" y="335"/>
                    </a:cubicBezTo>
                    <a:cubicBezTo>
                      <a:pt x="450" y="416"/>
                      <a:pt x="450" y="416"/>
                      <a:pt x="450" y="416"/>
                    </a:cubicBezTo>
                    <a:cubicBezTo>
                      <a:pt x="403" y="468"/>
                      <a:pt x="349" y="505"/>
                      <a:pt x="252" y="505"/>
                    </a:cubicBezTo>
                    <a:cubicBezTo>
                      <a:pt x="106" y="505"/>
                      <a:pt x="0" y="393"/>
                      <a:pt x="0" y="2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95" name="Freeform 15">
                <a:extLst>
                  <a:ext uri="{FF2B5EF4-FFF2-40B4-BE49-F238E27FC236}">
                    <a16:creationId xmlns:a16="http://schemas.microsoft.com/office/drawing/2014/main" id="{083673F6-E265-4005-D62C-293234A8CE09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553254" y="866312"/>
                <a:ext cx="193270" cy="286802"/>
              </a:xfrm>
              <a:custGeom>
                <a:avLst/>
                <a:gdLst>
                  <a:gd name="T0" fmla="*/ 0 w 445"/>
                  <a:gd name="T1" fmla="*/ 0 h 660"/>
                  <a:gd name="T2" fmla="*/ 138 w 445"/>
                  <a:gd name="T3" fmla="*/ 0 h 660"/>
                  <a:gd name="T4" fmla="*/ 138 w 445"/>
                  <a:gd name="T5" fmla="*/ 244 h 660"/>
                  <a:gd name="T6" fmla="*/ 280 w 445"/>
                  <a:gd name="T7" fmla="*/ 166 h 660"/>
                  <a:gd name="T8" fmla="*/ 445 w 445"/>
                  <a:gd name="T9" fmla="*/ 346 h 660"/>
                  <a:gd name="T10" fmla="*/ 445 w 445"/>
                  <a:gd name="T11" fmla="*/ 660 h 660"/>
                  <a:gd name="T12" fmla="*/ 307 w 445"/>
                  <a:gd name="T13" fmla="*/ 660 h 660"/>
                  <a:gd name="T14" fmla="*/ 307 w 445"/>
                  <a:gd name="T15" fmla="*/ 390 h 660"/>
                  <a:gd name="T16" fmla="*/ 224 w 445"/>
                  <a:gd name="T17" fmla="*/ 291 h 660"/>
                  <a:gd name="T18" fmla="*/ 138 w 445"/>
                  <a:gd name="T19" fmla="*/ 390 h 660"/>
                  <a:gd name="T20" fmla="*/ 138 w 445"/>
                  <a:gd name="T21" fmla="*/ 660 h 660"/>
                  <a:gd name="T22" fmla="*/ 0 w 445"/>
                  <a:gd name="T23" fmla="*/ 660 h 660"/>
                  <a:gd name="T24" fmla="*/ 0 w 445"/>
                  <a:gd name="T25" fmla="*/ 0 h 6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45" h="660">
                    <a:moveTo>
                      <a:pt x="0" y="0"/>
                    </a:moveTo>
                    <a:cubicBezTo>
                      <a:pt x="138" y="0"/>
                      <a:pt x="138" y="0"/>
                      <a:pt x="138" y="0"/>
                    </a:cubicBezTo>
                    <a:cubicBezTo>
                      <a:pt x="138" y="244"/>
                      <a:pt x="138" y="244"/>
                      <a:pt x="138" y="244"/>
                    </a:cubicBezTo>
                    <a:cubicBezTo>
                      <a:pt x="169" y="203"/>
                      <a:pt x="210" y="166"/>
                      <a:pt x="280" y="166"/>
                    </a:cubicBezTo>
                    <a:cubicBezTo>
                      <a:pt x="384" y="166"/>
                      <a:pt x="445" y="235"/>
                      <a:pt x="445" y="346"/>
                    </a:cubicBezTo>
                    <a:cubicBezTo>
                      <a:pt x="445" y="660"/>
                      <a:pt x="445" y="660"/>
                      <a:pt x="445" y="660"/>
                    </a:cubicBezTo>
                    <a:cubicBezTo>
                      <a:pt x="307" y="660"/>
                      <a:pt x="307" y="660"/>
                      <a:pt x="307" y="660"/>
                    </a:cubicBezTo>
                    <a:cubicBezTo>
                      <a:pt x="307" y="390"/>
                      <a:pt x="307" y="390"/>
                      <a:pt x="307" y="390"/>
                    </a:cubicBezTo>
                    <a:cubicBezTo>
                      <a:pt x="307" y="324"/>
                      <a:pt x="276" y="291"/>
                      <a:pt x="224" y="291"/>
                    </a:cubicBezTo>
                    <a:cubicBezTo>
                      <a:pt x="171" y="291"/>
                      <a:pt x="138" y="324"/>
                      <a:pt x="138" y="390"/>
                    </a:cubicBezTo>
                    <a:cubicBezTo>
                      <a:pt x="138" y="660"/>
                      <a:pt x="138" y="660"/>
                      <a:pt x="138" y="660"/>
                    </a:cubicBezTo>
                    <a:cubicBezTo>
                      <a:pt x="0" y="660"/>
                      <a:pt x="0" y="660"/>
                      <a:pt x="0" y="66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96" name="Freeform 16">
                <a:extLst>
                  <a:ext uri="{FF2B5EF4-FFF2-40B4-BE49-F238E27FC236}">
                    <a16:creationId xmlns:a16="http://schemas.microsoft.com/office/drawing/2014/main" id="{4F04928C-BA06-2085-F636-A4F44FC6E987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762039" y="938123"/>
                <a:ext cx="192827" cy="214991"/>
              </a:xfrm>
              <a:custGeom>
                <a:avLst/>
                <a:gdLst>
                  <a:gd name="T0" fmla="*/ 0 w 444"/>
                  <a:gd name="T1" fmla="*/ 9 h 494"/>
                  <a:gd name="T2" fmla="*/ 137 w 444"/>
                  <a:gd name="T3" fmla="*/ 9 h 494"/>
                  <a:gd name="T4" fmla="*/ 137 w 444"/>
                  <a:gd name="T5" fmla="*/ 78 h 494"/>
                  <a:gd name="T6" fmla="*/ 279 w 444"/>
                  <a:gd name="T7" fmla="*/ 0 h 494"/>
                  <a:gd name="T8" fmla="*/ 444 w 444"/>
                  <a:gd name="T9" fmla="*/ 180 h 494"/>
                  <a:gd name="T10" fmla="*/ 444 w 444"/>
                  <a:gd name="T11" fmla="*/ 494 h 494"/>
                  <a:gd name="T12" fmla="*/ 306 w 444"/>
                  <a:gd name="T13" fmla="*/ 494 h 494"/>
                  <a:gd name="T14" fmla="*/ 306 w 444"/>
                  <a:gd name="T15" fmla="*/ 224 h 494"/>
                  <a:gd name="T16" fmla="*/ 223 w 444"/>
                  <a:gd name="T17" fmla="*/ 125 h 494"/>
                  <a:gd name="T18" fmla="*/ 137 w 444"/>
                  <a:gd name="T19" fmla="*/ 224 h 494"/>
                  <a:gd name="T20" fmla="*/ 137 w 444"/>
                  <a:gd name="T21" fmla="*/ 494 h 494"/>
                  <a:gd name="T22" fmla="*/ 0 w 444"/>
                  <a:gd name="T23" fmla="*/ 494 h 494"/>
                  <a:gd name="T24" fmla="*/ 0 w 444"/>
                  <a:gd name="T25" fmla="*/ 9 h 4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44" h="494">
                    <a:moveTo>
                      <a:pt x="0" y="9"/>
                    </a:moveTo>
                    <a:cubicBezTo>
                      <a:pt x="137" y="9"/>
                      <a:pt x="137" y="9"/>
                      <a:pt x="137" y="9"/>
                    </a:cubicBezTo>
                    <a:cubicBezTo>
                      <a:pt x="137" y="78"/>
                      <a:pt x="137" y="78"/>
                      <a:pt x="137" y="78"/>
                    </a:cubicBezTo>
                    <a:cubicBezTo>
                      <a:pt x="169" y="37"/>
                      <a:pt x="210" y="0"/>
                      <a:pt x="279" y="0"/>
                    </a:cubicBezTo>
                    <a:cubicBezTo>
                      <a:pt x="383" y="0"/>
                      <a:pt x="444" y="69"/>
                      <a:pt x="444" y="180"/>
                    </a:cubicBezTo>
                    <a:cubicBezTo>
                      <a:pt x="444" y="494"/>
                      <a:pt x="444" y="494"/>
                      <a:pt x="444" y="494"/>
                    </a:cubicBezTo>
                    <a:cubicBezTo>
                      <a:pt x="306" y="494"/>
                      <a:pt x="306" y="494"/>
                      <a:pt x="306" y="494"/>
                    </a:cubicBezTo>
                    <a:cubicBezTo>
                      <a:pt x="306" y="224"/>
                      <a:pt x="306" y="224"/>
                      <a:pt x="306" y="224"/>
                    </a:cubicBezTo>
                    <a:cubicBezTo>
                      <a:pt x="306" y="158"/>
                      <a:pt x="276" y="125"/>
                      <a:pt x="223" y="125"/>
                    </a:cubicBezTo>
                    <a:cubicBezTo>
                      <a:pt x="171" y="125"/>
                      <a:pt x="137" y="158"/>
                      <a:pt x="137" y="224"/>
                    </a:cubicBezTo>
                    <a:cubicBezTo>
                      <a:pt x="137" y="494"/>
                      <a:pt x="137" y="494"/>
                      <a:pt x="137" y="494"/>
                    </a:cubicBezTo>
                    <a:cubicBezTo>
                      <a:pt x="0" y="494"/>
                      <a:pt x="0" y="494"/>
                      <a:pt x="0" y="494"/>
                    </a:cubicBezTo>
                    <a:lnTo>
                      <a:pt x="0" y="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97" name="Freeform 17">
                <a:extLst>
                  <a:ext uri="{FF2B5EF4-FFF2-40B4-BE49-F238E27FC236}">
                    <a16:creationId xmlns:a16="http://schemas.microsoft.com/office/drawing/2014/main" id="{0B7609F1-6889-0F3F-1078-1078D3AEDAE7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5967277" y="938123"/>
                <a:ext cx="228289" cy="219867"/>
              </a:xfrm>
              <a:custGeom>
                <a:avLst/>
                <a:gdLst>
                  <a:gd name="T0" fmla="*/ 0 w 525"/>
                  <a:gd name="T1" fmla="*/ 254 h 505"/>
                  <a:gd name="T2" fmla="*/ 0 w 525"/>
                  <a:gd name="T3" fmla="*/ 253 h 505"/>
                  <a:gd name="T4" fmla="*/ 263 w 525"/>
                  <a:gd name="T5" fmla="*/ 0 h 505"/>
                  <a:gd name="T6" fmla="*/ 525 w 525"/>
                  <a:gd name="T7" fmla="*/ 251 h 505"/>
                  <a:gd name="T8" fmla="*/ 525 w 525"/>
                  <a:gd name="T9" fmla="*/ 253 h 505"/>
                  <a:gd name="T10" fmla="*/ 262 w 525"/>
                  <a:gd name="T11" fmla="*/ 505 h 505"/>
                  <a:gd name="T12" fmla="*/ 0 w 525"/>
                  <a:gd name="T13" fmla="*/ 254 h 505"/>
                  <a:gd name="T14" fmla="*/ 389 w 525"/>
                  <a:gd name="T15" fmla="*/ 254 h 505"/>
                  <a:gd name="T16" fmla="*/ 389 w 525"/>
                  <a:gd name="T17" fmla="*/ 253 h 505"/>
                  <a:gd name="T18" fmla="*/ 262 w 525"/>
                  <a:gd name="T19" fmla="*/ 119 h 505"/>
                  <a:gd name="T20" fmla="*/ 136 w 525"/>
                  <a:gd name="T21" fmla="*/ 251 h 505"/>
                  <a:gd name="T22" fmla="*/ 136 w 525"/>
                  <a:gd name="T23" fmla="*/ 253 h 505"/>
                  <a:gd name="T24" fmla="*/ 263 w 525"/>
                  <a:gd name="T25" fmla="*/ 387 h 505"/>
                  <a:gd name="T26" fmla="*/ 389 w 525"/>
                  <a:gd name="T27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5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3"/>
                      <a:pt x="112" y="0"/>
                      <a:pt x="263" y="0"/>
                    </a:cubicBezTo>
                    <a:cubicBezTo>
                      <a:pt x="414" y="0"/>
                      <a:pt x="525" y="111"/>
                      <a:pt x="525" y="251"/>
                    </a:cubicBezTo>
                    <a:cubicBezTo>
                      <a:pt x="525" y="253"/>
                      <a:pt x="525" y="253"/>
                      <a:pt x="525" y="253"/>
                    </a:cubicBezTo>
                    <a:cubicBezTo>
                      <a:pt x="525" y="392"/>
                      <a:pt x="413" y="505"/>
                      <a:pt x="262" y="505"/>
                    </a:cubicBezTo>
                    <a:cubicBezTo>
                      <a:pt x="111" y="505"/>
                      <a:pt x="0" y="394"/>
                      <a:pt x="0" y="254"/>
                    </a:cubicBezTo>
                    <a:close/>
                    <a:moveTo>
                      <a:pt x="389" y="254"/>
                    </a:moveTo>
                    <a:cubicBezTo>
                      <a:pt x="389" y="253"/>
                      <a:pt x="389" y="253"/>
                      <a:pt x="389" y="253"/>
                    </a:cubicBezTo>
                    <a:cubicBezTo>
                      <a:pt x="389" y="181"/>
                      <a:pt x="338" y="119"/>
                      <a:pt x="262" y="119"/>
                    </a:cubicBezTo>
                    <a:cubicBezTo>
                      <a:pt x="183" y="119"/>
                      <a:pt x="136" y="179"/>
                      <a:pt x="136" y="251"/>
                    </a:cubicBezTo>
                    <a:cubicBezTo>
                      <a:pt x="136" y="253"/>
                      <a:pt x="136" y="253"/>
                      <a:pt x="136" y="253"/>
                    </a:cubicBezTo>
                    <a:cubicBezTo>
                      <a:pt x="136" y="324"/>
                      <a:pt x="187" y="387"/>
                      <a:pt x="263" y="387"/>
                    </a:cubicBezTo>
                    <a:cubicBezTo>
                      <a:pt x="342" y="387"/>
                      <a:pt x="389" y="326"/>
                      <a:pt x="389" y="2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98" name="Rectangle 18">
                <a:extLst>
                  <a:ext uri="{FF2B5EF4-FFF2-40B4-BE49-F238E27FC236}">
                    <a16:creationId xmlns:a16="http://schemas.microsoft.com/office/drawing/2014/main" id="{14DEDB85-DF79-F93C-595F-4B0E6B36F339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207091" y="866312"/>
                <a:ext cx="59843" cy="286802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99" name="Freeform 19">
                <a:extLst>
                  <a:ext uri="{FF2B5EF4-FFF2-40B4-BE49-F238E27FC236}">
                    <a16:creationId xmlns:a16="http://schemas.microsoft.com/office/drawing/2014/main" id="{481DD98C-1DDB-14FF-BA62-46FAD00BAA89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278460" y="938123"/>
                <a:ext cx="228732" cy="219867"/>
              </a:xfrm>
              <a:custGeom>
                <a:avLst/>
                <a:gdLst>
                  <a:gd name="T0" fmla="*/ 0 w 526"/>
                  <a:gd name="T1" fmla="*/ 254 h 505"/>
                  <a:gd name="T2" fmla="*/ 0 w 526"/>
                  <a:gd name="T3" fmla="*/ 253 h 505"/>
                  <a:gd name="T4" fmla="*/ 264 w 526"/>
                  <a:gd name="T5" fmla="*/ 0 h 505"/>
                  <a:gd name="T6" fmla="*/ 526 w 526"/>
                  <a:gd name="T7" fmla="*/ 251 h 505"/>
                  <a:gd name="T8" fmla="*/ 526 w 526"/>
                  <a:gd name="T9" fmla="*/ 253 h 505"/>
                  <a:gd name="T10" fmla="*/ 262 w 526"/>
                  <a:gd name="T11" fmla="*/ 505 h 505"/>
                  <a:gd name="T12" fmla="*/ 0 w 526"/>
                  <a:gd name="T13" fmla="*/ 254 h 505"/>
                  <a:gd name="T14" fmla="*/ 390 w 526"/>
                  <a:gd name="T15" fmla="*/ 254 h 505"/>
                  <a:gd name="T16" fmla="*/ 390 w 526"/>
                  <a:gd name="T17" fmla="*/ 253 h 505"/>
                  <a:gd name="T18" fmla="*/ 262 w 526"/>
                  <a:gd name="T19" fmla="*/ 119 h 505"/>
                  <a:gd name="T20" fmla="*/ 136 w 526"/>
                  <a:gd name="T21" fmla="*/ 251 h 505"/>
                  <a:gd name="T22" fmla="*/ 136 w 526"/>
                  <a:gd name="T23" fmla="*/ 253 h 505"/>
                  <a:gd name="T24" fmla="*/ 264 w 526"/>
                  <a:gd name="T25" fmla="*/ 387 h 505"/>
                  <a:gd name="T26" fmla="*/ 390 w 526"/>
                  <a:gd name="T27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6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3"/>
                      <a:pt x="113" y="0"/>
                      <a:pt x="264" y="0"/>
                    </a:cubicBezTo>
                    <a:cubicBezTo>
                      <a:pt x="414" y="0"/>
                      <a:pt x="526" y="111"/>
                      <a:pt x="526" y="251"/>
                    </a:cubicBezTo>
                    <a:cubicBezTo>
                      <a:pt x="526" y="253"/>
                      <a:pt x="526" y="253"/>
                      <a:pt x="526" y="253"/>
                    </a:cubicBezTo>
                    <a:cubicBezTo>
                      <a:pt x="526" y="392"/>
                      <a:pt x="413" y="505"/>
                      <a:pt x="262" y="505"/>
                    </a:cubicBezTo>
                    <a:cubicBezTo>
                      <a:pt x="112" y="505"/>
                      <a:pt x="0" y="394"/>
                      <a:pt x="0" y="254"/>
                    </a:cubicBezTo>
                    <a:close/>
                    <a:moveTo>
                      <a:pt x="390" y="254"/>
                    </a:moveTo>
                    <a:cubicBezTo>
                      <a:pt x="390" y="253"/>
                      <a:pt x="390" y="253"/>
                      <a:pt x="390" y="253"/>
                    </a:cubicBezTo>
                    <a:cubicBezTo>
                      <a:pt x="390" y="181"/>
                      <a:pt x="338" y="119"/>
                      <a:pt x="262" y="119"/>
                    </a:cubicBezTo>
                    <a:cubicBezTo>
                      <a:pt x="183" y="119"/>
                      <a:pt x="136" y="179"/>
                      <a:pt x="136" y="251"/>
                    </a:cubicBezTo>
                    <a:cubicBezTo>
                      <a:pt x="136" y="253"/>
                      <a:pt x="136" y="253"/>
                      <a:pt x="136" y="253"/>
                    </a:cubicBezTo>
                    <a:cubicBezTo>
                      <a:pt x="136" y="324"/>
                      <a:pt x="188" y="387"/>
                      <a:pt x="264" y="387"/>
                    </a:cubicBezTo>
                    <a:cubicBezTo>
                      <a:pt x="343" y="387"/>
                      <a:pt x="390" y="326"/>
                      <a:pt x="390" y="2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100" name="Freeform 20">
                <a:extLst>
                  <a:ext uri="{FF2B5EF4-FFF2-40B4-BE49-F238E27FC236}">
                    <a16:creationId xmlns:a16="http://schemas.microsoft.com/office/drawing/2014/main" id="{BDC10D2B-8240-1306-CC54-B3F0CF2378C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516057" y="938123"/>
                <a:ext cx="221197" cy="278823"/>
              </a:xfrm>
              <a:custGeom>
                <a:avLst/>
                <a:gdLst>
                  <a:gd name="T0" fmla="*/ 24 w 509"/>
                  <a:gd name="T1" fmla="*/ 590 h 641"/>
                  <a:gd name="T2" fmla="*/ 71 w 509"/>
                  <a:gd name="T3" fmla="*/ 487 h 641"/>
                  <a:gd name="T4" fmla="*/ 235 w 509"/>
                  <a:gd name="T5" fmla="*/ 531 h 641"/>
                  <a:gd name="T6" fmla="*/ 373 w 509"/>
                  <a:gd name="T7" fmla="*/ 399 h 641"/>
                  <a:gd name="T8" fmla="*/ 373 w 509"/>
                  <a:gd name="T9" fmla="*/ 376 h 641"/>
                  <a:gd name="T10" fmla="*/ 215 w 509"/>
                  <a:gd name="T11" fmla="*/ 454 h 641"/>
                  <a:gd name="T12" fmla="*/ 0 w 509"/>
                  <a:gd name="T13" fmla="*/ 228 h 641"/>
                  <a:gd name="T14" fmla="*/ 0 w 509"/>
                  <a:gd name="T15" fmla="*/ 226 h 641"/>
                  <a:gd name="T16" fmla="*/ 215 w 509"/>
                  <a:gd name="T17" fmla="*/ 0 h 641"/>
                  <a:gd name="T18" fmla="*/ 372 w 509"/>
                  <a:gd name="T19" fmla="*/ 72 h 641"/>
                  <a:gd name="T20" fmla="*/ 372 w 509"/>
                  <a:gd name="T21" fmla="*/ 9 h 641"/>
                  <a:gd name="T22" fmla="*/ 509 w 509"/>
                  <a:gd name="T23" fmla="*/ 9 h 641"/>
                  <a:gd name="T24" fmla="*/ 509 w 509"/>
                  <a:gd name="T25" fmla="*/ 385 h 641"/>
                  <a:gd name="T26" fmla="*/ 448 w 509"/>
                  <a:gd name="T27" fmla="*/ 576 h 641"/>
                  <a:gd name="T28" fmla="*/ 239 w 509"/>
                  <a:gd name="T29" fmla="*/ 641 h 641"/>
                  <a:gd name="T30" fmla="*/ 24 w 509"/>
                  <a:gd name="T31" fmla="*/ 590 h 641"/>
                  <a:gd name="T32" fmla="*/ 373 w 509"/>
                  <a:gd name="T33" fmla="*/ 228 h 641"/>
                  <a:gd name="T34" fmla="*/ 373 w 509"/>
                  <a:gd name="T35" fmla="*/ 226 h 641"/>
                  <a:gd name="T36" fmla="*/ 255 w 509"/>
                  <a:gd name="T37" fmla="*/ 114 h 641"/>
                  <a:gd name="T38" fmla="*/ 137 w 509"/>
                  <a:gd name="T39" fmla="*/ 226 h 641"/>
                  <a:gd name="T40" fmla="*/ 137 w 509"/>
                  <a:gd name="T41" fmla="*/ 228 h 641"/>
                  <a:gd name="T42" fmla="*/ 255 w 509"/>
                  <a:gd name="T43" fmla="*/ 340 h 641"/>
                  <a:gd name="T44" fmla="*/ 373 w 509"/>
                  <a:gd name="T45" fmla="*/ 228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509" h="641">
                    <a:moveTo>
                      <a:pt x="24" y="590"/>
                    </a:moveTo>
                    <a:cubicBezTo>
                      <a:pt x="71" y="487"/>
                      <a:pt x="71" y="487"/>
                      <a:pt x="71" y="487"/>
                    </a:cubicBezTo>
                    <a:cubicBezTo>
                      <a:pt x="121" y="515"/>
                      <a:pt x="171" y="531"/>
                      <a:pt x="235" y="531"/>
                    </a:cubicBezTo>
                    <a:cubicBezTo>
                      <a:pt x="329" y="531"/>
                      <a:pt x="373" y="486"/>
                      <a:pt x="373" y="399"/>
                    </a:cubicBezTo>
                    <a:cubicBezTo>
                      <a:pt x="373" y="376"/>
                      <a:pt x="373" y="376"/>
                      <a:pt x="373" y="376"/>
                    </a:cubicBezTo>
                    <a:cubicBezTo>
                      <a:pt x="333" y="425"/>
                      <a:pt x="288" y="454"/>
                      <a:pt x="215" y="454"/>
                    </a:cubicBezTo>
                    <a:cubicBezTo>
                      <a:pt x="102" y="454"/>
                      <a:pt x="0" y="372"/>
                      <a:pt x="0" y="228"/>
                    </a:cubicBezTo>
                    <a:cubicBezTo>
                      <a:pt x="0" y="226"/>
                      <a:pt x="0" y="226"/>
                      <a:pt x="0" y="226"/>
                    </a:cubicBezTo>
                    <a:cubicBezTo>
                      <a:pt x="0" y="82"/>
                      <a:pt x="104" y="0"/>
                      <a:pt x="215" y="0"/>
                    </a:cubicBezTo>
                    <a:cubicBezTo>
                      <a:pt x="290" y="0"/>
                      <a:pt x="334" y="32"/>
                      <a:pt x="372" y="72"/>
                    </a:cubicBezTo>
                    <a:cubicBezTo>
                      <a:pt x="372" y="9"/>
                      <a:pt x="372" y="9"/>
                      <a:pt x="372" y="9"/>
                    </a:cubicBezTo>
                    <a:cubicBezTo>
                      <a:pt x="509" y="9"/>
                      <a:pt x="509" y="9"/>
                      <a:pt x="509" y="9"/>
                    </a:cubicBezTo>
                    <a:cubicBezTo>
                      <a:pt x="509" y="385"/>
                      <a:pt x="509" y="385"/>
                      <a:pt x="509" y="385"/>
                    </a:cubicBezTo>
                    <a:cubicBezTo>
                      <a:pt x="509" y="472"/>
                      <a:pt x="488" y="535"/>
                      <a:pt x="448" y="576"/>
                    </a:cubicBezTo>
                    <a:cubicBezTo>
                      <a:pt x="402" y="621"/>
                      <a:pt x="333" y="641"/>
                      <a:pt x="239" y="641"/>
                    </a:cubicBezTo>
                    <a:cubicBezTo>
                      <a:pt x="160" y="641"/>
                      <a:pt x="86" y="623"/>
                      <a:pt x="24" y="590"/>
                    </a:cubicBezTo>
                    <a:close/>
                    <a:moveTo>
                      <a:pt x="373" y="228"/>
                    </a:moveTo>
                    <a:cubicBezTo>
                      <a:pt x="373" y="226"/>
                      <a:pt x="373" y="226"/>
                      <a:pt x="373" y="226"/>
                    </a:cubicBezTo>
                    <a:cubicBezTo>
                      <a:pt x="373" y="160"/>
                      <a:pt x="322" y="114"/>
                      <a:pt x="255" y="114"/>
                    </a:cubicBezTo>
                    <a:cubicBezTo>
                      <a:pt x="188" y="114"/>
                      <a:pt x="137" y="160"/>
                      <a:pt x="137" y="226"/>
                    </a:cubicBezTo>
                    <a:cubicBezTo>
                      <a:pt x="137" y="228"/>
                      <a:pt x="137" y="228"/>
                      <a:pt x="137" y="228"/>
                    </a:cubicBezTo>
                    <a:cubicBezTo>
                      <a:pt x="137" y="295"/>
                      <a:pt x="188" y="340"/>
                      <a:pt x="255" y="340"/>
                    </a:cubicBezTo>
                    <a:cubicBezTo>
                      <a:pt x="322" y="340"/>
                      <a:pt x="373" y="294"/>
                      <a:pt x="373" y="22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101" name="Freeform 21">
                <a:extLst>
                  <a:ext uri="{FF2B5EF4-FFF2-40B4-BE49-F238E27FC236}">
                    <a16:creationId xmlns:a16="http://schemas.microsoft.com/office/drawing/2014/main" id="{A2A74FC7-B210-AC23-8BAD-A8CEF20144F7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747450" y="942113"/>
                <a:ext cx="219424" cy="275277"/>
              </a:xfrm>
              <a:custGeom>
                <a:avLst/>
                <a:gdLst>
                  <a:gd name="T0" fmla="*/ 362 w 505"/>
                  <a:gd name="T1" fmla="*/ 0 h 633"/>
                  <a:gd name="T2" fmla="*/ 505 w 505"/>
                  <a:gd name="T3" fmla="*/ 0 h 633"/>
                  <a:gd name="T4" fmla="*/ 319 w 505"/>
                  <a:gd name="T5" fmla="*/ 497 h 633"/>
                  <a:gd name="T6" fmla="*/ 159 w 505"/>
                  <a:gd name="T7" fmla="*/ 633 h 633"/>
                  <a:gd name="T8" fmla="*/ 37 w 505"/>
                  <a:gd name="T9" fmla="*/ 599 h 633"/>
                  <a:gd name="T10" fmla="*/ 83 w 505"/>
                  <a:gd name="T11" fmla="*/ 500 h 633"/>
                  <a:gd name="T12" fmla="*/ 142 w 505"/>
                  <a:gd name="T13" fmla="*/ 519 h 633"/>
                  <a:gd name="T14" fmla="*/ 190 w 505"/>
                  <a:gd name="T15" fmla="*/ 487 h 633"/>
                  <a:gd name="T16" fmla="*/ 0 w 505"/>
                  <a:gd name="T17" fmla="*/ 0 h 633"/>
                  <a:gd name="T18" fmla="*/ 146 w 505"/>
                  <a:gd name="T19" fmla="*/ 0 h 633"/>
                  <a:gd name="T20" fmla="*/ 256 w 505"/>
                  <a:gd name="T21" fmla="*/ 331 h 633"/>
                  <a:gd name="T22" fmla="*/ 362 w 505"/>
                  <a:gd name="T23" fmla="*/ 0 h 6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505" h="633">
                    <a:moveTo>
                      <a:pt x="362" y="0"/>
                    </a:moveTo>
                    <a:cubicBezTo>
                      <a:pt x="505" y="0"/>
                      <a:pt x="505" y="0"/>
                      <a:pt x="505" y="0"/>
                    </a:cubicBezTo>
                    <a:cubicBezTo>
                      <a:pt x="319" y="497"/>
                      <a:pt x="319" y="497"/>
                      <a:pt x="319" y="497"/>
                    </a:cubicBezTo>
                    <a:cubicBezTo>
                      <a:pt x="282" y="596"/>
                      <a:pt x="242" y="633"/>
                      <a:pt x="159" y="633"/>
                    </a:cubicBezTo>
                    <a:cubicBezTo>
                      <a:pt x="110" y="633"/>
                      <a:pt x="73" y="620"/>
                      <a:pt x="37" y="599"/>
                    </a:cubicBezTo>
                    <a:cubicBezTo>
                      <a:pt x="83" y="500"/>
                      <a:pt x="83" y="500"/>
                      <a:pt x="83" y="500"/>
                    </a:cubicBezTo>
                    <a:cubicBezTo>
                      <a:pt x="101" y="511"/>
                      <a:pt x="124" y="519"/>
                      <a:pt x="142" y="519"/>
                    </a:cubicBezTo>
                    <a:cubicBezTo>
                      <a:pt x="166" y="519"/>
                      <a:pt x="178" y="512"/>
                      <a:pt x="190" y="487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46" y="0"/>
                      <a:pt x="146" y="0"/>
                      <a:pt x="146" y="0"/>
                    </a:cubicBezTo>
                    <a:cubicBezTo>
                      <a:pt x="256" y="331"/>
                      <a:pt x="256" y="331"/>
                      <a:pt x="256" y="331"/>
                    </a:cubicBezTo>
                    <a:lnTo>
                      <a:pt x="362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102" name="Freeform 22">
                <a:extLst>
                  <a:ext uri="{FF2B5EF4-FFF2-40B4-BE49-F238E27FC236}">
                    <a16:creationId xmlns:a16="http://schemas.microsoft.com/office/drawing/2014/main" id="{ACC82ECF-72D6-6ED9-EF73-7495DE192F95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005842" y="1258171"/>
                <a:ext cx="132541" cy="290348"/>
              </a:xfrm>
              <a:custGeom>
                <a:avLst/>
                <a:gdLst>
                  <a:gd name="T0" fmla="*/ 57 w 305"/>
                  <a:gd name="T1" fmla="*/ 299 h 667"/>
                  <a:gd name="T2" fmla="*/ 0 w 305"/>
                  <a:gd name="T3" fmla="*/ 299 h 667"/>
                  <a:gd name="T4" fmla="*/ 0 w 305"/>
                  <a:gd name="T5" fmla="*/ 186 h 667"/>
                  <a:gd name="T6" fmla="*/ 57 w 305"/>
                  <a:gd name="T7" fmla="*/ 186 h 667"/>
                  <a:gd name="T8" fmla="*/ 57 w 305"/>
                  <a:gd name="T9" fmla="*/ 155 h 667"/>
                  <a:gd name="T10" fmla="*/ 96 w 305"/>
                  <a:gd name="T11" fmla="*/ 38 h 667"/>
                  <a:gd name="T12" fmla="*/ 208 w 305"/>
                  <a:gd name="T13" fmla="*/ 0 h 667"/>
                  <a:gd name="T14" fmla="*/ 305 w 305"/>
                  <a:gd name="T15" fmla="*/ 13 h 667"/>
                  <a:gd name="T16" fmla="*/ 305 w 305"/>
                  <a:gd name="T17" fmla="*/ 127 h 667"/>
                  <a:gd name="T18" fmla="*/ 243 w 305"/>
                  <a:gd name="T19" fmla="*/ 115 h 667"/>
                  <a:gd name="T20" fmla="*/ 193 w 305"/>
                  <a:gd name="T21" fmla="*/ 168 h 667"/>
                  <a:gd name="T22" fmla="*/ 193 w 305"/>
                  <a:gd name="T23" fmla="*/ 187 h 667"/>
                  <a:gd name="T24" fmla="*/ 305 w 305"/>
                  <a:gd name="T25" fmla="*/ 187 h 667"/>
                  <a:gd name="T26" fmla="*/ 305 w 305"/>
                  <a:gd name="T27" fmla="*/ 299 h 667"/>
                  <a:gd name="T28" fmla="*/ 195 w 305"/>
                  <a:gd name="T29" fmla="*/ 299 h 667"/>
                  <a:gd name="T30" fmla="*/ 195 w 305"/>
                  <a:gd name="T31" fmla="*/ 667 h 667"/>
                  <a:gd name="T32" fmla="*/ 57 w 305"/>
                  <a:gd name="T33" fmla="*/ 667 h 667"/>
                  <a:gd name="T34" fmla="*/ 57 w 305"/>
                  <a:gd name="T35" fmla="*/ 299 h 6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305" h="667">
                    <a:moveTo>
                      <a:pt x="57" y="299"/>
                    </a:moveTo>
                    <a:cubicBezTo>
                      <a:pt x="0" y="299"/>
                      <a:pt x="0" y="299"/>
                      <a:pt x="0" y="299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57" y="186"/>
                      <a:pt x="57" y="186"/>
                      <a:pt x="57" y="186"/>
                    </a:cubicBezTo>
                    <a:cubicBezTo>
                      <a:pt x="57" y="155"/>
                      <a:pt x="57" y="155"/>
                      <a:pt x="57" y="155"/>
                    </a:cubicBezTo>
                    <a:cubicBezTo>
                      <a:pt x="57" y="102"/>
                      <a:pt x="71" y="63"/>
                      <a:pt x="96" y="38"/>
                    </a:cubicBezTo>
                    <a:cubicBezTo>
                      <a:pt x="122" y="12"/>
                      <a:pt x="159" y="0"/>
                      <a:pt x="208" y="0"/>
                    </a:cubicBezTo>
                    <a:cubicBezTo>
                      <a:pt x="251" y="0"/>
                      <a:pt x="280" y="5"/>
                      <a:pt x="305" y="13"/>
                    </a:cubicBezTo>
                    <a:cubicBezTo>
                      <a:pt x="305" y="127"/>
                      <a:pt x="305" y="127"/>
                      <a:pt x="305" y="127"/>
                    </a:cubicBezTo>
                    <a:cubicBezTo>
                      <a:pt x="286" y="120"/>
                      <a:pt x="267" y="115"/>
                      <a:pt x="243" y="115"/>
                    </a:cubicBezTo>
                    <a:cubicBezTo>
                      <a:pt x="211" y="115"/>
                      <a:pt x="193" y="132"/>
                      <a:pt x="193" y="168"/>
                    </a:cubicBezTo>
                    <a:cubicBezTo>
                      <a:pt x="193" y="187"/>
                      <a:pt x="193" y="187"/>
                      <a:pt x="193" y="187"/>
                    </a:cubicBezTo>
                    <a:cubicBezTo>
                      <a:pt x="305" y="187"/>
                      <a:pt x="305" y="187"/>
                      <a:pt x="305" y="187"/>
                    </a:cubicBezTo>
                    <a:cubicBezTo>
                      <a:pt x="305" y="299"/>
                      <a:pt x="305" y="299"/>
                      <a:pt x="305" y="299"/>
                    </a:cubicBezTo>
                    <a:cubicBezTo>
                      <a:pt x="195" y="299"/>
                      <a:pt x="195" y="299"/>
                      <a:pt x="195" y="299"/>
                    </a:cubicBezTo>
                    <a:cubicBezTo>
                      <a:pt x="195" y="667"/>
                      <a:pt x="195" y="667"/>
                      <a:pt x="195" y="667"/>
                    </a:cubicBezTo>
                    <a:cubicBezTo>
                      <a:pt x="57" y="667"/>
                      <a:pt x="57" y="667"/>
                      <a:pt x="57" y="667"/>
                    </a:cubicBezTo>
                    <a:lnTo>
                      <a:pt x="57" y="29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103" name="Freeform 23">
                <a:extLst>
                  <a:ext uri="{FF2B5EF4-FFF2-40B4-BE49-F238E27FC236}">
                    <a16:creationId xmlns:a16="http://schemas.microsoft.com/office/drawing/2014/main" id="{22DAB937-2E79-C195-4D0E-AD10E570DD17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137497" y="1333086"/>
                <a:ext cx="228289" cy="219867"/>
              </a:xfrm>
              <a:custGeom>
                <a:avLst/>
                <a:gdLst>
                  <a:gd name="T0" fmla="*/ 0 w 525"/>
                  <a:gd name="T1" fmla="*/ 255 h 506"/>
                  <a:gd name="T2" fmla="*/ 0 w 525"/>
                  <a:gd name="T3" fmla="*/ 253 h 506"/>
                  <a:gd name="T4" fmla="*/ 263 w 525"/>
                  <a:gd name="T5" fmla="*/ 0 h 506"/>
                  <a:gd name="T6" fmla="*/ 525 w 525"/>
                  <a:gd name="T7" fmla="*/ 251 h 506"/>
                  <a:gd name="T8" fmla="*/ 525 w 525"/>
                  <a:gd name="T9" fmla="*/ 253 h 506"/>
                  <a:gd name="T10" fmla="*/ 261 w 525"/>
                  <a:gd name="T11" fmla="*/ 506 h 506"/>
                  <a:gd name="T12" fmla="*/ 0 w 525"/>
                  <a:gd name="T13" fmla="*/ 255 h 506"/>
                  <a:gd name="T14" fmla="*/ 389 w 525"/>
                  <a:gd name="T15" fmla="*/ 255 h 506"/>
                  <a:gd name="T16" fmla="*/ 389 w 525"/>
                  <a:gd name="T17" fmla="*/ 253 h 506"/>
                  <a:gd name="T18" fmla="*/ 261 w 525"/>
                  <a:gd name="T19" fmla="*/ 119 h 506"/>
                  <a:gd name="T20" fmla="*/ 135 w 525"/>
                  <a:gd name="T21" fmla="*/ 251 h 506"/>
                  <a:gd name="T22" fmla="*/ 135 w 525"/>
                  <a:gd name="T23" fmla="*/ 253 h 506"/>
                  <a:gd name="T24" fmla="*/ 263 w 525"/>
                  <a:gd name="T25" fmla="*/ 387 h 506"/>
                  <a:gd name="T26" fmla="*/ 389 w 525"/>
                  <a:gd name="T27" fmla="*/ 255 h 5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5" h="506">
                    <a:moveTo>
                      <a:pt x="0" y="255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112" y="0"/>
                      <a:pt x="263" y="0"/>
                    </a:cubicBezTo>
                    <a:cubicBezTo>
                      <a:pt x="413" y="0"/>
                      <a:pt x="525" y="112"/>
                      <a:pt x="525" y="251"/>
                    </a:cubicBezTo>
                    <a:cubicBezTo>
                      <a:pt x="525" y="253"/>
                      <a:pt x="525" y="253"/>
                      <a:pt x="525" y="253"/>
                    </a:cubicBezTo>
                    <a:cubicBezTo>
                      <a:pt x="525" y="392"/>
                      <a:pt x="412" y="506"/>
                      <a:pt x="261" y="506"/>
                    </a:cubicBezTo>
                    <a:cubicBezTo>
                      <a:pt x="111" y="506"/>
                      <a:pt x="0" y="394"/>
                      <a:pt x="0" y="255"/>
                    </a:cubicBezTo>
                    <a:close/>
                    <a:moveTo>
                      <a:pt x="389" y="255"/>
                    </a:moveTo>
                    <a:cubicBezTo>
                      <a:pt x="389" y="253"/>
                      <a:pt x="389" y="253"/>
                      <a:pt x="389" y="253"/>
                    </a:cubicBezTo>
                    <a:cubicBezTo>
                      <a:pt x="389" y="182"/>
                      <a:pt x="337" y="119"/>
                      <a:pt x="261" y="119"/>
                    </a:cubicBezTo>
                    <a:cubicBezTo>
                      <a:pt x="183" y="119"/>
                      <a:pt x="135" y="180"/>
                      <a:pt x="135" y="251"/>
                    </a:cubicBezTo>
                    <a:cubicBezTo>
                      <a:pt x="135" y="253"/>
                      <a:pt x="135" y="253"/>
                      <a:pt x="135" y="253"/>
                    </a:cubicBezTo>
                    <a:cubicBezTo>
                      <a:pt x="135" y="325"/>
                      <a:pt x="187" y="387"/>
                      <a:pt x="263" y="387"/>
                    </a:cubicBezTo>
                    <a:cubicBezTo>
                      <a:pt x="342" y="387"/>
                      <a:pt x="389" y="326"/>
                      <a:pt x="389" y="25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104" name="Freeform 24">
                <a:extLst>
                  <a:ext uri="{FF2B5EF4-FFF2-40B4-BE49-F238E27FC236}">
                    <a16:creationId xmlns:a16="http://schemas.microsoft.com/office/drawing/2014/main" id="{10B466F6-F9DE-C9E9-D98F-5CB17B8BE4DB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379084" y="1331756"/>
                <a:ext cx="127665" cy="216764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0 h 498"/>
                  <a:gd name="T6" fmla="*/ 293 w 293"/>
                  <a:gd name="T7" fmla="*/ 3 h 498"/>
                  <a:gd name="T8" fmla="*/ 293 w 293"/>
                  <a:gd name="T9" fmla="*/ 147 h 498"/>
                  <a:gd name="T10" fmla="*/ 286 w 293"/>
                  <a:gd name="T11" fmla="*/ 147 h 498"/>
                  <a:gd name="T12" fmla="*/ 138 w 293"/>
                  <a:gd name="T13" fmla="*/ 318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0"/>
                      <a:pt x="138" y="110"/>
                      <a:pt x="138" y="110"/>
                    </a:cubicBezTo>
                    <a:cubicBezTo>
                      <a:pt x="166" y="43"/>
                      <a:pt x="211" y="0"/>
                      <a:pt x="293" y="3"/>
                    </a:cubicBezTo>
                    <a:cubicBezTo>
                      <a:pt x="293" y="147"/>
                      <a:pt x="293" y="147"/>
                      <a:pt x="293" y="147"/>
                    </a:cubicBezTo>
                    <a:cubicBezTo>
                      <a:pt x="286" y="147"/>
                      <a:pt x="286" y="147"/>
                      <a:pt x="286" y="147"/>
                    </a:cubicBezTo>
                    <a:cubicBezTo>
                      <a:pt x="194" y="147"/>
                      <a:pt x="138" y="203"/>
                      <a:pt x="138" y="318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105" name="Freeform 25">
                <a:extLst>
                  <a:ext uri="{FF2B5EF4-FFF2-40B4-BE49-F238E27FC236}">
                    <a16:creationId xmlns:a16="http://schemas.microsoft.com/office/drawing/2014/main" id="{AD3E18E3-90EA-4D54-E039-6221DAC55953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582993" y="1334859"/>
                <a:ext cx="194157" cy="217207"/>
              </a:xfrm>
              <a:custGeom>
                <a:avLst/>
                <a:gdLst>
                  <a:gd name="T0" fmla="*/ 0 w 446"/>
                  <a:gd name="T1" fmla="*/ 351 h 500"/>
                  <a:gd name="T2" fmla="*/ 0 w 446"/>
                  <a:gd name="T3" fmla="*/ 349 h 500"/>
                  <a:gd name="T4" fmla="*/ 195 w 446"/>
                  <a:gd name="T5" fmla="*/ 195 h 500"/>
                  <a:gd name="T6" fmla="*/ 314 w 446"/>
                  <a:gd name="T7" fmla="*/ 215 h 500"/>
                  <a:gd name="T8" fmla="*/ 314 w 446"/>
                  <a:gd name="T9" fmla="*/ 206 h 500"/>
                  <a:gd name="T10" fmla="*/ 210 w 446"/>
                  <a:gd name="T11" fmla="*/ 118 h 500"/>
                  <a:gd name="T12" fmla="*/ 76 w 446"/>
                  <a:gd name="T13" fmla="*/ 144 h 500"/>
                  <a:gd name="T14" fmla="*/ 42 w 446"/>
                  <a:gd name="T15" fmla="*/ 39 h 500"/>
                  <a:gd name="T16" fmla="*/ 230 w 446"/>
                  <a:gd name="T17" fmla="*/ 0 h 500"/>
                  <a:gd name="T18" fmla="*/ 394 w 446"/>
                  <a:gd name="T19" fmla="*/ 54 h 500"/>
                  <a:gd name="T20" fmla="*/ 446 w 446"/>
                  <a:gd name="T21" fmla="*/ 209 h 500"/>
                  <a:gd name="T22" fmla="*/ 446 w 446"/>
                  <a:gd name="T23" fmla="*/ 491 h 500"/>
                  <a:gd name="T24" fmla="*/ 313 w 446"/>
                  <a:gd name="T25" fmla="*/ 491 h 500"/>
                  <a:gd name="T26" fmla="*/ 313 w 446"/>
                  <a:gd name="T27" fmla="*/ 438 h 500"/>
                  <a:gd name="T28" fmla="*/ 167 w 446"/>
                  <a:gd name="T29" fmla="*/ 500 h 500"/>
                  <a:gd name="T30" fmla="*/ 0 w 446"/>
                  <a:gd name="T31" fmla="*/ 351 h 500"/>
                  <a:gd name="T32" fmla="*/ 316 w 446"/>
                  <a:gd name="T33" fmla="*/ 320 h 500"/>
                  <a:gd name="T34" fmla="*/ 316 w 446"/>
                  <a:gd name="T35" fmla="*/ 295 h 500"/>
                  <a:gd name="T36" fmla="*/ 228 w 446"/>
                  <a:gd name="T37" fmla="*/ 277 h 500"/>
                  <a:gd name="T38" fmla="*/ 133 w 446"/>
                  <a:gd name="T39" fmla="*/ 344 h 500"/>
                  <a:gd name="T40" fmla="*/ 133 w 446"/>
                  <a:gd name="T41" fmla="*/ 346 h 500"/>
                  <a:gd name="T42" fmla="*/ 208 w 446"/>
                  <a:gd name="T43" fmla="*/ 405 h 500"/>
                  <a:gd name="T44" fmla="*/ 316 w 446"/>
                  <a:gd name="T45" fmla="*/ 32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446" h="500">
                    <a:moveTo>
                      <a:pt x="0" y="351"/>
                    </a:moveTo>
                    <a:cubicBezTo>
                      <a:pt x="0" y="349"/>
                      <a:pt x="0" y="349"/>
                      <a:pt x="0" y="349"/>
                    </a:cubicBezTo>
                    <a:cubicBezTo>
                      <a:pt x="0" y="244"/>
                      <a:pt x="81" y="195"/>
                      <a:pt x="195" y="195"/>
                    </a:cubicBezTo>
                    <a:cubicBezTo>
                      <a:pt x="244" y="195"/>
                      <a:pt x="280" y="203"/>
                      <a:pt x="314" y="215"/>
                    </a:cubicBezTo>
                    <a:cubicBezTo>
                      <a:pt x="314" y="206"/>
                      <a:pt x="314" y="206"/>
                      <a:pt x="314" y="206"/>
                    </a:cubicBezTo>
                    <a:cubicBezTo>
                      <a:pt x="314" y="149"/>
                      <a:pt x="279" y="118"/>
                      <a:pt x="210" y="118"/>
                    </a:cubicBezTo>
                    <a:cubicBezTo>
                      <a:pt x="157" y="118"/>
                      <a:pt x="120" y="128"/>
                      <a:pt x="76" y="144"/>
                    </a:cubicBezTo>
                    <a:cubicBezTo>
                      <a:pt x="42" y="39"/>
                      <a:pt x="42" y="39"/>
                      <a:pt x="42" y="39"/>
                    </a:cubicBezTo>
                    <a:cubicBezTo>
                      <a:pt x="95" y="15"/>
                      <a:pt x="148" y="0"/>
                      <a:pt x="230" y="0"/>
                    </a:cubicBezTo>
                    <a:cubicBezTo>
                      <a:pt x="305" y="0"/>
                      <a:pt x="359" y="20"/>
                      <a:pt x="394" y="54"/>
                    </a:cubicBezTo>
                    <a:cubicBezTo>
                      <a:pt x="430" y="91"/>
                      <a:pt x="446" y="144"/>
                      <a:pt x="446" y="209"/>
                    </a:cubicBezTo>
                    <a:cubicBezTo>
                      <a:pt x="446" y="491"/>
                      <a:pt x="446" y="491"/>
                      <a:pt x="446" y="491"/>
                    </a:cubicBezTo>
                    <a:cubicBezTo>
                      <a:pt x="313" y="491"/>
                      <a:pt x="313" y="491"/>
                      <a:pt x="313" y="491"/>
                    </a:cubicBezTo>
                    <a:cubicBezTo>
                      <a:pt x="313" y="438"/>
                      <a:pt x="313" y="438"/>
                      <a:pt x="313" y="438"/>
                    </a:cubicBezTo>
                    <a:cubicBezTo>
                      <a:pt x="280" y="475"/>
                      <a:pt x="234" y="500"/>
                      <a:pt x="167" y="500"/>
                    </a:cubicBezTo>
                    <a:cubicBezTo>
                      <a:pt x="75" y="500"/>
                      <a:pt x="0" y="447"/>
                      <a:pt x="0" y="351"/>
                    </a:cubicBezTo>
                    <a:close/>
                    <a:moveTo>
                      <a:pt x="316" y="320"/>
                    </a:moveTo>
                    <a:cubicBezTo>
                      <a:pt x="316" y="295"/>
                      <a:pt x="316" y="295"/>
                      <a:pt x="316" y="295"/>
                    </a:cubicBezTo>
                    <a:cubicBezTo>
                      <a:pt x="292" y="284"/>
                      <a:pt x="262" y="277"/>
                      <a:pt x="228" y="277"/>
                    </a:cubicBezTo>
                    <a:cubicBezTo>
                      <a:pt x="169" y="277"/>
                      <a:pt x="133" y="301"/>
                      <a:pt x="133" y="344"/>
                    </a:cubicBezTo>
                    <a:cubicBezTo>
                      <a:pt x="133" y="346"/>
                      <a:pt x="133" y="346"/>
                      <a:pt x="133" y="346"/>
                    </a:cubicBezTo>
                    <a:cubicBezTo>
                      <a:pt x="133" y="383"/>
                      <a:pt x="164" y="405"/>
                      <a:pt x="208" y="405"/>
                    </a:cubicBezTo>
                    <a:cubicBezTo>
                      <a:pt x="272" y="405"/>
                      <a:pt x="316" y="369"/>
                      <a:pt x="316" y="3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106" name="Rectangle 26">
                <a:extLst>
                  <a:ext uri="{FF2B5EF4-FFF2-40B4-BE49-F238E27FC236}">
                    <a16:creationId xmlns:a16="http://schemas.microsoft.com/office/drawing/2014/main" id="{144E16EA-4F3F-420C-5D8D-753A1E9F0B1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801973" y="1260831"/>
                <a:ext cx="59843" cy="287689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107" name="Rectangle 27">
                <a:extLst>
                  <a:ext uri="{FF2B5EF4-FFF2-40B4-BE49-F238E27FC236}">
                    <a16:creationId xmlns:a16="http://schemas.microsoft.com/office/drawing/2014/main" id="{E009FD22-AB72-D26D-205F-29DF66B5BFFA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886639" y="1260831"/>
                <a:ext cx="59399" cy="287689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</p:grpSp>
        <p:sp>
          <p:nvSpPr>
            <p:cNvPr id="77" name="Rectangle 28">
              <a:extLst>
                <a:ext uri="{FF2B5EF4-FFF2-40B4-BE49-F238E27FC236}">
                  <a16:creationId xmlns:a16="http://schemas.microsoft.com/office/drawing/2014/main" id="{FB305569-AB33-7799-ED76-68F103CE5B8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1556230" y="767096"/>
              <a:ext cx="634181" cy="18986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DC4D5431-76CB-4561-B2E0-664C3E75E88C}"/>
                </a:ext>
              </a:extLst>
            </p:cNvPr>
            <p:cNvGrpSpPr/>
            <p:nvPr userDrawn="1"/>
          </p:nvGrpSpPr>
          <p:grpSpPr>
            <a:xfrm>
              <a:off x="11701122" y="936748"/>
              <a:ext cx="321494" cy="1552800"/>
              <a:chOff x="7313961" y="501936"/>
              <a:chExt cx="323594" cy="1566108"/>
            </a:xfrm>
          </p:grpSpPr>
          <p:sp>
            <p:nvSpPr>
              <p:cNvPr id="79" name="Freeform 29">
                <a:extLst>
                  <a:ext uri="{FF2B5EF4-FFF2-40B4-BE49-F238E27FC236}">
                    <a16:creationId xmlns:a16="http://schemas.microsoft.com/office/drawing/2014/main" id="{9EB7EA56-59D4-7E58-E9A3-5C4585DF00FE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83556" y="1311808"/>
                <a:ext cx="249567" cy="247350"/>
              </a:xfrm>
              <a:custGeom>
                <a:avLst/>
                <a:gdLst>
                  <a:gd name="T0" fmla="*/ 0 w 574"/>
                  <a:gd name="T1" fmla="*/ 229 h 569"/>
                  <a:gd name="T2" fmla="*/ 90 w 574"/>
                  <a:gd name="T3" fmla="*/ 413 h 569"/>
                  <a:gd name="T4" fmla="*/ 90 w 574"/>
                  <a:gd name="T5" fmla="*/ 413 h 569"/>
                  <a:gd name="T6" fmla="*/ 90 w 574"/>
                  <a:gd name="T7" fmla="*/ 413 h 569"/>
                  <a:gd name="T8" fmla="*/ 9 w 574"/>
                  <a:gd name="T9" fmla="*/ 413 h 569"/>
                  <a:gd name="T10" fmla="*/ 9 w 574"/>
                  <a:gd name="T11" fmla="*/ 569 h 569"/>
                  <a:gd name="T12" fmla="*/ 574 w 574"/>
                  <a:gd name="T13" fmla="*/ 569 h 569"/>
                  <a:gd name="T14" fmla="*/ 574 w 574"/>
                  <a:gd name="T15" fmla="*/ 413 h 569"/>
                  <a:gd name="T16" fmla="*/ 253 w 574"/>
                  <a:gd name="T17" fmla="*/ 413 h 569"/>
                  <a:gd name="T18" fmla="*/ 133 w 574"/>
                  <a:gd name="T19" fmla="*/ 286 h 569"/>
                  <a:gd name="T20" fmla="*/ 253 w 574"/>
                  <a:gd name="T21" fmla="*/ 155 h 569"/>
                  <a:gd name="T22" fmla="*/ 574 w 574"/>
                  <a:gd name="T23" fmla="*/ 155 h 569"/>
                  <a:gd name="T24" fmla="*/ 574 w 574"/>
                  <a:gd name="T25" fmla="*/ 0 h 569"/>
                  <a:gd name="T26" fmla="*/ 224 w 574"/>
                  <a:gd name="T27" fmla="*/ 0 h 569"/>
                  <a:gd name="T28" fmla="*/ 0 w 574"/>
                  <a:gd name="T29" fmla="*/ 229 h 5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74" h="569">
                    <a:moveTo>
                      <a:pt x="0" y="229"/>
                    </a:moveTo>
                    <a:cubicBezTo>
                      <a:pt x="0" y="294"/>
                      <a:pt x="30" y="368"/>
                      <a:pt x="90" y="413"/>
                    </a:cubicBezTo>
                    <a:cubicBezTo>
                      <a:pt x="90" y="413"/>
                      <a:pt x="90" y="413"/>
                      <a:pt x="90" y="413"/>
                    </a:cubicBezTo>
                    <a:cubicBezTo>
                      <a:pt x="90" y="413"/>
                      <a:pt x="90" y="413"/>
                      <a:pt x="90" y="413"/>
                    </a:cubicBezTo>
                    <a:cubicBezTo>
                      <a:pt x="9" y="413"/>
                      <a:pt x="9" y="413"/>
                      <a:pt x="9" y="413"/>
                    </a:cubicBezTo>
                    <a:cubicBezTo>
                      <a:pt x="9" y="569"/>
                      <a:pt x="9" y="569"/>
                      <a:pt x="9" y="569"/>
                    </a:cubicBezTo>
                    <a:cubicBezTo>
                      <a:pt x="574" y="569"/>
                      <a:pt x="574" y="569"/>
                      <a:pt x="574" y="569"/>
                    </a:cubicBezTo>
                    <a:cubicBezTo>
                      <a:pt x="574" y="413"/>
                      <a:pt x="574" y="413"/>
                      <a:pt x="574" y="413"/>
                    </a:cubicBezTo>
                    <a:cubicBezTo>
                      <a:pt x="253" y="413"/>
                      <a:pt x="253" y="413"/>
                      <a:pt x="253" y="413"/>
                    </a:cubicBezTo>
                    <a:cubicBezTo>
                      <a:pt x="195" y="413"/>
                      <a:pt x="133" y="369"/>
                      <a:pt x="133" y="286"/>
                    </a:cubicBezTo>
                    <a:cubicBezTo>
                      <a:pt x="133" y="221"/>
                      <a:pt x="178" y="155"/>
                      <a:pt x="253" y="155"/>
                    </a:cubicBezTo>
                    <a:cubicBezTo>
                      <a:pt x="574" y="155"/>
                      <a:pt x="574" y="155"/>
                      <a:pt x="574" y="155"/>
                    </a:cubicBezTo>
                    <a:cubicBezTo>
                      <a:pt x="574" y="0"/>
                      <a:pt x="574" y="0"/>
                      <a:pt x="574" y="0"/>
                    </a:cubicBezTo>
                    <a:cubicBezTo>
                      <a:pt x="224" y="0"/>
                      <a:pt x="224" y="0"/>
                      <a:pt x="224" y="0"/>
                    </a:cubicBezTo>
                    <a:cubicBezTo>
                      <a:pt x="94" y="0"/>
                      <a:pt x="0" y="93"/>
                      <a:pt x="0" y="229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80" name="Freeform 30">
                <a:extLst>
                  <a:ext uri="{FF2B5EF4-FFF2-40B4-BE49-F238E27FC236}">
                    <a16:creationId xmlns:a16="http://schemas.microsoft.com/office/drawing/2014/main" id="{93B05BBE-DBEC-684B-B012-F63384131C10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87546" y="755049"/>
                <a:ext cx="245577" cy="276163"/>
              </a:xfrm>
              <a:custGeom>
                <a:avLst/>
                <a:gdLst>
                  <a:gd name="T0" fmla="*/ 0 w 554"/>
                  <a:gd name="T1" fmla="*/ 174 h 623"/>
                  <a:gd name="T2" fmla="*/ 377 w 554"/>
                  <a:gd name="T3" fmla="*/ 311 h 623"/>
                  <a:gd name="T4" fmla="*/ 0 w 554"/>
                  <a:gd name="T5" fmla="*/ 450 h 623"/>
                  <a:gd name="T6" fmla="*/ 0 w 554"/>
                  <a:gd name="T7" fmla="*/ 623 h 623"/>
                  <a:gd name="T8" fmla="*/ 554 w 554"/>
                  <a:gd name="T9" fmla="*/ 395 h 623"/>
                  <a:gd name="T10" fmla="*/ 554 w 554"/>
                  <a:gd name="T11" fmla="*/ 228 h 623"/>
                  <a:gd name="T12" fmla="*/ 0 w 554"/>
                  <a:gd name="T13" fmla="*/ 0 h 623"/>
                  <a:gd name="T14" fmla="*/ 0 w 554"/>
                  <a:gd name="T15" fmla="*/ 174 h 6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54" h="623">
                    <a:moveTo>
                      <a:pt x="0" y="174"/>
                    </a:moveTo>
                    <a:lnTo>
                      <a:pt x="377" y="311"/>
                    </a:lnTo>
                    <a:lnTo>
                      <a:pt x="0" y="450"/>
                    </a:lnTo>
                    <a:lnTo>
                      <a:pt x="0" y="623"/>
                    </a:lnTo>
                    <a:lnTo>
                      <a:pt x="554" y="395"/>
                    </a:lnTo>
                    <a:lnTo>
                      <a:pt x="554" y="228"/>
                    </a:lnTo>
                    <a:lnTo>
                      <a:pt x="0" y="0"/>
                    </a:lnTo>
                    <a:lnTo>
                      <a:pt x="0" y="17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81" name="Freeform 31">
                <a:extLst>
                  <a:ext uri="{FF2B5EF4-FFF2-40B4-BE49-F238E27FC236}">
                    <a16:creationId xmlns:a16="http://schemas.microsoft.com/office/drawing/2014/main" id="{972F0292-22E7-DDB2-79F6-6703AF74768F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1583096"/>
                <a:ext cx="253999" cy="256659"/>
              </a:xfrm>
              <a:custGeom>
                <a:avLst/>
                <a:gdLst>
                  <a:gd name="T0" fmla="*/ 401 w 584"/>
                  <a:gd name="T1" fmla="*/ 110 h 590"/>
                  <a:gd name="T2" fmla="*/ 460 w 584"/>
                  <a:gd name="T3" fmla="*/ 272 h 590"/>
                  <a:gd name="T4" fmla="*/ 415 w 584"/>
                  <a:gd name="T5" fmla="*/ 397 h 590"/>
                  <a:gd name="T6" fmla="*/ 250 w 584"/>
                  <a:gd name="T7" fmla="*/ 0 h 590"/>
                  <a:gd name="T8" fmla="*/ 92 w 584"/>
                  <a:gd name="T9" fmla="*/ 68 h 590"/>
                  <a:gd name="T10" fmla="*/ 0 w 584"/>
                  <a:gd name="T11" fmla="*/ 291 h 590"/>
                  <a:gd name="T12" fmla="*/ 292 w 584"/>
                  <a:gd name="T13" fmla="*/ 590 h 590"/>
                  <a:gd name="T14" fmla="*/ 584 w 584"/>
                  <a:gd name="T15" fmla="*/ 274 h 590"/>
                  <a:gd name="T16" fmla="*/ 476 w 584"/>
                  <a:gd name="T17" fmla="*/ 12 h 590"/>
                  <a:gd name="T18" fmla="*/ 401 w 584"/>
                  <a:gd name="T19" fmla="*/ 110 h 590"/>
                  <a:gd name="T20" fmla="*/ 179 w 584"/>
                  <a:gd name="T21" fmla="*/ 408 h 590"/>
                  <a:gd name="T22" fmla="*/ 123 w 584"/>
                  <a:gd name="T23" fmla="*/ 288 h 590"/>
                  <a:gd name="T24" fmla="*/ 202 w 584"/>
                  <a:gd name="T25" fmla="*/ 168 h 590"/>
                  <a:gd name="T26" fmla="*/ 315 w 584"/>
                  <a:gd name="T27" fmla="*/ 439 h 590"/>
                  <a:gd name="T28" fmla="*/ 179 w 584"/>
                  <a:gd name="T29" fmla="*/ 408 h 5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84" h="590">
                    <a:moveTo>
                      <a:pt x="401" y="110"/>
                    </a:moveTo>
                    <a:cubicBezTo>
                      <a:pt x="449" y="175"/>
                      <a:pt x="460" y="212"/>
                      <a:pt x="460" y="272"/>
                    </a:cubicBezTo>
                    <a:cubicBezTo>
                      <a:pt x="460" y="325"/>
                      <a:pt x="444" y="367"/>
                      <a:pt x="415" y="397"/>
                    </a:cubicBezTo>
                    <a:cubicBezTo>
                      <a:pt x="250" y="0"/>
                      <a:pt x="250" y="0"/>
                      <a:pt x="250" y="0"/>
                    </a:cubicBezTo>
                    <a:cubicBezTo>
                      <a:pt x="189" y="9"/>
                      <a:pt x="134" y="32"/>
                      <a:pt x="92" y="68"/>
                    </a:cubicBezTo>
                    <a:cubicBezTo>
                      <a:pt x="32" y="120"/>
                      <a:pt x="0" y="197"/>
                      <a:pt x="0" y="291"/>
                    </a:cubicBezTo>
                    <a:cubicBezTo>
                      <a:pt x="0" y="462"/>
                      <a:pt x="126" y="590"/>
                      <a:pt x="292" y="590"/>
                    </a:cubicBezTo>
                    <a:cubicBezTo>
                      <a:pt x="462" y="590"/>
                      <a:pt x="584" y="462"/>
                      <a:pt x="584" y="274"/>
                    </a:cubicBezTo>
                    <a:cubicBezTo>
                      <a:pt x="584" y="169"/>
                      <a:pt x="534" y="62"/>
                      <a:pt x="476" y="12"/>
                    </a:cubicBezTo>
                    <a:lnTo>
                      <a:pt x="401" y="110"/>
                    </a:lnTo>
                    <a:close/>
                    <a:moveTo>
                      <a:pt x="179" y="408"/>
                    </a:moveTo>
                    <a:cubicBezTo>
                      <a:pt x="144" y="381"/>
                      <a:pt x="123" y="339"/>
                      <a:pt x="123" y="288"/>
                    </a:cubicBezTo>
                    <a:cubicBezTo>
                      <a:pt x="123" y="232"/>
                      <a:pt x="155" y="190"/>
                      <a:pt x="202" y="168"/>
                    </a:cubicBezTo>
                    <a:cubicBezTo>
                      <a:pt x="315" y="439"/>
                      <a:pt x="315" y="439"/>
                      <a:pt x="315" y="439"/>
                    </a:cubicBezTo>
                    <a:cubicBezTo>
                      <a:pt x="257" y="447"/>
                      <a:pt x="212" y="432"/>
                      <a:pt x="179" y="40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82" name="Freeform 32">
                <a:extLst>
                  <a:ext uri="{FF2B5EF4-FFF2-40B4-BE49-F238E27FC236}">
                    <a16:creationId xmlns:a16="http://schemas.microsoft.com/office/drawing/2014/main" id="{8FB3E4DF-D685-E83E-C831-3D30D6486411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13961" y="1846404"/>
                <a:ext cx="319161" cy="221640"/>
              </a:xfrm>
              <a:custGeom>
                <a:avLst/>
                <a:gdLst>
                  <a:gd name="T0" fmla="*/ 580 w 720"/>
                  <a:gd name="T1" fmla="*/ 0 h 500"/>
                  <a:gd name="T2" fmla="*/ 580 w 720"/>
                  <a:gd name="T3" fmla="*/ 346 h 500"/>
                  <a:gd name="T4" fmla="*/ 0 w 720"/>
                  <a:gd name="T5" fmla="*/ 346 h 500"/>
                  <a:gd name="T6" fmla="*/ 0 w 720"/>
                  <a:gd name="T7" fmla="*/ 500 h 500"/>
                  <a:gd name="T8" fmla="*/ 720 w 720"/>
                  <a:gd name="T9" fmla="*/ 500 h 500"/>
                  <a:gd name="T10" fmla="*/ 720 w 720"/>
                  <a:gd name="T11" fmla="*/ 0 h 500"/>
                  <a:gd name="T12" fmla="*/ 580 w 720"/>
                  <a:gd name="T13" fmla="*/ 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0" h="500">
                    <a:moveTo>
                      <a:pt x="580" y="0"/>
                    </a:moveTo>
                    <a:lnTo>
                      <a:pt x="580" y="346"/>
                    </a:lnTo>
                    <a:lnTo>
                      <a:pt x="0" y="346"/>
                    </a:lnTo>
                    <a:lnTo>
                      <a:pt x="0" y="500"/>
                    </a:lnTo>
                    <a:lnTo>
                      <a:pt x="720" y="500"/>
                    </a:lnTo>
                    <a:lnTo>
                      <a:pt x="720" y="0"/>
                    </a:lnTo>
                    <a:lnTo>
                      <a:pt x="58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83" name="Freeform 33">
                <a:extLst>
                  <a:ext uri="{FF2B5EF4-FFF2-40B4-BE49-F238E27FC236}">
                    <a16:creationId xmlns:a16="http://schemas.microsoft.com/office/drawing/2014/main" id="{7E51460F-8A6D-E455-ADF5-BF3600A7DAC9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501936"/>
                <a:ext cx="253999" cy="263752"/>
              </a:xfrm>
              <a:custGeom>
                <a:avLst/>
                <a:gdLst>
                  <a:gd name="T0" fmla="*/ 584 w 584"/>
                  <a:gd name="T1" fmla="*/ 304 h 607"/>
                  <a:gd name="T2" fmla="*/ 292 w 584"/>
                  <a:gd name="T3" fmla="*/ 607 h 607"/>
                  <a:gd name="T4" fmla="*/ 0 w 584"/>
                  <a:gd name="T5" fmla="*/ 302 h 607"/>
                  <a:gd name="T6" fmla="*/ 292 w 584"/>
                  <a:gd name="T7" fmla="*/ 0 h 607"/>
                  <a:gd name="T8" fmla="*/ 584 w 584"/>
                  <a:gd name="T9" fmla="*/ 304 h 607"/>
                  <a:gd name="T10" fmla="*/ 133 w 584"/>
                  <a:gd name="T11" fmla="*/ 304 h 607"/>
                  <a:gd name="T12" fmla="*/ 292 w 584"/>
                  <a:gd name="T13" fmla="*/ 454 h 607"/>
                  <a:gd name="T14" fmla="*/ 451 w 584"/>
                  <a:gd name="T15" fmla="*/ 302 h 607"/>
                  <a:gd name="T16" fmla="*/ 292 w 584"/>
                  <a:gd name="T17" fmla="*/ 153 h 607"/>
                  <a:gd name="T18" fmla="*/ 133 w 584"/>
                  <a:gd name="T19" fmla="*/ 304 h 6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84" h="607">
                    <a:moveTo>
                      <a:pt x="584" y="304"/>
                    </a:moveTo>
                    <a:cubicBezTo>
                      <a:pt x="584" y="474"/>
                      <a:pt x="457" y="607"/>
                      <a:pt x="292" y="607"/>
                    </a:cubicBezTo>
                    <a:cubicBezTo>
                      <a:pt x="128" y="607"/>
                      <a:pt x="0" y="473"/>
                      <a:pt x="0" y="302"/>
                    </a:cubicBezTo>
                    <a:cubicBezTo>
                      <a:pt x="0" y="133"/>
                      <a:pt x="126" y="0"/>
                      <a:pt x="292" y="0"/>
                    </a:cubicBezTo>
                    <a:cubicBezTo>
                      <a:pt x="455" y="0"/>
                      <a:pt x="584" y="133"/>
                      <a:pt x="584" y="304"/>
                    </a:cubicBezTo>
                    <a:moveTo>
                      <a:pt x="133" y="304"/>
                    </a:moveTo>
                    <a:cubicBezTo>
                      <a:pt x="133" y="391"/>
                      <a:pt x="198" y="454"/>
                      <a:pt x="292" y="454"/>
                    </a:cubicBezTo>
                    <a:cubicBezTo>
                      <a:pt x="381" y="454"/>
                      <a:pt x="451" y="387"/>
                      <a:pt x="451" y="302"/>
                    </a:cubicBezTo>
                    <a:cubicBezTo>
                      <a:pt x="451" y="216"/>
                      <a:pt x="383" y="153"/>
                      <a:pt x="292" y="153"/>
                    </a:cubicBezTo>
                    <a:cubicBezTo>
                      <a:pt x="203" y="153"/>
                      <a:pt x="133" y="219"/>
                      <a:pt x="133" y="304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84" name="Freeform 34">
                <a:extLst>
                  <a:ext uri="{FF2B5EF4-FFF2-40B4-BE49-F238E27FC236}">
                    <a16:creationId xmlns:a16="http://schemas.microsoft.com/office/drawing/2014/main" id="{9296505E-2DA9-07F7-31C5-6D802244B0F4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1021017"/>
                <a:ext cx="253999" cy="263752"/>
              </a:xfrm>
              <a:custGeom>
                <a:avLst/>
                <a:gdLst>
                  <a:gd name="T0" fmla="*/ 584 w 584"/>
                  <a:gd name="T1" fmla="*/ 305 h 607"/>
                  <a:gd name="T2" fmla="*/ 292 w 584"/>
                  <a:gd name="T3" fmla="*/ 607 h 607"/>
                  <a:gd name="T4" fmla="*/ 0 w 584"/>
                  <a:gd name="T5" fmla="*/ 303 h 607"/>
                  <a:gd name="T6" fmla="*/ 292 w 584"/>
                  <a:gd name="T7" fmla="*/ 0 h 607"/>
                  <a:gd name="T8" fmla="*/ 584 w 584"/>
                  <a:gd name="T9" fmla="*/ 305 h 607"/>
                  <a:gd name="T10" fmla="*/ 133 w 584"/>
                  <a:gd name="T11" fmla="*/ 305 h 607"/>
                  <a:gd name="T12" fmla="*/ 292 w 584"/>
                  <a:gd name="T13" fmla="*/ 454 h 607"/>
                  <a:gd name="T14" fmla="*/ 451 w 584"/>
                  <a:gd name="T15" fmla="*/ 303 h 607"/>
                  <a:gd name="T16" fmla="*/ 292 w 584"/>
                  <a:gd name="T17" fmla="*/ 153 h 607"/>
                  <a:gd name="T18" fmla="*/ 133 w 584"/>
                  <a:gd name="T19" fmla="*/ 305 h 6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84" h="607">
                    <a:moveTo>
                      <a:pt x="584" y="305"/>
                    </a:moveTo>
                    <a:cubicBezTo>
                      <a:pt x="584" y="474"/>
                      <a:pt x="457" y="607"/>
                      <a:pt x="292" y="607"/>
                    </a:cubicBezTo>
                    <a:cubicBezTo>
                      <a:pt x="128" y="607"/>
                      <a:pt x="0" y="474"/>
                      <a:pt x="0" y="303"/>
                    </a:cubicBezTo>
                    <a:cubicBezTo>
                      <a:pt x="0" y="133"/>
                      <a:pt x="126" y="0"/>
                      <a:pt x="292" y="0"/>
                    </a:cubicBezTo>
                    <a:cubicBezTo>
                      <a:pt x="455" y="0"/>
                      <a:pt x="584" y="134"/>
                      <a:pt x="584" y="305"/>
                    </a:cubicBezTo>
                    <a:moveTo>
                      <a:pt x="133" y="305"/>
                    </a:moveTo>
                    <a:cubicBezTo>
                      <a:pt x="133" y="391"/>
                      <a:pt x="198" y="454"/>
                      <a:pt x="292" y="454"/>
                    </a:cubicBezTo>
                    <a:cubicBezTo>
                      <a:pt x="381" y="454"/>
                      <a:pt x="451" y="388"/>
                      <a:pt x="451" y="303"/>
                    </a:cubicBezTo>
                    <a:cubicBezTo>
                      <a:pt x="451" y="216"/>
                      <a:pt x="383" y="153"/>
                      <a:pt x="292" y="153"/>
                    </a:cubicBezTo>
                    <a:cubicBezTo>
                      <a:pt x="203" y="153"/>
                      <a:pt x="133" y="220"/>
                      <a:pt x="133" y="305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2316268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548783" y="403624"/>
            <a:ext cx="11076268" cy="521208"/>
          </a:xfrm>
          <a:prstGeom prst="rect">
            <a:avLst/>
          </a:prstGeom>
        </p:spPr>
        <p:txBody>
          <a:bodyPr wrap="square" lIns="0" tIns="0" rIns="0" bIns="0" anchor="t" anchorCtr="0"/>
          <a:lstStyle>
            <a:lvl1pPr marL="0" algn="l" defTabSz="1218987" rtl="0" eaLnBrk="1" latinLnBrk="0" hangingPunct="1">
              <a:lnSpc>
                <a:spcPts val="32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2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548783" y="1308880"/>
            <a:ext cx="11076268" cy="4906726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752974" y="6473952"/>
            <a:ext cx="439026" cy="15544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4599421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548783" y="403624"/>
            <a:ext cx="11076268" cy="521208"/>
          </a:xfrm>
          <a:prstGeom prst="rect">
            <a:avLst/>
          </a:prstGeom>
        </p:spPr>
        <p:txBody>
          <a:bodyPr wrap="square" lIns="0" tIns="0" rIns="0" bIns="0" anchor="t" anchorCtr="0"/>
          <a:lstStyle>
            <a:lvl1pPr marL="0" algn="l" defTabSz="1218987" rtl="0" eaLnBrk="1" latinLnBrk="0" hangingPunct="1">
              <a:lnSpc>
                <a:spcPts val="32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2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548783" y="1308880"/>
            <a:ext cx="11076268" cy="4906726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1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752974" y="6473952"/>
            <a:ext cx="439026" cy="15544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988324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Sub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"/>
          <p:cNvSpPr>
            <a:spLocks noGrp="1"/>
          </p:cNvSpPr>
          <p:nvPr>
            <p:ph type="body" idx="10" hasCustomPrompt="1"/>
          </p:nvPr>
        </p:nvSpPr>
        <p:spPr bwMode="gray">
          <a:xfrm>
            <a:off x="557930" y="896112"/>
            <a:ext cx="11076268" cy="292608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2200" b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548783" y="402337"/>
            <a:ext cx="11076268" cy="356789"/>
          </a:xfrm>
          <a:prstGeom prst="rect">
            <a:avLst/>
          </a:prstGeom>
        </p:spPr>
        <p:txBody>
          <a:bodyPr wrap="square" lIns="0" tIns="0" rIns="0" bIns="0" anchor="t" anchorCtr="0"/>
          <a:lstStyle>
            <a:lvl1pPr marL="0" algn="l" defTabSz="1218987" rtl="0" eaLnBrk="1" latinLnBrk="0" hangingPunct="1">
              <a:lnSpc>
                <a:spcPts val="32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752974" y="6473952"/>
            <a:ext cx="439026" cy="15544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585387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ackground pattern&#10;&#10;Description automatically generated">
            <a:extLst>
              <a:ext uri="{FF2B5EF4-FFF2-40B4-BE49-F238E27FC236}">
                <a16:creationId xmlns:a16="http://schemas.microsoft.com/office/drawing/2014/main" id="{F66F013C-4673-4598-B729-A71D9DC33D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" y="38"/>
            <a:ext cx="12192000" cy="6857965"/>
          </a:xfrm>
          <a:prstGeom prst="rect">
            <a:avLst/>
          </a:prstGeom>
        </p:spPr>
      </p:pic>
      <p:sp>
        <p:nvSpPr>
          <p:cNvPr id="56" name="Title 16"/>
          <p:cNvSpPr>
            <a:spLocks noGrp="1"/>
          </p:cNvSpPr>
          <p:nvPr userDrawn="1">
            <p:ph type="title" hasCustomPrompt="1"/>
          </p:nvPr>
        </p:nvSpPr>
        <p:spPr bwMode="gray">
          <a:xfrm>
            <a:off x="750529" y="1527662"/>
            <a:ext cx="9914678" cy="3269709"/>
          </a:xfrm>
          <a:prstGeom prst="rect">
            <a:avLst/>
          </a:prstGeom>
        </p:spPr>
        <p:txBody>
          <a:bodyPr wrap="square" lIns="0" tIns="0" rIns="121899" bIns="0" anchor="b" anchorCtr="0"/>
          <a:lstStyle>
            <a:lvl1pPr marL="0" algn="l" defTabSz="1218621" rtl="0" eaLnBrk="1" latinLnBrk="0" hangingPunct="1">
              <a:lnSpc>
                <a:spcPct val="75000"/>
              </a:lnSpc>
              <a:spcBef>
                <a:spcPct val="0"/>
              </a:spcBef>
              <a:buNone/>
              <a:defRPr lang="en-US" sz="7998" b="1" kern="1200" cap="none" spc="-150" baseline="0" dirty="0">
                <a:solidFill>
                  <a:schemeClr val="accent4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Presentation</a:t>
            </a:r>
            <a:br>
              <a:rPr lang="en-US"/>
            </a:br>
            <a:r>
              <a:rPr lang="en-US"/>
              <a:t>title here</a:t>
            </a:r>
          </a:p>
        </p:txBody>
      </p:sp>
      <p:sp>
        <p:nvSpPr>
          <p:cNvPr id="55" name="Subtitle 2"/>
          <p:cNvSpPr>
            <a:spLocks noGrp="1"/>
          </p:cNvSpPr>
          <p:nvPr userDrawn="1">
            <p:ph type="subTitle" idx="1" hasCustomPrompt="1"/>
          </p:nvPr>
        </p:nvSpPr>
        <p:spPr bwMode="gray">
          <a:xfrm>
            <a:off x="760612" y="5046115"/>
            <a:ext cx="9914678" cy="35661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 algn="l" defTabSz="121862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599" b="0" kern="1200" cap="none" spc="0" baseline="0" dirty="0">
                <a:solidFill>
                  <a:schemeClr val="accent4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6093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6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79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24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65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58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51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44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Speaker Name | Date</a:t>
            </a:r>
          </a:p>
        </p:txBody>
      </p:sp>
      <p:sp>
        <p:nvSpPr>
          <p:cNvPr id="49" name="TextBox 48"/>
          <p:cNvSpPr txBox="1"/>
          <p:nvPr userDrawn="1"/>
        </p:nvSpPr>
        <p:spPr>
          <a:xfrm>
            <a:off x="750529" y="6401580"/>
            <a:ext cx="411587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2024 Lenovo Internal. All rights reserved.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B6BD304-FAC7-4023-9B54-8984F7387559}"/>
              </a:ext>
            </a:extLst>
          </p:cNvPr>
          <p:cNvGrpSpPr>
            <a:grpSpLocks noChangeAspect="1"/>
          </p:cNvGrpSpPr>
          <p:nvPr userDrawn="1"/>
        </p:nvGrpSpPr>
        <p:grpSpPr>
          <a:xfrm rot="16200000">
            <a:off x="10152631" y="2542790"/>
            <a:ext cx="3058160" cy="1020580"/>
            <a:chOff x="547688" y="952500"/>
            <a:chExt cx="12190413" cy="4067175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FBBDE3D-E4E2-42E5-9F26-00C1500EFD6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9"/>
            </a:p>
          </p:txBody>
        </p:sp>
        <p:sp>
          <p:nvSpPr>
            <p:cNvPr id="16" name="Freeform 7">
              <a:extLst>
                <a:ext uri="{FF2B5EF4-FFF2-40B4-BE49-F238E27FC236}">
                  <a16:creationId xmlns:a16="http://schemas.microsoft.com/office/drawing/2014/main" id="{27C222CE-31C9-4AE2-A9DE-A34ECC37F01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9"/>
            </a:p>
          </p:txBody>
        </p:sp>
        <p:sp>
          <p:nvSpPr>
            <p:cNvPr id="17" name="Freeform 8">
              <a:extLst>
                <a:ext uri="{FF2B5EF4-FFF2-40B4-BE49-F238E27FC236}">
                  <a16:creationId xmlns:a16="http://schemas.microsoft.com/office/drawing/2014/main" id="{710DBB3B-7FB8-4ACB-8FA4-3F2A105B9B9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9"/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3E443DA7-CC51-4460-98C4-193A7375074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9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E1BCDB13-2B5A-46EC-B1D6-C526DEAA84B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9"/>
            </a:p>
          </p:txBody>
        </p:sp>
        <p:sp>
          <p:nvSpPr>
            <p:cNvPr id="20" name="Freeform 10">
              <a:extLst>
                <a:ext uri="{FF2B5EF4-FFF2-40B4-BE49-F238E27FC236}">
                  <a16:creationId xmlns:a16="http://schemas.microsoft.com/office/drawing/2014/main" id="{8EDDE8EA-BE8E-4066-AB4A-21CD2743549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9"/>
            </a:p>
          </p:txBody>
        </p:sp>
        <p:sp>
          <p:nvSpPr>
            <p:cNvPr id="21" name="Freeform 11">
              <a:extLst>
                <a:ext uri="{FF2B5EF4-FFF2-40B4-BE49-F238E27FC236}">
                  <a16:creationId xmlns:a16="http://schemas.microsoft.com/office/drawing/2014/main" id="{EF442D16-F34F-4D4E-A65A-8C3BC17F2FC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9"/>
            </a:p>
          </p:txBody>
        </p:sp>
      </p:grpSp>
      <p:sp>
        <p:nvSpPr>
          <p:cNvPr id="22" name="Freeform 5">
            <a:extLst>
              <a:ext uri="{FF2B5EF4-FFF2-40B4-BE49-F238E27FC236}">
                <a16:creationId xmlns:a16="http://schemas.microsoft.com/office/drawing/2014/main" id="{B3FDD5DD-E6F7-480C-BC0C-F6AC555BF174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750529" y="762000"/>
            <a:ext cx="3942091" cy="312470"/>
          </a:xfrm>
          <a:custGeom>
            <a:avLst/>
            <a:gdLst>
              <a:gd name="T0" fmla="*/ 557 w 2065"/>
              <a:gd name="T1" fmla="*/ 102 h 161"/>
              <a:gd name="T2" fmla="*/ 510 w 2065"/>
              <a:gd name="T3" fmla="*/ 76 h 161"/>
              <a:gd name="T4" fmla="*/ 583 w 2065"/>
              <a:gd name="T5" fmla="*/ 36 h 161"/>
              <a:gd name="T6" fmla="*/ 641 w 2065"/>
              <a:gd name="T7" fmla="*/ 34 h 161"/>
              <a:gd name="T8" fmla="*/ 2038 w 2065"/>
              <a:gd name="T9" fmla="*/ 1 h 161"/>
              <a:gd name="T10" fmla="*/ 706 w 2065"/>
              <a:gd name="T11" fmla="*/ 59 h 161"/>
              <a:gd name="T12" fmla="*/ 733 w 2065"/>
              <a:gd name="T13" fmla="*/ 100 h 161"/>
              <a:gd name="T14" fmla="*/ 1999 w 2065"/>
              <a:gd name="T15" fmla="*/ 132 h 161"/>
              <a:gd name="T16" fmla="*/ 760 w 2065"/>
              <a:gd name="T17" fmla="*/ 84 h 161"/>
              <a:gd name="T18" fmla="*/ 787 w 2065"/>
              <a:gd name="T19" fmla="*/ 93 h 161"/>
              <a:gd name="T20" fmla="*/ 828 w 2065"/>
              <a:gd name="T21" fmla="*/ 76 h 161"/>
              <a:gd name="T22" fmla="*/ 133 w 2065"/>
              <a:gd name="T23" fmla="*/ 36 h 161"/>
              <a:gd name="T24" fmla="*/ 166 w 2065"/>
              <a:gd name="T25" fmla="*/ 78 h 161"/>
              <a:gd name="T26" fmla="*/ 225 w 2065"/>
              <a:gd name="T27" fmla="*/ 132 h 161"/>
              <a:gd name="T28" fmla="*/ 32 w 2065"/>
              <a:gd name="T29" fmla="*/ 40 h 161"/>
              <a:gd name="T30" fmla="*/ 5 w 2065"/>
              <a:gd name="T31" fmla="*/ 43 h 161"/>
              <a:gd name="T32" fmla="*/ 0 w 2065"/>
              <a:gd name="T33" fmla="*/ 114 h 161"/>
              <a:gd name="T34" fmla="*/ 266 w 2065"/>
              <a:gd name="T35" fmla="*/ 43 h 161"/>
              <a:gd name="T36" fmla="*/ 258 w 2065"/>
              <a:gd name="T37" fmla="*/ 104 h 161"/>
              <a:gd name="T38" fmla="*/ 347 w 2065"/>
              <a:gd name="T39" fmla="*/ 76 h 161"/>
              <a:gd name="T40" fmla="*/ 285 w 2065"/>
              <a:gd name="T41" fmla="*/ 103 h 161"/>
              <a:gd name="T42" fmla="*/ 429 w 2065"/>
              <a:gd name="T43" fmla="*/ 36 h 161"/>
              <a:gd name="T44" fmla="*/ 479 w 2065"/>
              <a:gd name="T45" fmla="*/ 128 h 161"/>
              <a:gd name="T46" fmla="*/ 479 w 2065"/>
              <a:gd name="T47" fmla="*/ 36 h 161"/>
              <a:gd name="T48" fmla="*/ 354 w 2065"/>
              <a:gd name="T49" fmla="*/ 132 h 161"/>
              <a:gd name="T50" fmla="*/ 382 w 2065"/>
              <a:gd name="T51" fmla="*/ 55 h 161"/>
              <a:gd name="T52" fmla="*/ 1387 w 2065"/>
              <a:gd name="T53" fmla="*/ 84 h 161"/>
              <a:gd name="T54" fmla="*/ 1335 w 2065"/>
              <a:gd name="T55" fmla="*/ 58 h 161"/>
              <a:gd name="T56" fmla="*/ 1834 w 2065"/>
              <a:gd name="T57" fmla="*/ 132 h 161"/>
              <a:gd name="T58" fmla="*/ 1748 w 2065"/>
              <a:gd name="T59" fmla="*/ 34 h 161"/>
              <a:gd name="T60" fmla="*/ 1748 w 2065"/>
              <a:gd name="T61" fmla="*/ 34 h 161"/>
              <a:gd name="T62" fmla="*/ 1773 w 2065"/>
              <a:gd name="T63" fmla="*/ 84 h 161"/>
              <a:gd name="T64" fmla="*/ 1465 w 2065"/>
              <a:gd name="T65" fmla="*/ 109 h 161"/>
              <a:gd name="T66" fmla="*/ 1480 w 2065"/>
              <a:gd name="T67" fmla="*/ 148 h 161"/>
              <a:gd name="T68" fmla="*/ 1442 w 2065"/>
              <a:gd name="T69" fmla="*/ 102 h 161"/>
              <a:gd name="T70" fmla="*/ 1675 w 2065"/>
              <a:gd name="T71" fmla="*/ 37 h 161"/>
              <a:gd name="T72" fmla="*/ 1655 w 2065"/>
              <a:gd name="T73" fmla="*/ 7 h 161"/>
              <a:gd name="T74" fmla="*/ 1648 w 2065"/>
              <a:gd name="T75" fmla="*/ 132 h 161"/>
              <a:gd name="T76" fmla="*/ 1526 w 2065"/>
              <a:gd name="T77" fmla="*/ 36 h 161"/>
              <a:gd name="T78" fmla="*/ 1528 w 2065"/>
              <a:gd name="T79" fmla="*/ 161 h 161"/>
              <a:gd name="T80" fmla="*/ 980 w 2065"/>
              <a:gd name="T81" fmla="*/ 49 h 161"/>
              <a:gd name="T82" fmla="*/ 997 w 2065"/>
              <a:gd name="T83" fmla="*/ 59 h 161"/>
              <a:gd name="T84" fmla="*/ 1250 w 2065"/>
              <a:gd name="T85" fmla="*/ 132 h 161"/>
              <a:gd name="T86" fmla="*/ 1075 w 2065"/>
              <a:gd name="T87" fmla="*/ 49 h 161"/>
              <a:gd name="T88" fmla="*/ 1092 w 2065"/>
              <a:gd name="T89" fmla="*/ 59 h 161"/>
              <a:gd name="T90" fmla="*/ 910 w 2065"/>
              <a:gd name="T91" fmla="*/ 111 h 161"/>
              <a:gd name="T92" fmla="*/ 909 w 2065"/>
              <a:gd name="T93" fmla="*/ 34 h 161"/>
              <a:gd name="T94" fmla="*/ 910 w 2065"/>
              <a:gd name="T95" fmla="*/ 111 h 161"/>
              <a:gd name="T96" fmla="*/ 1962 w 2065"/>
              <a:gd name="T97" fmla="*/ 77 h 161"/>
              <a:gd name="T98" fmla="*/ 1962 w 2065"/>
              <a:gd name="T99" fmla="*/ 132 h 161"/>
              <a:gd name="T100" fmla="*/ 1941 w 2065"/>
              <a:gd name="T101" fmla="*/ 115 h 161"/>
              <a:gd name="T102" fmla="*/ 1193 w 2065"/>
              <a:gd name="T103" fmla="*/ 34 h 161"/>
              <a:gd name="T104" fmla="*/ 1193 w 2065"/>
              <a:gd name="T105" fmla="*/ 34 h 161"/>
              <a:gd name="T106" fmla="*/ 1218 w 2065"/>
              <a:gd name="T107" fmla="*/ 84 h 1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2065" h="161">
                <a:moveTo>
                  <a:pt x="530" y="34"/>
                </a:moveTo>
                <a:cubicBezTo>
                  <a:pt x="502" y="34"/>
                  <a:pt x="483" y="57"/>
                  <a:pt x="483" y="84"/>
                </a:cubicBezTo>
                <a:cubicBezTo>
                  <a:pt x="483" y="84"/>
                  <a:pt x="483" y="84"/>
                  <a:pt x="483" y="84"/>
                </a:cubicBezTo>
                <a:cubicBezTo>
                  <a:pt x="483" y="114"/>
                  <a:pt x="504" y="134"/>
                  <a:pt x="533" y="134"/>
                </a:cubicBezTo>
                <a:cubicBezTo>
                  <a:pt x="551" y="134"/>
                  <a:pt x="563" y="127"/>
                  <a:pt x="572" y="116"/>
                </a:cubicBezTo>
                <a:cubicBezTo>
                  <a:pt x="557" y="102"/>
                  <a:pt x="557" y="102"/>
                  <a:pt x="557" y="102"/>
                </a:cubicBezTo>
                <a:cubicBezTo>
                  <a:pt x="549" y="109"/>
                  <a:pt x="543" y="112"/>
                  <a:pt x="533" y="112"/>
                </a:cubicBezTo>
                <a:cubicBezTo>
                  <a:pt x="521" y="112"/>
                  <a:pt x="513" y="106"/>
                  <a:pt x="510" y="93"/>
                </a:cubicBezTo>
                <a:cubicBezTo>
                  <a:pt x="577" y="93"/>
                  <a:pt x="577" y="93"/>
                  <a:pt x="577" y="93"/>
                </a:cubicBezTo>
                <a:cubicBezTo>
                  <a:pt x="577" y="91"/>
                  <a:pt x="577" y="88"/>
                  <a:pt x="577" y="86"/>
                </a:cubicBezTo>
                <a:cubicBezTo>
                  <a:pt x="577" y="59"/>
                  <a:pt x="563" y="34"/>
                  <a:pt x="530" y="34"/>
                </a:cubicBezTo>
                <a:close/>
                <a:moveTo>
                  <a:pt x="510" y="76"/>
                </a:moveTo>
                <a:cubicBezTo>
                  <a:pt x="512" y="64"/>
                  <a:pt x="519" y="56"/>
                  <a:pt x="530" y="56"/>
                </a:cubicBezTo>
                <a:cubicBezTo>
                  <a:pt x="542" y="56"/>
                  <a:pt x="549" y="64"/>
                  <a:pt x="551" y="76"/>
                </a:cubicBezTo>
                <a:lnTo>
                  <a:pt x="510" y="76"/>
                </a:lnTo>
                <a:close/>
                <a:moveTo>
                  <a:pt x="610" y="55"/>
                </a:moveTo>
                <a:cubicBezTo>
                  <a:pt x="610" y="36"/>
                  <a:pt x="610" y="36"/>
                  <a:pt x="610" y="36"/>
                </a:cubicBezTo>
                <a:cubicBezTo>
                  <a:pt x="583" y="36"/>
                  <a:pt x="583" y="36"/>
                  <a:pt x="583" y="36"/>
                </a:cubicBezTo>
                <a:cubicBezTo>
                  <a:pt x="583" y="132"/>
                  <a:pt x="583" y="132"/>
                  <a:pt x="583" y="132"/>
                </a:cubicBezTo>
                <a:cubicBezTo>
                  <a:pt x="610" y="132"/>
                  <a:pt x="610" y="132"/>
                  <a:pt x="610" y="132"/>
                </a:cubicBezTo>
                <a:cubicBezTo>
                  <a:pt x="610" y="97"/>
                  <a:pt x="610" y="97"/>
                  <a:pt x="610" y="97"/>
                </a:cubicBezTo>
                <a:cubicBezTo>
                  <a:pt x="610" y="74"/>
                  <a:pt x="621" y="63"/>
                  <a:pt x="640" y="63"/>
                </a:cubicBezTo>
                <a:cubicBezTo>
                  <a:pt x="641" y="63"/>
                  <a:pt x="641" y="63"/>
                  <a:pt x="641" y="63"/>
                </a:cubicBezTo>
                <a:cubicBezTo>
                  <a:pt x="641" y="34"/>
                  <a:pt x="641" y="34"/>
                  <a:pt x="641" y="34"/>
                </a:cubicBezTo>
                <a:cubicBezTo>
                  <a:pt x="625" y="33"/>
                  <a:pt x="616" y="42"/>
                  <a:pt x="610" y="55"/>
                </a:cubicBezTo>
                <a:close/>
                <a:moveTo>
                  <a:pt x="2038" y="1"/>
                </a:moveTo>
                <a:cubicBezTo>
                  <a:pt x="2038" y="132"/>
                  <a:pt x="2038" y="132"/>
                  <a:pt x="2038" y="132"/>
                </a:cubicBezTo>
                <a:cubicBezTo>
                  <a:pt x="2065" y="132"/>
                  <a:pt x="2065" y="132"/>
                  <a:pt x="2065" y="132"/>
                </a:cubicBezTo>
                <a:cubicBezTo>
                  <a:pt x="2065" y="1"/>
                  <a:pt x="2065" y="1"/>
                  <a:pt x="2065" y="1"/>
                </a:cubicBezTo>
                <a:lnTo>
                  <a:pt x="2038" y="1"/>
                </a:lnTo>
                <a:close/>
                <a:moveTo>
                  <a:pt x="733" y="11"/>
                </a:moveTo>
                <a:cubicBezTo>
                  <a:pt x="706" y="11"/>
                  <a:pt x="706" y="11"/>
                  <a:pt x="706" y="11"/>
                </a:cubicBezTo>
                <a:cubicBezTo>
                  <a:pt x="706" y="36"/>
                  <a:pt x="706" y="36"/>
                  <a:pt x="706" y="36"/>
                </a:cubicBezTo>
                <a:cubicBezTo>
                  <a:pt x="694" y="36"/>
                  <a:pt x="694" y="36"/>
                  <a:pt x="694" y="36"/>
                </a:cubicBezTo>
                <a:cubicBezTo>
                  <a:pt x="694" y="59"/>
                  <a:pt x="694" y="59"/>
                  <a:pt x="694" y="59"/>
                </a:cubicBezTo>
                <a:cubicBezTo>
                  <a:pt x="706" y="59"/>
                  <a:pt x="706" y="59"/>
                  <a:pt x="706" y="59"/>
                </a:cubicBezTo>
                <a:cubicBezTo>
                  <a:pt x="706" y="105"/>
                  <a:pt x="706" y="105"/>
                  <a:pt x="706" y="105"/>
                </a:cubicBezTo>
                <a:cubicBezTo>
                  <a:pt x="706" y="127"/>
                  <a:pt x="717" y="134"/>
                  <a:pt x="734" y="134"/>
                </a:cubicBezTo>
                <a:cubicBezTo>
                  <a:pt x="743" y="134"/>
                  <a:pt x="750" y="132"/>
                  <a:pt x="755" y="128"/>
                </a:cubicBezTo>
                <a:cubicBezTo>
                  <a:pt x="755" y="106"/>
                  <a:pt x="755" y="106"/>
                  <a:pt x="755" y="106"/>
                </a:cubicBezTo>
                <a:cubicBezTo>
                  <a:pt x="752" y="108"/>
                  <a:pt x="747" y="110"/>
                  <a:pt x="742" y="110"/>
                </a:cubicBezTo>
                <a:cubicBezTo>
                  <a:pt x="736" y="110"/>
                  <a:pt x="733" y="107"/>
                  <a:pt x="733" y="100"/>
                </a:cubicBezTo>
                <a:cubicBezTo>
                  <a:pt x="733" y="59"/>
                  <a:pt x="733" y="59"/>
                  <a:pt x="733" y="59"/>
                </a:cubicBezTo>
                <a:cubicBezTo>
                  <a:pt x="756" y="59"/>
                  <a:pt x="756" y="59"/>
                  <a:pt x="756" y="59"/>
                </a:cubicBezTo>
                <a:cubicBezTo>
                  <a:pt x="756" y="36"/>
                  <a:pt x="756" y="36"/>
                  <a:pt x="756" y="36"/>
                </a:cubicBezTo>
                <a:cubicBezTo>
                  <a:pt x="733" y="36"/>
                  <a:pt x="733" y="36"/>
                  <a:pt x="733" y="36"/>
                </a:cubicBezTo>
                <a:lnTo>
                  <a:pt x="733" y="11"/>
                </a:lnTo>
                <a:close/>
                <a:moveTo>
                  <a:pt x="1999" y="132"/>
                </a:moveTo>
                <a:cubicBezTo>
                  <a:pt x="2027" y="132"/>
                  <a:pt x="2027" y="132"/>
                  <a:pt x="2027" y="132"/>
                </a:cubicBezTo>
                <a:cubicBezTo>
                  <a:pt x="2027" y="1"/>
                  <a:pt x="2027" y="1"/>
                  <a:pt x="2027" y="1"/>
                </a:cubicBezTo>
                <a:cubicBezTo>
                  <a:pt x="1999" y="1"/>
                  <a:pt x="1999" y="1"/>
                  <a:pt x="1999" y="1"/>
                </a:cubicBezTo>
                <a:lnTo>
                  <a:pt x="1999" y="132"/>
                </a:lnTo>
                <a:close/>
                <a:moveTo>
                  <a:pt x="807" y="34"/>
                </a:moveTo>
                <a:cubicBezTo>
                  <a:pt x="779" y="34"/>
                  <a:pt x="760" y="57"/>
                  <a:pt x="760" y="84"/>
                </a:cubicBezTo>
                <a:cubicBezTo>
                  <a:pt x="760" y="84"/>
                  <a:pt x="760" y="84"/>
                  <a:pt x="760" y="84"/>
                </a:cubicBezTo>
                <a:cubicBezTo>
                  <a:pt x="760" y="114"/>
                  <a:pt x="781" y="134"/>
                  <a:pt x="810" y="134"/>
                </a:cubicBezTo>
                <a:cubicBezTo>
                  <a:pt x="827" y="134"/>
                  <a:pt x="840" y="127"/>
                  <a:pt x="849" y="116"/>
                </a:cubicBezTo>
                <a:cubicBezTo>
                  <a:pt x="834" y="102"/>
                  <a:pt x="834" y="102"/>
                  <a:pt x="834" y="102"/>
                </a:cubicBezTo>
                <a:cubicBezTo>
                  <a:pt x="826" y="109"/>
                  <a:pt x="820" y="112"/>
                  <a:pt x="810" y="112"/>
                </a:cubicBezTo>
                <a:cubicBezTo>
                  <a:pt x="798" y="112"/>
                  <a:pt x="790" y="106"/>
                  <a:pt x="787" y="93"/>
                </a:cubicBezTo>
                <a:cubicBezTo>
                  <a:pt x="854" y="93"/>
                  <a:pt x="854" y="93"/>
                  <a:pt x="854" y="93"/>
                </a:cubicBezTo>
                <a:cubicBezTo>
                  <a:pt x="854" y="91"/>
                  <a:pt x="854" y="88"/>
                  <a:pt x="854" y="86"/>
                </a:cubicBezTo>
                <a:cubicBezTo>
                  <a:pt x="854" y="59"/>
                  <a:pt x="839" y="34"/>
                  <a:pt x="807" y="34"/>
                </a:cubicBezTo>
                <a:close/>
                <a:moveTo>
                  <a:pt x="787" y="76"/>
                </a:moveTo>
                <a:cubicBezTo>
                  <a:pt x="789" y="64"/>
                  <a:pt x="796" y="56"/>
                  <a:pt x="807" y="56"/>
                </a:cubicBezTo>
                <a:cubicBezTo>
                  <a:pt x="819" y="56"/>
                  <a:pt x="826" y="64"/>
                  <a:pt x="828" y="76"/>
                </a:cubicBezTo>
                <a:lnTo>
                  <a:pt x="787" y="76"/>
                </a:lnTo>
                <a:close/>
                <a:moveTo>
                  <a:pt x="220" y="34"/>
                </a:moveTo>
                <a:cubicBezTo>
                  <a:pt x="207" y="34"/>
                  <a:pt x="197" y="39"/>
                  <a:pt x="189" y="49"/>
                </a:cubicBezTo>
                <a:cubicBezTo>
                  <a:pt x="184" y="40"/>
                  <a:pt x="174" y="34"/>
                  <a:pt x="161" y="34"/>
                </a:cubicBezTo>
                <a:cubicBezTo>
                  <a:pt x="148" y="34"/>
                  <a:pt x="139" y="41"/>
                  <a:pt x="133" y="50"/>
                </a:cubicBezTo>
                <a:cubicBezTo>
                  <a:pt x="133" y="36"/>
                  <a:pt x="133" y="36"/>
                  <a:pt x="133" y="36"/>
                </a:cubicBezTo>
                <a:cubicBezTo>
                  <a:pt x="106" y="36"/>
                  <a:pt x="106" y="36"/>
                  <a:pt x="106" y="36"/>
                </a:cubicBezTo>
                <a:cubicBezTo>
                  <a:pt x="106" y="132"/>
                  <a:pt x="106" y="132"/>
                  <a:pt x="106" y="132"/>
                </a:cubicBezTo>
                <a:cubicBezTo>
                  <a:pt x="133" y="132"/>
                  <a:pt x="133" y="132"/>
                  <a:pt x="133" y="132"/>
                </a:cubicBezTo>
                <a:cubicBezTo>
                  <a:pt x="133" y="78"/>
                  <a:pt x="133" y="78"/>
                  <a:pt x="133" y="78"/>
                </a:cubicBezTo>
                <a:cubicBezTo>
                  <a:pt x="133" y="65"/>
                  <a:pt x="139" y="59"/>
                  <a:pt x="150" y="59"/>
                </a:cubicBezTo>
                <a:cubicBezTo>
                  <a:pt x="160" y="59"/>
                  <a:pt x="166" y="65"/>
                  <a:pt x="166" y="78"/>
                </a:cubicBezTo>
                <a:cubicBezTo>
                  <a:pt x="166" y="132"/>
                  <a:pt x="166" y="132"/>
                  <a:pt x="166" y="132"/>
                </a:cubicBezTo>
                <a:cubicBezTo>
                  <a:pt x="193" y="132"/>
                  <a:pt x="193" y="132"/>
                  <a:pt x="193" y="132"/>
                </a:cubicBezTo>
                <a:cubicBezTo>
                  <a:pt x="193" y="78"/>
                  <a:pt x="193" y="78"/>
                  <a:pt x="193" y="78"/>
                </a:cubicBezTo>
                <a:cubicBezTo>
                  <a:pt x="193" y="65"/>
                  <a:pt x="199" y="59"/>
                  <a:pt x="209" y="59"/>
                </a:cubicBezTo>
                <a:cubicBezTo>
                  <a:pt x="220" y="59"/>
                  <a:pt x="225" y="65"/>
                  <a:pt x="225" y="78"/>
                </a:cubicBezTo>
                <a:cubicBezTo>
                  <a:pt x="225" y="132"/>
                  <a:pt x="225" y="132"/>
                  <a:pt x="225" y="132"/>
                </a:cubicBezTo>
                <a:cubicBezTo>
                  <a:pt x="253" y="132"/>
                  <a:pt x="253" y="132"/>
                  <a:pt x="253" y="132"/>
                </a:cubicBezTo>
                <a:cubicBezTo>
                  <a:pt x="253" y="69"/>
                  <a:pt x="253" y="69"/>
                  <a:pt x="253" y="69"/>
                </a:cubicBezTo>
                <a:cubicBezTo>
                  <a:pt x="253" y="46"/>
                  <a:pt x="240" y="34"/>
                  <a:pt x="220" y="34"/>
                </a:cubicBezTo>
                <a:close/>
                <a:moveTo>
                  <a:pt x="59" y="57"/>
                </a:moveTo>
                <a:cubicBezTo>
                  <a:pt x="38" y="51"/>
                  <a:pt x="32" y="49"/>
                  <a:pt x="32" y="40"/>
                </a:cubicBezTo>
                <a:cubicBezTo>
                  <a:pt x="32" y="40"/>
                  <a:pt x="32" y="40"/>
                  <a:pt x="32" y="40"/>
                </a:cubicBezTo>
                <a:cubicBezTo>
                  <a:pt x="32" y="34"/>
                  <a:pt x="38" y="29"/>
                  <a:pt x="48" y="29"/>
                </a:cubicBezTo>
                <a:cubicBezTo>
                  <a:pt x="59" y="29"/>
                  <a:pt x="70" y="34"/>
                  <a:pt x="81" y="41"/>
                </a:cubicBezTo>
                <a:cubicBezTo>
                  <a:pt x="95" y="21"/>
                  <a:pt x="95" y="21"/>
                  <a:pt x="95" y="21"/>
                </a:cubicBezTo>
                <a:cubicBezTo>
                  <a:pt x="83" y="10"/>
                  <a:pt x="67" y="5"/>
                  <a:pt x="49" y="5"/>
                </a:cubicBezTo>
                <a:cubicBezTo>
                  <a:pt x="23" y="5"/>
                  <a:pt x="5" y="20"/>
                  <a:pt x="5" y="43"/>
                </a:cubicBezTo>
                <a:cubicBezTo>
                  <a:pt x="5" y="43"/>
                  <a:pt x="5" y="43"/>
                  <a:pt x="5" y="43"/>
                </a:cubicBezTo>
                <a:cubicBezTo>
                  <a:pt x="5" y="68"/>
                  <a:pt x="21" y="75"/>
                  <a:pt x="46" y="81"/>
                </a:cubicBezTo>
                <a:cubicBezTo>
                  <a:pt x="67" y="87"/>
                  <a:pt x="72" y="90"/>
                  <a:pt x="72" y="97"/>
                </a:cubicBezTo>
                <a:cubicBezTo>
                  <a:pt x="72" y="98"/>
                  <a:pt x="72" y="98"/>
                  <a:pt x="72" y="98"/>
                </a:cubicBezTo>
                <a:cubicBezTo>
                  <a:pt x="72" y="105"/>
                  <a:pt x="65" y="109"/>
                  <a:pt x="54" y="109"/>
                </a:cubicBezTo>
                <a:cubicBezTo>
                  <a:pt x="39" y="109"/>
                  <a:pt x="27" y="104"/>
                  <a:pt x="16" y="94"/>
                </a:cubicBezTo>
                <a:cubicBezTo>
                  <a:pt x="0" y="114"/>
                  <a:pt x="0" y="114"/>
                  <a:pt x="0" y="114"/>
                </a:cubicBezTo>
                <a:cubicBezTo>
                  <a:pt x="15" y="127"/>
                  <a:pt x="34" y="134"/>
                  <a:pt x="53" y="134"/>
                </a:cubicBezTo>
                <a:cubicBezTo>
                  <a:pt x="80" y="134"/>
                  <a:pt x="99" y="120"/>
                  <a:pt x="99" y="95"/>
                </a:cubicBezTo>
                <a:cubicBezTo>
                  <a:pt x="99" y="95"/>
                  <a:pt x="99" y="95"/>
                  <a:pt x="99" y="95"/>
                </a:cubicBezTo>
                <a:cubicBezTo>
                  <a:pt x="99" y="73"/>
                  <a:pt x="85" y="63"/>
                  <a:pt x="59" y="57"/>
                </a:cubicBezTo>
                <a:close/>
                <a:moveTo>
                  <a:pt x="304" y="35"/>
                </a:moveTo>
                <a:cubicBezTo>
                  <a:pt x="287" y="35"/>
                  <a:pt x="277" y="38"/>
                  <a:pt x="266" y="43"/>
                </a:cubicBezTo>
                <a:cubicBezTo>
                  <a:pt x="273" y="63"/>
                  <a:pt x="273" y="63"/>
                  <a:pt x="273" y="63"/>
                </a:cubicBezTo>
                <a:cubicBezTo>
                  <a:pt x="282" y="60"/>
                  <a:pt x="289" y="58"/>
                  <a:pt x="300" y="58"/>
                </a:cubicBezTo>
                <a:cubicBezTo>
                  <a:pt x="313" y="58"/>
                  <a:pt x="320" y="64"/>
                  <a:pt x="320" y="76"/>
                </a:cubicBezTo>
                <a:cubicBezTo>
                  <a:pt x="320" y="77"/>
                  <a:pt x="320" y="77"/>
                  <a:pt x="320" y="77"/>
                </a:cubicBezTo>
                <a:cubicBezTo>
                  <a:pt x="314" y="75"/>
                  <a:pt x="307" y="73"/>
                  <a:pt x="297" y="73"/>
                </a:cubicBezTo>
                <a:cubicBezTo>
                  <a:pt x="274" y="73"/>
                  <a:pt x="258" y="83"/>
                  <a:pt x="258" y="104"/>
                </a:cubicBezTo>
                <a:cubicBezTo>
                  <a:pt x="258" y="104"/>
                  <a:pt x="258" y="104"/>
                  <a:pt x="258" y="104"/>
                </a:cubicBezTo>
                <a:cubicBezTo>
                  <a:pt x="258" y="123"/>
                  <a:pt x="273" y="134"/>
                  <a:pt x="291" y="134"/>
                </a:cubicBezTo>
                <a:cubicBezTo>
                  <a:pt x="304" y="134"/>
                  <a:pt x="314" y="129"/>
                  <a:pt x="320" y="122"/>
                </a:cubicBezTo>
                <a:cubicBezTo>
                  <a:pt x="320" y="132"/>
                  <a:pt x="320" y="132"/>
                  <a:pt x="320" y="132"/>
                </a:cubicBezTo>
                <a:cubicBezTo>
                  <a:pt x="347" y="132"/>
                  <a:pt x="347" y="132"/>
                  <a:pt x="347" y="132"/>
                </a:cubicBezTo>
                <a:cubicBezTo>
                  <a:pt x="347" y="76"/>
                  <a:pt x="347" y="76"/>
                  <a:pt x="347" y="76"/>
                </a:cubicBezTo>
                <a:cubicBezTo>
                  <a:pt x="347" y="63"/>
                  <a:pt x="343" y="53"/>
                  <a:pt x="336" y="46"/>
                </a:cubicBezTo>
                <a:cubicBezTo>
                  <a:pt x="329" y="39"/>
                  <a:pt x="319" y="35"/>
                  <a:pt x="304" y="35"/>
                </a:cubicBezTo>
                <a:close/>
                <a:moveTo>
                  <a:pt x="321" y="98"/>
                </a:moveTo>
                <a:cubicBezTo>
                  <a:pt x="321" y="108"/>
                  <a:pt x="312" y="115"/>
                  <a:pt x="299" y="115"/>
                </a:cubicBezTo>
                <a:cubicBezTo>
                  <a:pt x="291" y="115"/>
                  <a:pt x="285" y="111"/>
                  <a:pt x="285" y="103"/>
                </a:cubicBezTo>
                <a:cubicBezTo>
                  <a:pt x="285" y="103"/>
                  <a:pt x="285" y="103"/>
                  <a:pt x="285" y="103"/>
                </a:cubicBezTo>
                <a:cubicBezTo>
                  <a:pt x="285" y="94"/>
                  <a:pt x="292" y="90"/>
                  <a:pt x="303" y="90"/>
                </a:cubicBezTo>
                <a:cubicBezTo>
                  <a:pt x="310" y="90"/>
                  <a:pt x="316" y="91"/>
                  <a:pt x="321" y="93"/>
                </a:cubicBezTo>
                <a:lnTo>
                  <a:pt x="321" y="98"/>
                </a:lnTo>
                <a:close/>
                <a:moveTo>
                  <a:pt x="457" y="11"/>
                </a:moveTo>
                <a:cubicBezTo>
                  <a:pt x="429" y="11"/>
                  <a:pt x="429" y="11"/>
                  <a:pt x="429" y="11"/>
                </a:cubicBezTo>
                <a:cubicBezTo>
                  <a:pt x="429" y="36"/>
                  <a:pt x="429" y="36"/>
                  <a:pt x="429" y="36"/>
                </a:cubicBezTo>
                <a:cubicBezTo>
                  <a:pt x="418" y="36"/>
                  <a:pt x="418" y="36"/>
                  <a:pt x="418" y="36"/>
                </a:cubicBezTo>
                <a:cubicBezTo>
                  <a:pt x="418" y="59"/>
                  <a:pt x="418" y="59"/>
                  <a:pt x="418" y="59"/>
                </a:cubicBezTo>
                <a:cubicBezTo>
                  <a:pt x="429" y="59"/>
                  <a:pt x="429" y="59"/>
                  <a:pt x="429" y="59"/>
                </a:cubicBezTo>
                <a:cubicBezTo>
                  <a:pt x="429" y="105"/>
                  <a:pt x="429" y="105"/>
                  <a:pt x="429" y="105"/>
                </a:cubicBezTo>
                <a:cubicBezTo>
                  <a:pt x="429" y="127"/>
                  <a:pt x="441" y="134"/>
                  <a:pt x="457" y="134"/>
                </a:cubicBezTo>
                <a:cubicBezTo>
                  <a:pt x="466" y="134"/>
                  <a:pt x="473" y="132"/>
                  <a:pt x="479" y="128"/>
                </a:cubicBezTo>
                <a:cubicBezTo>
                  <a:pt x="479" y="106"/>
                  <a:pt x="479" y="106"/>
                  <a:pt x="479" y="106"/>
                </a:cubicBezTo>
                <a:cubicBezTo>
                  <a:pt x="475" y="108"/>
                  <a:pt x="470" y="110"/>
                  <a:pt x="465" y="110"/>
                </a:cubicBezTo>
                <a:cubicBezTo>
                  <a:pt x="459" y="110"/>
                  <a:pt x="457" y="107"/>
                  <a:pt x="457" y="100"/>
                </a:cubicBezTo>
                <a:cubicBezTo>
                  <a:pt x="457" y="59"/>
                  <a:pt x="457" y="59"/>
                  <a:pt x="457" y="59"/>
                </a:cubicBezTo>
                <a:cubicBezTo>
                  <a:pt x="479" y="59"/>
                  <a:pt x="479" y="59"/>
                  <a:pt x="479" y="59"/>
                </a:cubicBezTo>
                <a:cubicBezTo>
                  <a:pt x="479" y="36"/>
                  <a:pt x="479" y="36"/>
                  <a:pt x="479" y="36"/>
                </a:cubicBezTo>
                <a:cubicBezTo>
                  <a:pt x="457" y="36"/>
                  <a:pt x="457" y="36"/>
                  <a:pt x="457" y="36"/>
                </a:cubicBezTo>
                <a:lnTo>
                  <a:pt x="457" y="11"/>
                </a:lnTo>
                <a:close/>
                <a:moveTo>
                  <a:pt x="382" y="55"/>
                </a:moveTo>
                <a:cubicBezTo>
                  <a:pt x="382" y="36"/>
                  <a:pt x="382" y="36"/>
                  <a:pt x="382" y="36"/>
                </a:cubicBezTo>
                <a:cubicBezTo>
                  <a:pt x="354" y="36"/>
                  <a:pt x="354" y="36"/>
                  <a:pt x="354" y="36"/>
                </a:cubicBezTo>
                <a:cubicBezTo>
                  <a:pt x="354" y="132"/>
                  <a:pt x="354" y="132"/>
                  <a:pt x="354" y="132"/>
                </a:cubicBezTo>
                <a:cubicBezTo>
                  <a:pt x="382" y="132"/>
                  <a:pt x="382" y="132"/>
                  <a:pt x="382" y="132"/>
                </a:cubicBezTo>
                <a:cubicBezTo>
                  <a:pt x="382" y="97"/>
                  <a:pt x="382" y="97"/>
                  <a:pt x="382" y="97"/>
                </a:cubicBezTo>
                <a:cubicBezTo>
                  <a:pt x="382" y="74"/>
                  <a:pt x="393" y="63"/>
                  <a:pt x="411" y="63"/>
                </a:cubicBezTo>
                <a:cubicBezTo>
                  <a:pt x="412" y="63"/>
                  <a:pt x="412" y="63"/>
                  <a:pt x="412" y="63"/>
                </a:cubicBezTo>
                <a:cubicBezTo>
                  <a:pt x="412" y="34"/>
                  <a:pt x="412" y="34"/>
                  <a:pt x="412" y="34"/>
                </a:cubicBezTo>
                <a:cubicBezTo>
                  <a:pt x="396" y="33"/>
                  <a:pt x="387" y="42"/>
                  <a:pt x="382" y="55"/>
                </a:cubicBezTo>
                <a:close/>
                <a:moveTo>
                  <a:pt x="1335" y="34"/>
                </a:moveTo>
                <a:cubicBezTo>
                  <a:pt x="1305" y="34"/>
                  <a:pt x="1283" y="56"/>
                  <a:pt x="1283" y="84"/>
                </a:cubicBezTo>
                <a:cubicBezTo>
                  <a:pt x="1283" y="84"/>
                  <a:pt x="1283" y="84"/>
                  <a:pt x="1283" y="84"/>
                </a:cubicBezTo>
                <a:cubicBezTo>
                  <a:pt x="1283" y="112"/>
                  <a:pt x="1305" y="134"/>
                  <a:pt x="1335" y="134"/>
                </a:cubicBezTo>
                <a:cubicBezTo>
                  <a:pt x="1365" y="134"/>
                  <a:pt x="1387" y="112"/>
                  <a:pt x="1387" y="84"/>
                </a:cubicBezTo>
                <a:cubicBezTo>
                  <a:pt x="1387" y="84"/>
                  <a:pt x="1387" y="84"/>
                  <a:pt x="1387" y="84"/>
                </a:cubicBezTo>
                <a:cubicBezTo>
                  <a:pt x="1387" y="56"/>
                  <a:pt x="1365" y="34"/>
                  <a:pt x="1335" y="34"/>
                </a:cubicBezTo>
                <a:close/>
                <a:moveTo>
                  <a:pt x="1360" y="84"/>
                </a:moveTo>
                <a:cubicBezTo>
                  <a:pt x="1360" y="99"/>
                  <a:pt x="1351" y="111"/>
                  <a:pt x="1335" y="111"/>
                </a:cubicBezTo>
                <a:cubicBezTo>
                  <a:pt x="1320" y="111"/>
                  <a:pt x="1310" y="98"/>
                  <a:pt x="1310" y="84"/>
                </a:cubicBezTo>
                <a:cubicBezTo>
                  <a:pt x="1310" y="84"/>
                  <a:pt x="1310" y="84"/>
                  <a:pt x="1310" y="84"/>
                </a:cubicBezTo>
                <a:cubicBezTo>
                  <a:pt x="1310" y="70"/>
                  <a:pt x="1319" y="58"/>
                  <a:pt x="1335" y="58"/>
                </a:cubicBezTo>
                <a:cubicBezTo>
                  <a:pt x="1350" y="58"/>
                  <a:pt x="1360" y="70"/>
                  <a:pt x="1360" y="84"/>
                </a:cubicBezTo>
                <a:close/>
                <a:moveTo>
                  <a:pt x="1834" y="55"/>
                </a:moveTo>
                <a:cubicBezTo>
                  <a:pt x="1834" y="36"/>
                  <a:pt x="1834" y="36"/>
                  <a:pt x="1834" y="36"/>
                </a:cubicBezTo>
                <a:cubicBezTo>
                  <a:pt x="1807" y="36"/>
                  <a:pt x="1807" y="36"/>
                  <a:pt x="1807" y="36"/>
                </a:cubicBezTo>
                <a:cubicBezTo>
                  <a:pt x="1807" y="132"/>
                  <a:pt x="1807" y="132"/>
                  <a:pt x="1807" y="132"/>
                </a:cubicBezTo>
                <a:cubicBezTo>
                  <a:pt x="1834" y="132"/>
                  <a:pt x="1834" y="132"/>
                  <a:pt x="1834" y="132"/>
                </a:cubicBezTo>
                <a:cubicBezTo>
                  <a:pt x="1834" y="97"/>
                  <a:pt x="1834" y="97"/>
                  <a:pt x="1834" y="97"/>
                </a:cubicBezTo>
                <a:cubicBezTo>
                  <a:pt x="1834" y="74"/>
                  <a:pt x="1845" y="63"/>
                  <a:pt x="1863" y="63"/>
                </a:cubicBezTo>
                <a:cubicBezTo>
                  <a:pt x="1865" y="63"/>
                  <a:pt x="1865" y="63"/>
                  <a:pt x="1865" y="63"/>
                </a:cubicBezTo>
                <a:cubicBezTo>
                  <a:pt x="1865" y="34"/>
                  <a:pt x="1865" y="34"/>
                  <a:pt x="1865" y="34"/>
                </a:cubicBezTo>
                <a:cubicBezTo>
                  <a:pt x="1848" y="33"/>
                  <a:pt x="1839" y="42"/>
                  <a:pt x="1834" y="55"/>
                </a:cubicBezTo>
                <a:close/>
                <a:moveTo>
                  <a:pt x="1748" y="34"/>
                </a:moveTo>
                <a:cubicBezTo>
                  <a:pt x="1718" y="34"/>
                  <a:pt x="1696" y="56"/>
                  <a:pt x="1696" y="84"/>
                </a:cubicBezTo>
                <a:cubicBezTo>
                  <a:pt x="1696" y="84"/>
                  <a:pt x="1696" y="84"/>
                  <a:pt x="1696" y="84"/>
                </a:cubicBezTo>
                <a:cubicBezTo>
                  <a:pt x="1696" y="112"/>
                  <a:pt x="1718" y="134"/>
                  <a:pt x="1748" y="134"/>
                </a:cubicBezTo>
                <a:cubicBezTo>
                  <a:pt x="1778" y="134"/>
                  <a:pt x="1800" y="112"/>
                  <a:pt x="1800" y="84"/>
                </a:cubicBezTo>
                <a:cubicBezTo>
                  <a:pt x="1800" y="84"/>
                  <a:pt x="1800" y="84"/>
                  <a:pt x="1800" y="84"/>
                </a:cubicBezTo>
                <a:cubicBezTo>
                  <a:pt x="1800" y="56"/>
                  <a:pt x="1778" y="34"/>
                  <a:pt x="1748" y="34"/>
                </a:cubicBezTo>
                <a:close/>
                <a:moveTo>
                  <a:pt x="1773" y="84"/>
                </a:moveTo>
                <a:cubicBezTo>
                  <a:pt x="1773" y="99"/>
                  <a:pt x="1764" y="111"/>
                  <a:pt x="1748" y="111"/>
                </a:cubicBezTo>
                <a:cubicBezTo>
                  <a:pt x="1733" y="111"/>
                  <a:pt x="1723" y="98"/>
                  <a:pt x="1723" y="84"/>
                </a:cubicBezTo>
                <a:cubicBezTo>
                  <a:pt x="1723" y="84"/>
                  <a:pt x="1723" y="84"/>
                  <a:pt x="1723" y="84"/>
                </a:cubicBezTo>
                <a:cubicBezTo>
                  <a:pt x="1723" y="70"/>
                  <a:pt x="1732" y="58"/>
                  <a:pt x="1748" y="58"/>
                </a:cubicBezTo>
                <a:cubicBezTo>
                  <a:pt x="1763" y="58"/>
                  <a:pt x="1773" y="70"/>
                  <a:pt x="1773" y="84"/>
                </a:cubicBezTo>
                <a:close/>
                <a:moveTo>
                  <a:pt x="1465" y="48"/>
                </a:moveTo>
                <a:cubicBezTo>
                  <a:pt x="1458" y="40"/>
                  <a:pt x="1449" y="34"/>
                  <a:pt x="1434" y="34"/>
                </a:cubicBezTo>
                <a:cubicBezTo>
                  <a:pt x="1412" y="34"/>
                  <a:pt x="1391" y="50"/>
                  <a:pt x="1391" y="79"/>
                </a:cubicBezTo>
                <a:cubicBezTo>
                  <a:pt x="1391" y="79"/>
                  <a:pt x="1391" y="79"/>
                  <a:pt x="1391" y="79"/>
                </a:cubicBezTo>
                <a:cubicBezTo>
                  <a:pt x="1391" y="108"/>
                  <a:pt x="1412" y="124"/>
                  <a:pt x="1434" y="124"/>
                </a:cubicBezTo>
                <a:cubicBezTo>
                  <a:pt x="1448" y="124"/>
                  <a:pt x="1457" y="118"/>
                  <a:pt x="1465" y="109"/>
                </a:cubicBezTo>
                <a:cubicBezTo>
                  <a:pt x="1465" y="113"/>
                  <a:pt x="1465" y="113"/>
                  <a:pt x="1465" y="113"/>
                </a:cubicBezTo>
                <a:cubicBezTo>
                  <a:pt x="1465" y="130"/>
                  <a:pt x="1457" y="139"/>
                  <a:pt x="1438" y="139"/>
                </a:cubicBezTo>
                <a:cubicBezTo>
                  <a:pt x="1425" y="139"/>
                  <a:pt x="1415" y="136"/>
                  <a:pt x="1405" y="131"/>
                </a:cubicBezTo>
                <a:cubicBezTo>
                  <a:pt x="1396" y="151"/>
                  <a:pt x="1396" y="151"/>
                  <a:pt x="1396" y="151"/>
                </a:cubicBezTo>
                <a:cubicBezTo>
                  <a:pt x="1408" y="158"/>
                  <a:pt x="1423" y="161"/>
                  <a:pt x="1439" y="161"/>
                </a:cubicBezTo>
                <a:cubicBezTo>
                  <a:pt x="1457" y="161"/>
                  <a:pt x="1471" y="157"/>
                  <a:pt x="1480" y="148"/>
                </a:cubicBezTo>
                <a:cubicBezTo>
                  <a:pt x="1488" y="140"/>
                  <a:pt x="1492" y="128"/>
                  <a:pt x="1492" y="110"/>
                </a:cubicBezTo>
                <a:cubicBezTo>
                  <a:pt x="1492" y="36"/>
                  <a:pt x="1492" y="36"/>
                  <a:pt x="1492" y="36"/>
                </a:cubicBezTo>
                <a:cubicBezTo>
                  <a:pt x="1465" y="36"/>
                  <a:pt x="1465" y="36"/>
                  <a:pt x="1465" y="36"/>
                </a:cubicBezTo>
                <a:lnTo>
                  <a:pt x="1465" y="48"/>
                </a:lnTo>
                <a:close/>
                <a:moveTo>
                  <a:pt x="1465" y="79"/>
                </a:moveTo>
                <a:cubicBezTo>
                  <a:pt x="1465" y="92"/>
                  <a:pt x="1455" y="102"/>
                  <a:pt x="1442" y="102"/>
                </a:cubicBezTo>
                <a:cubicBezTo>
                  <a:pt x="1429" y="102"/>
                  <a:pt x="1419" y="93"/>
                  <a:pt x="1419" y="79"/>
                </a:cubicBezTo>
                <a:cubicBezTo>
                  <a:pt x="1419" y="79"/>
                  <a:pt x="1419" y="79"/>
                  <a:pt x="1419" y="79"/>
                </a:cubicBezTo>
                <a:cubicBezTo>
                  <a:pt x="1419" y="66"/>
                  <a:pt x="1429" y="57"/>
                  <a:pt x="1442" y="57"/>
                </a:cubicBezTo>
                <a:cubicBezTo>
                  <a:pt x="1455" y="57"/>
                  <a:pt x="1465" y="66"/>
                  <a:pt x="1465" y="79"/>
                </a:cubicBezTo>
                <a:close/>
                <a:moveTo>
                  <a:pt x="1697" y="37"/>
                </a:moveTo>
                <a:cubicBezTo>
                  <a:pt x="1675" y="37"/>
                  <a:pt x="1675" y="37"/>
                  <a:pt x="1675" y="37"/>
                </a:cubicBezTo>
                <a:cubicBezTo>
                  <a:pt x="1675" y="33"/>
                  <a:pt x="1675" y="33"/>
                  <a:pt x="1675" y="33"/>
                </a:cubicBezTo>
                <a:cubicBezTo>
                  <a:pt x="1675" y="26"/>
                  <a:pt x="1678" y="23"/>
                  <a:pt x="1684" y="23"/>
                </a:cubicBezTo>
                <a:cubicBezTo>
                  <a:pt x="1689" y="23"/>
                  <a:pt x="1693" y="24"/>
                  <a:pt x="1697" y="25"/>
                </a:cubicBezTo>
                <a:cubicBezTo>
                  <a:pt x="1697" y="2"/>
                  <a:pt x="1697" y="2"/>
                  <a:pt x="1697" y="2"/>
                </a:cubicBezTo>
                <a:cubicBezTo>
                  <a:pt x="1692" y="1"/>
                  <a:pt x="1686" y="0"/>
                  <a:pt x="1677" y="0"/>
                </a:cubicBezTo>
                <a:cubicBezTo>
                  <a:pt x="1668" y="0"/>
                  <a:pt x="1660" y="2"/>
                  <a:pt x="1655" y="7"/>
                </a:cubicBezTo>
                <a:cubicBezTo>
                  <a:pt x="1650" y="12"/>
                  <a:pt x="1648" y="20"/>
                  <a:pt x="1648" y="31"/>
                </a:cubicBezTo>
                <a:cubicBezTo>
                  <a:pt x="1648" y="37"/>
                  <a:pt x="1648" y="37"/>
                  <a:pt x="1648" y="37"/>
                </a:cubicBezTo>
                <a:cubicBezTo>
                  <a:pt x="1636" y="37"/>
                  <a:pt x="1636" y="37"/>
                  <a:pt x="1636" y="37"/>
                </a:cubicBezTo>
                <a:cubicBezTo>
                  <a:pt x="1636" y="59"/>
                  <a:pt x="1636" y="59"/>
                  <a:pt x="1636" y="59"/>
                </a:cubicBezTo>
                <a:cubicBezTo>
                  <a:pt x="1648" y="59"/>
                  <a:pt x="1648" y="59"/>
                  <a:pt x="1648" y="59"/>
                </a:cubicBezTo>
                <a:cubicBezTo>
                  <a:pt x="1648" y="132"/>
                  <a:pt x="1648" y="132"/>
                  <a:pt x="1648" y="132"/>
                </a:cubicBezTo>
                <a:cubicBezTo>
                  <a:pt x="1675" y="132"/>
                  <a:pt x="1675" y="132"/>
                  <a:pt x="1675" y="132"/>
                </a:cubicBezTo>
                <a:cubicBezTo>
                  <a:pt x="1675" y="59"/>
                  <a:pt x="1675" y="59"/>
                  <a:pt x="1675" y="59"/>
                </a:cubicBezTo>
                <a:cubicBezTo>
                  <a:pt x="1697" y="59"/>
                  <a:pt x="1697" y="59"/>
                  <a:pt x="1697" y="59"/>
                </a:cubicBezTo>
                <a:lnTo>
                  <a:pt x="1697" y="37"/>
                </a:lnTo>
                <a:close/>
                <a:moveTo>
                  <a:pt x="1548" y="101"/>
                </a:moveTo>
                <a:cubicBezTo>
                  <a:pt x="1526" y="36"/>
                  <a:pt x="1526" y="36"/>
                  <a:pt x="1526" y="36"/>
                </a:cubicBezTo>
                <a:cubicBezTo>
                  <a:pt x="1497" y="36"/>
                  <a:pt x="1497" y="36"/>
                  <a:pt x="1497" y="36"/>
                </a:cubicBezTo>
                <a:cubicBezTo>
                  <a:pt x="1535" y="132"/>
                  <a:pt x="1535" y="132"/>
                  <a:pt x="1535" y="132"/>
                </a:cubicBezTo>
                <a:cubicBezTo>
                  <a:pt x="1532" y="137"/>
                  <a:pt x="1530" y="139"/>
                  <a:pt x="1525" y="139"/>
                </a:cubicBezTo>
                <a:cubicBezTo>
                  <a:pt x="1521" y="139"/>
                  <a:pt x="1517" y="137"/>
                  <a:pt x="1513" y="135"/>
                </a:cubicBezTo>
                <a:cubicBezTo>
                  <a:pt x="1504" y="155"/>
                  <a:pt x="1504" y="155"/>
                  <a:pt x="1504" y="155"/>
                </a:cubicBezTo>
                <a:cubicBezTo>
                  <a:pt x="1511" y="159"/>
                  <a:pt x="1519" y="161"/>
                  <a:pt x="1528" y="161"/>
                </a:cubicBezTo>
                <a:cubicBezTo>
                  <a:pt x="1545" y="161"/>
                  <a:pt x="1553" y="154"/>
                  <a:pt x="1560" y="134"/>
                </a:cubicBezTo>
                <a:cubicBezTo>
                  <a:pt x="1597" y="36"/>
                  <a:pt x="1597" y="36"/>
                  <a:pt x="1597" y="36"/>
                </a:cubicBezTo>
                <a:cubicBezTo>
                  <a:pt x="1569" y="36"/>
                  <a:pt x="1569" y="36"/>
                  <a:pt x="1569" y="36"/>
                </a:cubicBezTo>
                <a:lnTo>
                  <a:pt x="1548" y="101"/>
                </a:lnTo>
                <a:close/>
                <a:moveTo>
                  <a:pt x="1008" y="34"/>
                </a:moveTo>
                <a:cubicBezTo>
                  <a:pt x="994" y="34"/>
                  <a:pt x="986" y="41"/>
                  <a:pt x="980" y="49"/>
                </a:cubicBezTo>
                <a:cubicBezTo>
                  <a:pt x="980" y="1"/>
                  <a:pt x="980" y="1"/>
                  <a:pt x="980" y="1"/>
                </a:cubicBezTo>
                <a:cubicBezTo>
                  <a:pt x="952" y="1"/>
                  <a:pt x="952" y="1"/>
                  <a:pt x="952" y="1"/>
                </a:cubicBezTo>
                <a:cubicBezTo>
                  <a:pt x="952" y="132"/>
                  <a:pt x="952" y="132"/>
                  <a:pt x="952" y="132"/>
                </a:cubicBezTo>
                <a:cubicBezTo>
                  <a:pt x="980" y="132"/>
                  <a:pt x="980" y="132"/>
                  <a:pt x="980" y="132"/>
                </a:cubicBezTo>
                <a:cubicBezTo>
                  <a:pt x="980" y="78"/>
                  <a:pt x="980" y="78"/>
                  <a:pt x="980" y="78"/>
                </a:cubicBezTo>
                <a:cubicBezTo>
                  <a:pt x="980" y="65"/>
                  <a:pt x="986" y="59"/>
                  <a:pt x="997" y="59"/>
                </a:cubicBezTo>
                <a:cubicBezTo>
                  <a:pt x="1007" y="59"/>
                  <a:pt x="1013" y="65"/>
                  <a:pt x="1013" y="78"/>
                </a:cubicBezTo>
                <a:cubicBezTo>
                  <a:pt x="1013" y="132"/>
                  <a:pt x="1013" y="132"/>
                  <a:pt x="1013" y="132"/>
                </a:cubicBezTo>
                <a:cubicBezTo>
                  <a:pt x="1040" y="132"/>
                  <a:pt x="1040" y="132"/>
                  <a:pt x="1040" y="132"/>
                </a:cubicBezTo>
                <a:cubicBezTo>
                  <a:pt x="1040" y="70"/>
                  <a:pt x="1040" y="70"/>
                  <a:pt x="1040" y="70"/>
                </a:cubicBezTo>
                <a:cubicBezTo>
                  <a:pt x="1040" y="48"/>
                  <a:pt x="1028" y="34"/>
                  <a:pt x="1008" y="34"/>
                </a:cubicBezTo>
                <a:close/>
                <a:moveTo>
                  <a:pt x="1250" y="132"/>
                </a:moveTo>
                <a:cubicBezTo>
                  <a:pt x="1278" y="132"/>
                  <a:pt x="1278" y="132"/>
                  <a:pt x="1278" y="132"/>
                </a:cubicBezTo>
                <a:cubicBezTo>
                  <a:pt x="1278" y="1"/>
                  <a:pt x="1278" y="1"/>
                  <a:pt x="1278" y="1"/>
                </a:cubicBezTo>
                <a:cubicBezTo>
                  <a:pt x="1250" y="1"/>
                  <a:pt x="1250" y="1"/>
                  <a:pt x="1250" y="1"/>
                </a:cubicBezTo>
                <a:lnTo>
                  <a:pt x="1250" y="132"/>
                </a:lnTo>
                <a:close/>
                <a:moveTo>
                  <a:pt x="1103" y="34"/>
                </a:moveTo>
                <a:cubicBezTo>
                  <a:pt x="1089" y="34"/>
                  <a:pt x="1081" y="41"/>
                  <a:pt x="1075" y="49"/>
                </a:cubicBezTo>
                <a:cubicBezTo>
                  <a:pt x="1075" y="36"/>
                  <a:pt x="1075" y="36"/>
                  <a:pt x="1075" y="36"/>
                </a:cubicBezTo>
                <a:cubicBezTo>
                  <a:pt x="1047" y="36"/>
                  <a:pt x="1047" y="36"/>
                  <a:pt x="1047" y="36"/>
                </a:cubicBezTo>
                <a:cubicBezTo>
                  <a:pt x="1047" y="132"/>
                  <a:pt x="1047" y="132"/>
                  <a:pt x="1047" y="132"/>
                </a:cubicBezTo>
                <a:cubicBezTo>
                  <a:pt x="1075" y="132"/>
                  <a:pt x="1075" y="132"/>
                  <a:pt x="1075" y="132"/>
                </a:cubicBezTo>
                <a:cubicBezTo>
                  <a:pt x="1075" y="78"/>
                  <a:pt x="1075" y="78"/>
                  <a:pt x="1075" y="78"/>
                </a:cubicBezTo>
                <a:cubicBezTo>
                  <a:pt x="1075" y="65"/>
                  <a:pt x="1081" y="59"/>
                  <a:pt x="1092" y="59"/>
                </a:cubicBezTo>
                <a:cubicBezTo>
                  <a:pt x="1102" y="59"/>
                  <a:pt x="1108" y="65"/>
                  <a:pt x="1108" y="78"/>
                </a:cubicBezTo>
                <a:cubicBezTo>
                  <a:pt x="1108" y="132"/>
                  <a:pt x="1108" y="132"/>
                  <a:pt x="1108" y="132"/>
                </a:cubicBezTo>
                <a:cubicBezTo>
                  <a:pt x="1135" y="132"/>
                  <a:pt x="1135" y="132"/>
                  <a:pt x="1135" y="132"/>
                </a:cubicBezTo>
                <a:cubicBezTo>
                  <a:pt x="1135" y="70"/>
                  <a:pt x="1135" y="70"/>
                  <a:pt x="1135" y="70"/>
                </a:cubicBezTo>
                <a:cubicBezTo>
                  <a:pt x="1135" y="48"/>
                  <a:pt x="1123" y="34"/>
                  <a:pt x="1103" y="34"/>
                </a:cubicBezTo>
                <a:close/>
                <a:moveTo>
                  <a:pt x="910" y="111"/>
                </a:moveTo>
                <a:cubicBezTo>
                  <a:pt x="895" y="111"/>
                  <a:pt x="885" y="99"/>
                  <a:pt x="885" y="84"/>
                </a:cubicBezTo>
                <a:cubicBezTo>
                  <a:pt x="885" y="84"/>
                  <a:pt x="885" y="84"/>
                  <a:pt x="885" y="84"/>
                </a:cubicBezTo>
                <a:cubicBezTo>
                  <a:pt x="885" y="70"/>
                  <a:pt x="895" y="58"/>
                  <a:pt x="909" y="58"/>
                </a:cubicBezTo>
                <a:cubicBezTo>
                  <a:pt x="918" y="58"/>
                  <a:pt x="925" y="62"/>
                  <a:pt x="931" y="68"/>
                </a:cubicBezTo>
                <a:cubicBezTo>
                  <a:pt x="947" y="50"/>
                  <a:pt x="947" y="50"/>
                  <a:pt x="947" y="50"/>
                </a:cubicBezTo>
                <a:cubicBezTo>
                  <a:pt x="938" y="40"/>
                  <a:pt x="927" y="34"/>
                  <a:pt x="909" y="34"/>
                </a:cubicBezTo>
                <a:cubicBezTo>
                  <a:pt x="880" y="34"/>
                  <a:pt x="859" y="57"/>
                  <a:pt x="859" y="84"/>
                </a:cubicBezTo>
                <a:cubicBezTo>
                  <a:pt x="859" y="84"/>
                  <a:pt x="859" y="84"/>
                  <a:pt x="859" y="84"/>
                </a:cubicBezTo>
                <a:cubicBezTo>
                  <a:pt x="859" y="112"/>
                  <a:pt x="880" y="134"/>
                  <a:pt x="909" y="134"/>
                </a:cubicBezTo>
                <a:cubicBezTo>
                  <a:pt x="928" y="134"/>
                  <a:pt x="939" y="127"/>
                  <a:pt x="948" y="117"/>
                </a:cubicBezTo>
                <a:cubicBezTo>
                  <a:pt x="932" y="100"/>
                  <a:pt x="932" y="100"/>
                  <a:pt x="932" y="100"/>
                </a:cubicBezTo>
                <a:cubicBezTo>
                  <a:pt x="925" y="107"/>
                  <a:pt x="919" y="111"/>
                  <a:pt x="910" y="111"/>
                </a:cubicBezTo>
                <a:close/>
                <a:moveTo>
                  <a:pt x="1945" y="35"/>
                </a:moveTo>
                <a:cubicBezTo>
                  <a:pt x="1929" y="35"/>
                  <a:pt x="1918" y="38"/>
                  <a:pt x="1908" y="42"/>
                </a:cubicBezTo>
                <a:cubicBezTo>
                  <a:pt x="1915" y="63"/>
                  <a:pt x="1915" y="63"/>
                  <a:pt x="1915" y="63"/>
                </a:cubicBezTo>
                <a:cubicBezTo>
                  <a:pt x="1923" y="60"/>
                  <a:pt x="1931" y="58"/>
                  <a:pt x="1941" y="58"/>
                </a:cubicBezTo>
                <a:cubicBezTo>
                  <a:pt x="1955" y="58"/>
                  <a:pt x="1962" y="64"/>
                  <a:pt x="1962" y="76"/>
                </a:cubicBezTo>
                <a:cubicBezTo>
                  <a:pt x="1962" y="77"/>
                  <a:pt x="1962" y="77"/>
                  <a:pt x="1962" y="77"/>
                </a:cubicBezTo>
                <a:cubicBezTo>
                  <a:pt x="1955" y="75"/>
                  <a:pt x="1948" y="73"/>
                  <a:pt x="1938" y="73"/>
                </a:cubicBezTo>
                <a:cubicBezTo>
                  <a:pt x="1915" y="73"/>
                  <a:pt x="1899" y="83"/>
                  <a:pt x="1899" y="104"/>
                </a:cubicBezTo>
                <a:cubicBezTo>
                  <a:pt x="1899" y="104"/>
                  <a:pt x="1899" y="104"/>
                  <a:pt x="1899" y="104"/>
                </a:cubicBezTo>
                <a:cubicBezTo>
                  <a:pt x="1899" y="123"/>
                  <a:pt x="1914" y="134"/>
                  <a:pt x="1932" y="134"/>
                </a:cubicBezTo>
                <a:cubicBezTo>
                  <a:pt x="1946" y="134"/>
                  <a:pt x="1955" y="129"/>
                  <a:pt x="1962" y="122"/>
                </a:cubicBezTo>
                <a:cubicBezTo>
                  <a:pt x="1962" y="132"/>
                  <a:pt x="1962" y="132"/>
                  <a:pt x="1962" y="132"/>
                </a:cubicBezTo>
                <a:cubicBezTo>
                  <a:pt x="1988" y="132"/>
                  <a:pt x="1988" y="132"/>
                  <a:pt x="1988" y="132"/>
                </a:cubicBezTo>
                <a:cubicBezTo>
                  <a:pt x="1988" y="76"/>
                  <a:pt x="1988" y="76"/>
                  <a:pt x="1988" y="76"/>
                </a:cubicBezTo>
                <a:cubicBezTo>
                  <a:pt x="1988" y="63"/>
                  <a:pt x="1985" y="53"/>
                  <a:pt x="1978" y="46"/>
                </a:cubicBezTo>
                <a:cubicBezTo>
                  <a:pt x="1971" y="39"/>
                  <a:pt x="1960" y="35"/>
                  <a:pt x="1945" y="35"/>
                </a:cubicBezTo>
                <a:close/>
                <a:moveTo>
                  <a:pt x="1962" y="98"/>
                </a:moveTo>
                <a:cubicBezTo>
                  <a:pt x="1962" y="108"/>
                  <a:pt x="1953" y="115"/>
                  <a:pt x="1941" y="115"/>
                </a:cubicBezTo>
                <a:cubicBezTo>
                  <a:pt x="1932" y="115"/>
                  <a:pt x="1926" y="111"/>
                  <a:pt x="1926" y="103"/>
                </a:cubicBezTo>
                <a:cubicBezTo>
                  <a:pt x="1926" y="103"/>
                  <a:pt x="1926" y="103"/>
                  <a:pt x="1926" y="103"/>
                </a:cubicBezTo>
                <a:cubicBezTo>
                  <a:pt x="1926" y="94"/>
                  <a:pt x="1933" y="90"/>
                  <a:pt x="1945" y="90"/>
                </a:cubicBezTo>
                <a:cubicBezTo>
                  <a:pt x="1951" y="90"/>
                  <a:pt x="1957" y="91"/>
                  <a:pt x="1962" y="93"/>
                </a:cubicBezTo>
                <a:lnTo>
                  <a:pt x="1962" y="98"/>
                </a:lnTo>
                <a:close/>
                <a:moveTo>
                  <a:pt x="1193" y="34"/>
                </a:moveTo>
                <a:cubicBezTo>
                  <a:pt x="1163" y="34"/>
                  <a:pt x="1141" y="56"/>
                  <a:pt x="1141" y="84"/>
                </a:cubicBezTo>
                <a:cubicBezTo>
                  <a:pt x="1141" y="84"/>
                  <a:pt x="1141" y="84"/>
                  <a:pt x="1141" y="84"/>
                </a:cubicBezTo>
                <a:cubicBezTo>
                  <a:pt x="1141" y="112"/>
                  <a:pt x="1163" y="134"/>
                  <a:pt x="1193" y="134"/>
                </a:cubicBezTo>
                <a:cubicBezTo>
                  <a:pt x="1223" y="134"/>
                  <a:pt x="1245" y="112"/>
                  <a:pt x="1245" y="84"/>
                </a:cubicBezTo>
                <a:cubicBezTo>
                  <a:pt x="1245" y="84"/>
                  <a:pt x="1245" y="84"/>
                  <a:pt x="1245" y="84"/>
                </a:cubicBezTo>
                <a:cubicBezTo>
                  <a:pt x="1245" y="56"/>
                  <a:pt x="1223" y="34"/>
                  <a:pt x="1193" y="34"/>
                </a:cubicBezTo>
                <a:close/>
                <a:moveTo>
                  <a:pt x="1218" y="84"/>
                </a:moveTo>
                <a:cubicBezTo>
                  <a:pt x="1218" y="99"/>
                  <a:pt x="1209" y="111"/>
                  <a:pt x="1193" y="111"/>
                </a:cubicBezTo>
                <a:cubicBezTo>
                  <a:pt x="1178" y="111"/>
                  <a:pt x="1168" y="98"/>
                  <a:pt x="1168" y="84"/>
                </a:cubicBezTo>
                <a:cubicBezTo>
                  <a:pt x="1168" y="84"/>
                  <a:pt x="1168" y="84"/>
                  <a:pt x="1168" y="84"/>
                </a:cubicBezTo>
                <a:cubicBezTo>
                  <a:pt x="1168" y="70"/>
                  <a:pt x="1177" y="58"/>
                  <a:pt x="1193" y="58"/>
                </a:cubicBezTo>
                <a:cubicBezTo>
                  <a:pt x="1208" y="58"/>
                  <a:pt x="1218" y="70"/>
                  <a:pt x="1218" y="8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endParaRPr lang="en-US" sz="1799"/>
          </a:p>
        </p:txBody>
      </p:sp>
    </p:spTree>
    <p:extLst>
      <p:ext uri="{BB962C8B-B14F-4D97-AF65-F5344CB8AC3E}">
        <p14:creationId xmlns:p14="http://schemas.microsoft.com/office/powerpoint/2010/main" val="32147845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1" y="442528"/>
            <a:ext cx="10670780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9A0C0A2-1C95-CF60-15E7-57B445A899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700906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45785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with Subtitle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760610" y="1749388"/>
            <a:ext cx="10673829" cy="4346612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23" name="Text Placeholder 2"/>
          <p:cNvSpPr>
            <a:spLocks noGrp="1"/>
          </p:cNvSpPr>
          <p:nvPr>
            <p:ph type="body" idx="10"/>
          </p:nvPr>
        </p:nvSpPr>
        <p:spPr bwMode="gray">
          <a:xfrm>
            <a:off x="760610" y="931563"/>
            <a:ext cx="10673828" cy="26161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2000" b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0" y="442528"/>
            <a:ext cx="1067382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27BD319-CE6A-C56C-FAF4-F7D3C4B20C0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1736338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MASTER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87522"/>
          </a:solidFill>
          <a:ln w="12700">
            <a:solidFill>
              <a:srgbClr val="E875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1945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7C87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EAGLE 性能评估</a:t>
            </a:r>
            <a:endParaRPr lang="en-US" sz="10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6AFB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6158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ackground pattern&#10;&#10;Description automatically generated">
            <a:extLst>
              <a:ext uri="{FF2B5EF4-FFF2-40B4-BE49-F238E27FC236}">
                <a16:creationId xmlns:a16="http://schemas.microsoft.com/office/drawing/2014/main" id="{F66F013C-4673-4598-B729-A71D9DC33DF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36"/>
            <a:ext cx="12192000" cy="6857965"/>
          </a:xfrm>
          <a:prstGeom prst="rect">
            <a:avLst/>
          </a:prstGeom>
        </p:spPr>
      </p:pic>
      <p:sp>
        <p:nvSpPr>
          <p:cNvPr id="56" name="Title 16"/>
          <p:cNvSpPr>
            <a:spLocks noGrp="1"/>
          </p:cNvSpPr>
          <p:nvPr userDrawn="1">
            <p:ph type="title" hasCustomPrompt="1"/>
          </p:nvPr>
        </p:nvSpPr>
        <p:spPr bwMode="gray">
          <a:xfrm>
            <a:off x="750529" y="1527660"/>
            <a:ext cx="9914678" cy="3269709"/>
          </a:xfrm>
          <a:prstGeom prst="rect">
            <a:avLst/>
          </a:prstGeom>
        </p:spPr>
        <p:txBody>
          <a:bodyPr wrap="square" lIns="0" tIns="0" rIns="121899" bIns="0" anchor="b" anchorCtr="0"/>
          <a:lstStyle>
            <a:lvl1pPr marL="0" algn="l" defTabSz="1218987" rtl="0" eaLnBrk="1" latinLnBrk="0" hangingPunct="1">
              <a:lnSpc>
                <a:spcPct val="75000"/>
              </a:lnSpc>
              <a:spcBef>
                <a:spcPct val="0"/>
              </a:spcBef>
              <a:buNone/>
              <a:defRPr lang="en-US" sz="8000" b="1" kern="1200" cap="none" spc="-150" baseline="0" dirty="0">
                <a:solidFill>
                  <a:schemeClr val="accent4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Presentation</a:t>
            </a:r>
            <a:br>
              <a:rPr lang="en-US"/>
            </a:br>
            <a:r>
              <a:rPr lang="en-US"/>
              <a:t>title here</a:t>
            </a:r>
          </a:p>
        </p:txBody>
      </p:sp>
      <p:sp>
        <p:nvSpPr>
          <p:cNvPr id="55" name="Subtitle 2"/>
          <p:cNvSpPr>
            <a:spLocks noGrp="1"/>
          </p:cNvSpPr>
          <p:nvPr userDrawn="1">
            <p:ph type="subTitle" idx="1" hasCustomPrompt="1"/>
          </p:nvPr>
        </p:nvSpPr>
        <p:spPr bwMode="gray">
          <a:xfrm>
            <a:off x="760612" y="5046115"/>
            <a:ext cx="9914678" cy="35661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 algn="l" defTabSz="121898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600" b="0" kern="1200" cap="none" spc="0" baseline="0" dirty="0">
                <a:solidFill>
                  <a:schemeClr val="accent4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Speaker Name | Date</a:t>
            </a:r>
          </a:p>
        </p:txBody>
      </p:sp>
      <p:sp>
        <p:nvSpPr>
          <p:cNvPr id="49" name="TextBox 48"/>
          <p:cNvSpPr txBox="1"/>
          <p:nvPr userDrawn="1"/>
        </p:nvSpPr>
        <p:spPr>
          <a:xfrm>
            <a:off x="750529" y="6401580"/>
            <a:ext cx="411587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2023 Lenovo Internal. All rights reserved.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B6BD304-FAC7-4023-9B54-8984F7387559}"/>
              </a:ext>
            </a:extLst>
          </p:cNvPr>
          <p:cNvGrpSpPr>
            <a:grpSpLocks noChangeAspect="1"/>
          </p:cNvGrpSpPr>
          <p:nvPr userDrawn="1"/>
        </p:nvGrpSpPr>
        <p:grpSpPr>
          <a:xfrm rot="16200000">
            <a:off x="10152631" y="2542790"/>
            <a:ext cx="3058160" cy="1020580"/>
            <a:chOff x="547688" y="952500"/>
            <a:chExt cx="12190413" cy="4067175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FBBDE3D-E4E2-42E5-9F26-00C1500EFD6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6" name="Freeform 7">
              <a:extLst>
                <a:ext uri="{FF2B5EF4-FFF2-40B4-BE49-F238E27FC236}">
                  <a16:creationId xmlns:a16="http://schemas.microsoft.com/office/drawing/2014/main" id="{27C222CE-31C9-4AE2-A9DE-A34ECC37F01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7" name="Freeform 8">
              <a:extLst>
                <a:ext uri="{FF2B5EF4-FFF2-40B4-BE49-F238E27FC236}">
                  <a16:creationId xmlns:a16="http://schemas.microsoft.com/office/drawing/2014/main" id="{710DBB3B-7FB8-4ACB-8FA4-3F2A105B9B9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3E443DA7-CC51-4460-98C4-193A7375074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E1BCDB13-2B5A-46EC-B1D6-C526DEAA84B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0" name="Freeform 10">
              <a:extLst>
                <a:ext uri="{FF2B5EF4-FFF2-40B4-BE49-F238E27FC236}">
                  <a16:creationId xmlns:a16="http://schemas.microsoft.com/office/drawing/2014/main" id="{8EDDE8EA-BE8E-4066-AB4A-21CD2743549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1" name="Freeform 11">
              <a:extLst>
                <a:ext uri="{FF2B5EF4-FFF2-40B4-BE49-F238E27FC236}">
                  <a16:creationId xmlns:a16="http://schemas.microsoft.com/office/drawing/2014/main" id="{EF442D16-F34F-4D4E-A65A-8C3BC17F2FC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</p:grpSp>
      <p:sp>
        <p:nvSpPr>
          <p:cNvPr id="22" name="Freeform 5">
            <a:extLst>
              <a:ext uri="{FF2B5EF4-FFF2-40B4-BE49-F238E27FC236}">
                <a16:creationId xmlns:a16="http://schemas.microsoft.com/office/drawing/2014/main" id="{B3FDD5DD-E6F7-480C-BC0C-F6AC555BF174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750529" y="762000"/>
            <a:ext cx="3942091" cy="312470"/>
          </a:xfrm>
          <a:custGeom>
            <a:avLst/>
            <a:gdLst>
              <a:gd name="T0" fmla="*/ 557 w 2065"/>
              <a:gd name="T1" fmla="*/ 102 h 161"/>
              <a:gd name="T2" fmla="*/ 510 w 2065"/>
              <a:gd name="T3" fmla="*/ 76 h 161"/>
              <a:gd name="T4" fmla="*/ 583 w 2065"/>
              <a:gd name="T5" fmla="*/ 36 h 161"/>
              <a:gd name="T6" fmla="*/ 641 w 2065"/>
              <a:gd name="T7" fmla="*/ 34 h 161"/>
              <a:gd name="T8" fmla="*/ 2038 w 2065"/>
              <a:gd name="T9" fmla="*/ 1 h 161"/>
              <a:gd name="T10" fmla="*/ 706 w 2065"/>
              <a:gd name="T11" fmla="*/ 59 h 161"/>
              <a:gd name="T12" fmla="*/ 733 w 2065"/>
              <a:gd name="T13" fmla="*/ 100 h 161"/>
              <a:gd name="T14" fmla="*/ 1999 w 2065"/>
              <a:gd name="T15" fmla="*/ 132 h 161"/>
              <a:gd name="T16" fmla="*/ 760 w 2065"/>
              <a:gd name="T17" fmla="*/ 84 h 161"/>
              <a:gd name="T18" fmla="*/ 787 w 2065"/>
              <a:gd name="T19" fmla="*/ 93 h 161"/>
              <a:gd name="T20" fmla="*/ 828 w 2065"/>
              <a:gd name="T21" fmla="*/ 76 h 161"/>
              <a:gd name="T22" fmla="*/ 133 w 2065"/>
              <a:gd name="T23" fmla="*/ 36 h 161"/>
              <a:gd name="T24" fmla="*/ 166 w 2065"/>
              <a:gd name="T25" fmla="*/ 78 h 161"/>
              <a:gd name="T26" fmla="*/ 225 w 2065"/>
              <a:gd name="T27" fmla="*/ 132 h 161"/>
              <a:gd name="T28" fmla="*/ 32 w 2065"/>
              <a:gd name="T29" fmla="*/ 40 h 161"/>
              <a:gd name="T30" fmla="*/ 5 w 2065"/>
              <a:gd name="T31" fmla="*/ 43 h 161"/>
              <a:gd name="T32" fmla="*/ 0 w 2065"/>
              <a:gd name="T33" fmla="*/ 114 h 161"/>
              <a:gd name="T34" fmla="*/ 266 w 2065"/>
              <a:gd name="T35" fmla="*/ 43 h 161"/>
              <a:gd name="T36" fmla="*/ 258 w 2065"/>
              <a:gd name="T37" fmla="*/ 104 h 161"/>
              <a:gd name="T38" fmla="*/ 347 w 2065"/>
              <a:gd name="T39" fmla="*/ 76 h 161"/>
              <a:gd name="T40" fmla="*/ 285 w 2065"/>
              <a:gd name="T41" fmla="*/ 103 h 161"/>
              <a:gd name="T42" fmla="*/ 429 w 2065"/>
              <a:gd name="T43" fmla="*/ 36 h 161"/>
              <a:gd name="T44" fmla="*/ 479 w 2065"/>
              <a:gd name="T45" fmla="*/ 128 h 161"/>
              <a:gd name="T46" fmla="*/ 479 w 2065"/>
              <a:gd name="T47" fmla="*/ 36 h 161"/>
              <a:gd name="T48" fmla="*/ 354 w 2065"/>
              <a:gd name="T49" fmla="*/ 132 h 161"/>
              <a:gd name="T50" fmla="*/ 382 w 2065"/>
              <a:gd name="T51" fmla="*/ 55 h 161"/>
              <a:gd name="T52" fmla="*/ 1387 w 2065"/>
              <a:gd name="T53" fmla="*/ 84 h 161"/>
              <a:gd name="T54" fmla="*/ 1335 w 2065"/>
              <a:gd name="T55" fmla="*/ 58 h 161"/>
              <a:gd name="T56" fmla="*/ 1834 w 2065"/>
              <a:gd name="T57" fmla="*/ 132 h 161"/>
              <a:gd name="T58" fmla="*/ 1748 w 2065"/>
              <a:gd name="T59" fmla="*/ 34 h 161"/>
              <a:gd name="T60" fmla="*/ 1748 w 2065"/>
              <a:gd name="T61" fmla="*/ 34 h 161"/>
              <a:gd name="T62" fmla="*/ 1773 w 2065"/>
              <a:gd name="T63" fmla="*/ 84 h 161"/>
              <a:gd name="T64" fmla="*/ 1465 w 2065"/>
              <a:gd name="T65" fmla="*/ 109 h 161"/>
              <a:gd name="T66" fmla="*/ 1480 w 2065"/>
              <a:gd name="T67" fmla="*/ 148 h 161"/>
              <a:gd name="T68" fmla="*/ 1442 w 2065"/>
              <a:gd name="T69" fmla="*/ 102 h 161"/>
              <a:gd name="T70" fmla="*/ 1675 w 2065"/>
              <a:gd name="T71" fmla="*/ 37 h 161"/>
              <a:gd name="T72" fmla="*/ 1655 w 2065"/>
              <a:gd name="T73" fmla="*/ 7 h 161"/>
              <a:gd name="T74" fmla="*/ 1648 w 2065"/>
              <a:gd name="T75" fmla="*/ 132 h 161"/>
              <a:gd name="T76" fmla="*/ 1526 w 2065"/>
              <a:gd name="T77" fmla="*/ 36 h 161"/>
              <a:gd name="T78" fmla="*/ 1528 w 2065"/>
              <a:gd name="T79" fmla="*/ 161 h 161"/>
              <a:gd name="T80" fmla="*/ 980 w 2065"/>
              <a:gd name="T81" fmla="*/ 49 h 161"/>
              <a:gd name="T82" fmla="*/ 997 w 2065"/>
              <a:gd name="T83" fmla="*/ 59 h 161"/>
              <a:gd name="T84" fmla="*/ 1250 w 2065"/>
              <a:gd name="T85" fmla="*/ 132 h 161"/>
              <a:gd name="T86" fmla="*/ 1075 w 2065"/>
              <a:gd name="T87" fmla="*/ 49 h 161"/>
              <a:gd name="T88" fmla="*/ 1092 w 2065"/>
              <a:gd name="T89" fmla="*/ 59 h 161"/>
              <a:gd name="T90" fmla="*/ 910 w 2065"/>
              <a:gd name="T91" fmla="*/ 111 h 161"/>
              <a:gd name="T92" fmla="*/ 909 w 2065"/>
              <a:gd name="T93" fmla="*/ 34 h 161"/>
              <a:gd name="T94" fmla="*/ 910 w 2065"/>
              <a:gd name="T95" fmla="*/ 111 h 161"/>
              <a:gd name="T96" fmla="*/ 1962 w 2065"/>
              <a:gd name="T97" fmla="*/ 77 h 161"/>
              <a:gd name="T98" fmla="*/ 1962 w 2065"/>
              <a:gd name="T99" fmla="*/ 132 h 161"/>
              <a:gd name="T100" fmla="*/ 1941 w 2065"/>
              <a:gd name="T101" fmla="*/ 115 h 161"/>
              <a:gd name="T102" fmla="*/ 1193 w 2065"/>
              <a:gd name="T103" fmla="*/ 34 h 161"/>
              <a:gd name="T104" fmla="*/ 1193 w 2065"/>
              <a:gd name="T105" fmla="*/ 34 h 161"/>
              <a:gd name="T106" fmla="*/ 1218 w 2065"/>
              <a:gd name="T107" fmla="*/ 84 h 1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2065" h="161">
                <a:moveTo>
                  <a:pt x="530" y="34"/>
                </a:moveTo>
                <a:cubicBezTo>
                  <a:pt x="502" y="34"/>
                  <a:pt x="483" y="57"/>
                  <a:pt x="483" y="84"/>
                </a:cubicBezTo>
                <a:cubicBezTo>
                  <a:pt x="483" y="84"/>
                  <a:pt x="483" y="84"/>
                  <a:pt x="483" y="84"/>
                </a:cubicBezTo>
                <a:cubicBezTo>
                  <a:pt x="483" y="114"/>
                  <a:pt x="504" y="134"/>
                  <a:pt x="533" y="134"/>
                </a:cubicBezTo>
                <a:cubicBezTo>
                  <a:pt x="551" y="134"/>
                  <a:pt x="563" y="127"/>
                  <a:pt x="572" y="116"/>
                </a:cubicBezTo>
                <a:cubicBezTo>
                  <a:pt x="557" y="102"/>
                  <a:pt x="557" y="102"/>
                  <a:pt x="557" y="102"/>
                </a:cubicBezTo>
                <a:cubicBezTo>
                  <a:pt x="549" y="109"/>
                  <a:pt x="543" y="112"/>
                  <a:pt x="533" y="112"/>
                </a:cubicBezTo>
                <a:cubicBezTo>
                  <a:pt x="521" y="112"/>
                  <a:pt x="513" y="106"/>
                  <a:pt x="510" y="93"/>
                </a:cubicBezTo>
                <a:cubicBezTo>
                  <a:pt x="577" y="93"/>
                  <a:pt x="577" y="93"/>
                  <a:pt x="577" y="93"/>
                </a:cubicBezTo>
                <a:cubicBezTo>
                  <a:pt x="577" y="91"/>
                  <a:pt x="577" y="88"/>
                  <a:pt x="577" y="86"/>
                </a:cubicBezTo>
                <a:cubicBezTo>
                  <a:pt x="577" y="59"/>
                  <a:pt x="563" y="34"/>
                  <a:pt x="530" y="34"/>
                </a:cubicBezTo>
                <a:close/>
                <a:moveTo>
                  <a:pt x="510" y="76"/>
                </a:moveTo>
                <a:cubicBezTo>
                  <a:pt x="512" y="64"/>
                  <a:pt x="519" y="56"/>
                  <a:pt x="530" y="56"/>
                </a:cubicBezTo>
                <a:cubicBezTo>
                  <a:pt x="542" y="56"/>
                  <a:pt x="549" y="64"/>
                  <a:pt x="551" y="76"/>
                </a:cubicBezTo>
                <a:lnTo>
                  <a:pt x="510" y="76"/>
                </a:lnTo>
                <a:close/>
                <a:moveTo>
                  <a:pt x="610" y="55"/>
                </a:moveTo>
                <a:cubicBezTo>
                  <a:pt x="610" y="36"/>
                  <a:pt x="610" y="36"/>
                  <a:pt x="610" y="36"/>
                </a:cubicBezTo>
                <a:cubicBezTo>
                  <a:pt x="583" y="36"/>
                  <a:pt x="583" y="36"/>
                  <a:pt x="583" y="36"/>
                </a:cubicBezTo>
                <a:cubicBezTo>
                  <a:pt x="583" y="132"/>
                  <a:pt x="583" y="132"/>
                  <a:pt x="583" y="132"/>
                </a:cubicBezTo>
                <a:cubicBezTo>
                  <a:pt x="610" y="132"/>
                  <a:pt x="610" y="132"/>
                  <a:pt x="610" y="132"/>
                </a:cubicBezTo>
                <a:cubicBezTo>
                  <a:pt x="610" y="97"/>
                  <a:pt x="610" y="97"/>
                  <a:pt x="610" y="97"/>
                </a:cubicBezTo>
                <a:cubicBezTo>
                  <a:pt x="610" y="74"/>
                  <a:pt x="621" y="63"/>
                  <a:pt x="640" y="63"/>
                </a:cubicBezTo>
                <a:cubicBezTo>
                  <a:pt x="641" y="63"/>
                  <a:pt x="641" y="63"/>
                  <a:pt x="641" y="63"/>
                </a:cubicBezTo>
                <a:cubicBezTo>
                  <a:pt x="641" y="34"/>
                  <a:pt x="641" y="34"/>
                  <a:pt x="641" y="34"/>
                </a:cubicBezTo>
                <a:cubicBezTo>
                  <a:pt x="625" y="33"/>
                  <a:pt x="616" y="42"/>
                  <a:pt x="610" y="55"/>
                </a:cubicBezTo>
                <a:close/>
                <a:moveTo>
                  <a:pt x="2038" y="1"/>
                </a:moveTo>
                <a:cubicBezTo>
                  <a:pt x="2038" y="132"/>
                  <a:pt x="2038" y="132"/>
                  <a:pt x="2038" y="132"/>
                </a:cubicBezTo>
                <a:cubicBezTo>
                  <a:pt x="2065" y="132"/>
                  <a:pt x="2065" y="132"/>
                  <a:pt x="2065" y="132"/>
                </a:cubicBezTo>
                <a:cubicBezTo>
                  <a:pt x="2065" y="1"/>
                  <a:pt x="2065" y="1"/>
                  <a:pt x="2065" y="1"/>
                </a:cubicBezTo>
                <a:lnTo>
                  <a:pt x="2038" y="1"/>
                </a:lnTo>
                <a:close/>
                <a:moveTo>
                  <a:pt x="733" y="11"/>
                </a:moveTo>
                <a:cubicBezTo>
                  <a:pt x="706" y="11"/>
                  <a:pt x="706" y="11"/>
                  <a:pt x="706" y="11"/>
                </a:cubicBezTo>
                <a:cubicBezTo>
                  <a:pt x="706" y="36"/>
                  <a:pt x="706" y="36"/>
                  <a:pt x="706" y="36"/>
                </a:cubicBezTo>
                <a:cubicBezTo>
                  <a:pt x="694" y="36"/>
                  <a:pt x="694" y="36"/>
                  <a:pt x="694" y="36"/>
                </a:cubicBezTo>
                <a:cubicBezTo>
                  <a:pt x="694" y="59"/>
                  <a:pt x="694" y="59"/>
                  <a:pt x="694" y="59"/>
                </a:cubicBezTo>
                <a:cubicBezTo>
                  <a:pt x="706" y="59"/>
                  <a:pt x="706" y="59"/>
                  <a:pt x="706" y="59"/>
                </a:cubicBezTo>
                <a:cubicBezTo>
                  <a:pt x="706" y="105"/>
                  <a:pt x="706" y="105"/>
                  <a:pt x="706" y="105"/>
                </a:cubicBezTo>
                <a:cubicBezTo>
                  <a:pt x="706" y="127"/>
                  <a:pt x="717" y="134"/>
                  <a:pt x="734" y="134"/>
                </a:cubicBezTo>
                <a:cubicBezTo>
                  <a:pt x="743" y="134"/>
                  <a:pt x="750" y="132"/>
                  <a:pt x="755" y="128"/>
                </a:cubicBezTo>
                <a:cubicBezTo>
                  <a:pt x="755" y="106"/>
                  <a:pt x="755" y="106"/>
                  <a:pt x="755" y="106"/>
                </a:cubicBezTo>
                <a:cubicBezTo>
                  <a:pt x="752" y="108"/>
                  <a:pt x="747" y="110"/>
                  <a:pt x="742" y="110"/>
                </a:cubicBezTo>
                <a:cubicBezTo>
                  <a:pt x="736" y="110"/>
                  <a:pt x="733" y="107"/>
                  <a:pt x="733" y="100"/>
                </a:cubicBezTo>
                <a:cubicBezTo>
                  <a:pt x="733" y="59"/>
                  <a:pt x="733" y="59"/>
                  <a:pt x="733" y="59"/>
                </a:cubicBezTo>
                <a:cubicBezTo>
                  <a:pt x="756" y="59"/>
                  <a:pt x="756" y="59"/>
                  <a:pt x="756" y="59"/>
                </a:cubicBezTo>
                <a:cubicBezTo>
                  <a:pt x="756" y="36"/>
                  <a:pt x="756" y="36"/>
                  <a:pt x="756" y="36"/>
                </a:cubicBezTo>
                <a:cubicBezTo>
                  <a:pt x="733" y="36"/>
                  <a:pt x="733" y="36"/>
                  <a:pt x="733" y="36"/>
                </a:cubicBezTo>
                <a:lnTo>
                  <a:pt x="733" y="11"/>
                </a:lnTo>
                <a:close/>
                <a:moveTo>
                  <a:pt x="1999" y="132"/>
                </a:moveTo>
                <a:cubicBezTo>
                  <a:pt x="2027" y="132"/>
                  <a:pt x="2027" y="132"/>
                  <a:pt x="2027" y="132"/>
                </a:cubicBezTo>
                <a:cubicBezTo>
                  <a:pt x="2027" y="1"/>
                  <a:pt x="2027" y="1"/>
                  <a:pt x="2027" y="1"/>
                </a:cubicBezTo>
                <a:cubicBezTo>
                  <a:pt x="1999" y="1"/>
                  <a:pt x="1999" y="1"/>
                  <a:pt x="1999" y="1"/>
                </a:cubicBezTo>
                <a:lnTo>
                  <a:pt x="1999" y="132"/>
                </a:lnTo>
                <a:close/>
                <a:moveTo>
                  <a:pt x="807" y="34"/>
                </a:moveTo>
                <a:cubicBezTo>
                  <a:pt x="779" y="34"/>
                  <a:pt x="760" y="57"/>
                  <a:pt x="760" y="84"/>
                </a:cubicBezTo>
                <a:cubicBezTo>
                  <a:pt x="760" y="84"/>
                  <a:pt x="760" y="84"/>
                  <a:pt x="760" y="84"/>
                </a:cubicBezTo>
                <a:cubicBezTo>
                  <a:pt x="760" y="114"/>
                  <a:pt x="781" y="134"/>
                  <a:pt x="810" y="134"/>
                </a:cubicBezTo>
                <a:cubicBezTo>
                  <a:pt x="827" y="134"/>
                  <a:pt x="840" y="127"/>
                  <a:pt x="849" y="116"/>
                </a:cubicBezTo>
                <a:cubicBezTo>
                  <a:pt x="834" y="102"/>
                  <a:pt x="834" y="102"/>
                  <a:pt x="834" y="102"/>
                </a:cubicBezTo>
                <a:cubicBezTo>
                  <a:pt x="826" y="109"/>
                  <a:pt x="820" y="112"/>
                  <a:pt x="810" y="112"/>
                </a:cubicBezTo>
                <a:cubicBezTo>
                  <a:pt x="798" y="112"/>
                  <a:pt x="790" y="106"/>
                  <a:pt x="787" y="93"/>
                </a:cubicBezTo>
                <a:cubicBezTo>
                  <a:pt x="854" y="93"/>
                  <a:pt x="854" y="93"/>
                  <a:pt x="854" y="93"/>
                </a:cubicBezTo>
                <a:cubicBezTo>
                  <a:pt x="854" y="91"/>
                  <a:pt x="854" y="88"/>
                  <a:pt x="854" y="86"/>
                </a:cubicBezTo>
                <a:cubicBezTo>
                  <a:pt x="854" y="59"/>
                  <a:pt x="839" y="34"/>
                  <a:pt x="807" y="34"/>
                </a:cubicBezTo>
                <a:close/>
                <a:moveTo>
                  <a:pt x="787" y="76"/>
                </a:moveTo>
                <a:cubicBezTo>
                  <a:pt x="789" y="64"/>
                  <a:pt x="796" y="56"/>
                  <a:pt x="807" y="56"/>
                </a:cubicBezTo>
                <a:cubicBezTo>
                  <a:pt x="819" y="56"/>
                  <a:pt x="826" y="64"/>
                  <a:pt x="828" y="76"/>
                </a:cubicBezTo>
                <a:lnTo>
                  <a:pt x="787" y="76"/>
                </a:lnTo>
                <a:close/>
                <a:moveTo>
                  <a:pt x="220" y="34"/>
                </a:moveTo>
                <a:cubicBezTo>
                  <a:pt x="207" y="34"/>
                  <a:pt x="197" y="39"/>
                  <a:pt x="189" y="49"/>
                </a:cubicBezTo>
                <a:cubicBezTo>
                  <a:pt x="184" y="40"/>
                  <a:pt x="174" y="34"/>
                  <a:pt x="161" y="34"/>
                </a:cubicBezTo>
                <a:cubicBezTo>
                  <a:pt x="148" y="34"/>
                  <a:pt x="139" y="41"/>
                  <a:pt x="133" y="50"/>
                </a:cubicBezTo>
                <a:cubicBezTo>
                  <a:pt x="133" y="36"/>
                  <a:pt x="133" y="36"/>
                  <a:pt x="133" y="36"/>
                </a:cubicBezTo>
                <a:cubicBezTo>
                  <a:pt x="106" y="36"/>
                  <a:pt x="106" y="36"/>
                  <a:pt x="106" y="36"/>
                </a:cubicBezTo>
                <a:cubicBezTo>
                  <a:pt x="106" y="132"/>
                  <a:pt x="106" y="132"/>
                  <a:pt x="106" y="132"/>
                </a:cubicBezTo>
                <a:cubicBezTo>
                  <a:pt x="133" y="132"/>
                  <a:pt x="133" y="132"/>
                  <a:pt x="133" y="132"/>
                </a:cubicBezTo>
                <a:cubicBezTo>
                  <a:pt x="133" y="78"/>
                  <a:pt x="133" y="78"/>
                  <a:pt x="133" y="78"/>
                </a:cubicBezTo>
                <a:cubicBezTo>
                  <a:pt x="133" y="65"/>
                  <a:pt x="139" y="59"/>
                  <a:pt x="150" y="59"/>
                </a:cubicBezTo>
                <a:cubicBezTo>
                  <a:pt x="160" y="59"/>
                  <a:pt x="166" y="65"/>
                  <a:pt x="166" y="78"/>
                </a:cubicBezTo>
                <a:cubicBezTo>
                  <a:pt x="166" y="132"/>
                  <a:pt x="166" y="132"/>
                  <a:pt x="166" y="132"/>
                </a:cubicBezTo>
                <a:cubicBezTo>
                  <a:pt x="193" y="132"/>
                  <a:pt x="193" y="132"/>
                  <a:pt x="193" y="132"/>
                </a:cubicBezTo>
                <a:cubicBezTo>
                  <a:pt x="193" y="78"/>
                  <a:pt x="193" y="78"/>
                  <a:pt x="193" y="78"/>
                </a:cubicBezTo>
                <a:cubicBezTo>
                  <a:pt x="193" y="65"/>
                  <a:pt x="199" y="59"/>
                  <a:pt x="209" y="59"/>
                </a:cubicBezTo>
                <a:cubicBezTo>
                  <a:pt x="220" y="59"/>
                  <a:pt x="225" y="65"/>
                  <a:pt x="225" y="78"/>
                </a:cubicBezTo>
                <a:cubicBezTo>
                  <a:pt x="225" y="132"/>
                  <a:pt x="225" y="132"/>
                  <a:pt x="225" y="132"/>
                </a:cubicBezTo>
                <a:cubicBezTo>
                  <a:pt x="253" y="132"/>
                  <a:pt x="253" y="132"/>
                  <a:pt x="253" y="132"/>
                </a:cubicBezTo>
                <a:cubicBezTo>
                  <a:pt x="253" y="69"/>
                  <a:pt x="253" y="69"/>
                  <a:pt x="253" y="69"/>
                </a:cubicBezTo>
                <a:cubicBezTo>
                  <a:pt x="253" y="46"/>
                  <a:pt x="240" y="34"/>
                  <a:pt x="220" y="34"/>
                </a:cubicBezTo>
                <a:close/>
                <a:moveTo>
                  <a:pt x="59" y="57"/>
                </a:moveTo>
                <a:cubicBezTo>
                  <a:pt x="38" y="51"/>
                  <a:pt x="32" y="49"/>
                  <a:pt x="32" y="40"/>
                </a:cubicBezTo>
                <a:cubicBezTo>
                  <a:pt x="32" y="40"/>
                  <a:pt x="32" y="40"/>
                  <a:pt x="32" y="40"/>
                </a:cubicBezTo>
                <a:cubicBezTo>
                  <a:pt x="32" y="34"/>
                  <a:pt x="38" y="29"/>
                  <a:pt x="48" y="29"/>
                </a:cubicBezTo>
                <a:cubicBezTo>
                  <a:pt x="59" y="29"/>
                  <a:pt x="70" y="34"/>
                  <a:pt x="81" y="41"/>
                </a:cubicBezTo>
                <a:cubicBezTo>
                  <a:pt x="95" y="21"/>
                  <a:pt x="95" y="21"/>
                  <a:pt x="95" y="21"/>
                </a:cubicBezTo>
                <a:cubicBezTo>
                  <a:pt x="83" y="10"/>
                  <a:pt x="67" y="5"/>
                  <a:pt x="49" y="5"/>
                </a:cubicBezTo>
                <a:cubicBezTo>
                  <a:pt x="23" y="5"/>
                  <a:pt x="5" y="20"/>
                  <a:pt x="5" y="43"/>
                </a:cubicBezTo>
                <a:cubicBezTo>
                  <a:pt x="5" y="43"/>
                  <a:pt x="5" y="43"/>
                  <a:pt x="5" y="43"/>
                </a:cubicBezTo>
                <a:cubicBezTo>
                  <a:pt x="5" y="68"/>
                  <a:pt x="21" y="75"/>
                  <a:pt x="46" y="81"/>
                </a:cubicBezTo>
                <a:cubicBezTo>
                  <a:pt x="67" y="87"/>
                  <a:pt x="72" y="90"/>
                  <a:pt x="72" y="97"/>
                </a:cubicBezTo>
                <a:cubicBezTo>
                  <a:pt x="72" y="98"/>
                  <a:pt x="72" y="98"/>
                  <a:pt x="72" y="98"/>
                </a:cubicBezTo>
                <a:cubicBezTo>
                  <a:pt x="72" y="105"/>
                  <a:pt x="65" y="109"/>
                  <a:pt x="54" y="109"/>
                </a:cubicBezTo>
                <a:cubicBezTo>
                  <a:pt x="39" y="109"/>
                  <a:pt x="27" y="104"/>
                  <a:pt x="16" y="94"/>
                </a:cubicBezTo>
                <a:cubicBezTo>
                  <a:pt x="0" y="114"/>
                  <a:pt x="0" y="114"/>
                  <a:pt x="0" y="114"/>
                </a:cubicBezTo>
                <a:cubicBezTo>
                  <a:pt x="15" y="127"/>
                  <a:pt x="34" y="134"/>
                  <a:pt x="53" y="134"/>
                </a:cubicBezTo>
                <a:cubicBezTo>
                  <a:pt x="80" y="134"/>
                  <a:pt x="99" y="120"/>
                  <a:pt x="99" y="95"/>
                </a:cubicBezTo>
                <a:cubicBezTo>
                  <a:pt x="99" y="95"/>
                  <a:pt x="99" y="95"/>
                  <a:pt x="99" y="95"/>
                </a:cubicBezTo>
                <a:cubicBezTo>
                  <a:pt x="99" y="73"/>
                  <a:pt x="85" y="63"/>
                  <a:pt x="59" y="57"/>
                </a:cubicBezTo>
                <a:close/>
                <a:moveTo>
                  <a:pt x="304" y="35"/>
                </a:moveTo>
                <a:cubicBezTo>
                  <a:pt x="287" y="35"/>
                  <a:pt x="277" y="38"/>
                  <a:pt x="266" y="43"/>
                </a:cubicBezTo>
                <a:cubicBezTo>
                  <a:pt x="273" y="63"/>
                  <a:pt x="273" y="63"/>
                  <a:pt x="273" y="63"/>
                </a:cubicBezTo>
                <a:cubicBezTo>
                  <a:pt x="282" y="60"/>
                  <a:pt x="289" y="58"/>
                  <a:pt x="300" y="58"/>
                </a:cubicBezTo>
                <a:cubicBezTo>
                  <a:pt x="313" y="58"/>
                  <a:pt x="320" y="64"/>
                  <a:pt x="320" y="76"/>
                </a:cubicBezTo>
                <a:cubicBezTo>
                  <a:pt x="320" y="77"/>
                  <a:pt x="320" y="77"/>
                  <a:pt x="320" y="77"/>
                </a:cubicBezTo>
                <a:cubicBezTo>
                  <a:pt x="314" y="75"/>
                  <a:pt x="307" y="73"/>
                  <a:pt x="297" y="73"/>
                </a:cubicBezTo>
                <a:cubicBezTo>
                  <a:pt x="274" y="73"/>
                  <a:pt x="258" y="83"/>
                  <a:pt x="258" y="104"/>
                </a:cubicBezTo>
                <a:cubicBezTo>
                  <a:pt x="258" y="104"/>
                  <a:pt x="258" y="104"/>
                  <a:pt x="258" y="104"/>
                </a:cubicBezTo>
                <a:cubicBezTo>
                  <a:pt x="258" y="123"/>
                  <a:pt x="273" y="134"/>
                  <a:pt x="291" y="134"/>
                </a:cubicBezTo>
                <a:cubicBezTo>
                  <a:pt x="304" y="134"/>
                  <a:pt x="314" y="129"/>
                  <a:pt x="320" y="122"/>
                </a:cubicBezTo>
                <a:cubicBezTo>
                  <a:pt x="320" y="132"/>
                  <a:pt x="320" y="132"/>
                  <a:pt x="320" y="132"/>
                </a:cubicBezTo>
                <a:cubicBezTo>
                  <a:pt x="347" y="132"/>
                  <a:pt x="347" y="132"/>
                  <a:pt x="347" y="132"/>
                </a:cubicBezTo>
                <a:cubicBezTo>
                  <a:pt x="347" y="76"/>
                  <a:pt x="347" y="76"/>
                  <a:pt x="347" y="76"/>
                </a:cubicBezTo>
                <a:cubicBezTo>
                  <a:pt x="347" y="63"/>
                  <a:pt x="343" y="53"/>
                  <a:pt x="336" y="46"/>
                </a:cubicBezTo>
                <a:cubicBezTo>
                  <a:pt x="329" y="39"/>
                  <a:pt x="319" y="35"/>
                  <a:pt x="304" y="35"/>
                </a:cubicBezTo>
                <a:close/>
                <a:moveTo>
                  <a:pt x="321" y="98"/>
                </a:moveTo>
                <a:cubicBezTo>
                  <a:pt x="321" y="108"/>
                  <a:pt x="312" y="115"/>
                  <a:pt x="299" y="115"/>
                </a:cubicBezTo>
                <a:cubicBezTo>
                  <a:pt x="291" y="115"/>
                  <a:pt x="285" y="111"/>
                  <a:pt x="285" y="103"/>
                </a:cubicBezTo>
                <a:cubicBezTo>
                  <a:pt x="285" y="103"/>
                  <a:pt x="285" y="103"/>
                  <a:pt x="285" y="103"/>
                </a:cubicBezTo>
                <a:cubicBezTo>
                  <a:pt x="285" y="94"/>
                  <a:pt x="292" y="90"/>
                  <a:pt x="303" y="90"/>
                </a:cubicBezTo>
                <a:cubicBezTo>
                  <a:pt x="310" y="90"/>
                  <a:pt x="316" y="91"/>
                  <a:pt x="321" y="93"/>
                </a:cubicBezTo>
                <a:lnTo>
                  <a:pt x="321" y="98"/>
                </a:lnTo>
                <a:close/>
                <a:moveTo>
                  <a:pt x="457" y="11"/>
                </a:moveTo>
                <a:cubicBezTo>
                  <a:pt x="429" y="11"/>
                  <a:pt x="429" y="11"/>
                  <a:pt x="429" y="11"/>
                </a:cubicBezTo>
                <a:cubicBezTo>
                  <a:pt x="429" y="36"/>
                  <a:pt x="429" y="36"/>
                  <a:pt x="429" y="36"/>
                </a:cubicBezTo>
                <a:cubicBezTo>
                  <a:pt x="418" y="36"/>
                  <a:pt x="418" y="36"/>
                  <a:pt x="418" y="36"/>
                </a:cubicBezTo>
                <a:cubicBezTo>
                  <a:pt x="418" y="59"/>
                  <a:pt x="418" y="59"/>
                  <a:pt x="418" y="59"/>
                </a:cubicBezTo>
                <a:cubicBezTo>
                  <a:pt x="429" y="59"/>
                  <a:pt x="429" y="59"/>
                  <a:pt x="429" y="59"/>
                </a:cubicBezTo>
                <a:cubicBezTo>
                  <a:pt x="429" y="105"/>
                  <a:pt x="429" y="105"/>
                  <a:pt x="429" y="105"/>
                </a:cubicBezTo>
                <a:cubicBezTo>
                  <a:pt x="429" y="127"/>
                  <a:pt x="441" y="134"/>
                  <a:pt x="457" y="134"/>
                </a:cubicBezTo>
                <a:cubicBezTo>
                  <a:pt x="466" y="134"/>
                  <a:pt x="473" y="132"/>
                  <a:pt x="479" y="128"/>
                </a:cubicBezTo>
                <a:cubicBezTo>
                  <a:pt x="479" y="106"/>
                  <a:pt x="479" y="106"/>
                  <a:pt x="479" y="106"/>
                </a:cubicBezTo>
                <a:cubicBezTo>
                  <a:pt x="475" y="108"/>
                  <a:pt x="470" y="110"/>
                  <a:pt x="465" y="110"/>
                </a:cubicBezTo>
                <a:cubicBezTo>
                  <a:pt x="459" y="110"/>
                  <a:pt x="457" y="107"/>
                  <a:pt x="457" y="100"/>
                </a:cubicBezTo>
                <a:cubicBezTo>
                  <a:pt x="457" y="59"/>
                  <a:pt x="457" y="59"/>
                  <a:pt x="457" y="59"/>
                </a:cubicBezTo>
                <a:cubicBezTo>
                  <a:pt x="479" y="59"/>
                  <a:pt x="479" y="59"/>
                  <a:pt x="479" y="59"/>
                </a:cubicBezTo>
                <a:cubicBezTo>
                  <a:pt x="479" y="36"/>
                  <a:pt x="479" y="36"/>
                  <a:pt x="479" y="36"/>
                </a:cubicBezTo>
                <a:cubicBezTo>
                  <a:pt x="457" y="36"/>
                  <a:pt x="457" y="36"/>
                  <a:pt x="457" y="36"/>
                </a:cubicBezTo>
                <a:lnTo>
                  <a:pt x="457" y="11"/>
                </a:lnTo>
                <a:close/>
                <a:moveTo>
                  <a:pt x="382" y="55"/>
                </a:moveTo>
                <a:cubicBezTo>
                  <a:pt x="382" y="36"/>
                  <a:pt x="382" y="36"/>
                  <a:pt x="382" y="36"/>
                </a:cubicBezTo>
                <a:cubicBezTo>
                  <a:pt x="354" y="36"/>
                  <a:pt x="354" y="36"/>
                  <a:pt x="354" y="36"/>
                </a:cubicBezTo>
                <a:cubicBezTo>
                  <a:pt x="354" y="132"/>
                  <a:pt x="354" y="132"/>
                  <a:pt x="354" y="132"/>
                </a:cubicBezTo>
                <a:cubicBezTo>
                  <a:pt x="382" y="132"/>
                  <a:pt x="382" y="132"/>
                  <a:pt x="382" y="132"/>
                </a:cubicBezTo>
                <a:cubicBezTo>
                  <a:pt x="382" y="97"/>
                  <a:pt x="382" y="97"/>
                  <a:pt x="382" y="97"/>
                </a:cubicBezTo>
                <a:cubicBezTo>
                  <a:pt x="382" y="74"/>
                  <a:pt x="393" y="63"/>
                  <a:pt x="411" y="63"/>
                </a:cubicBezTo>
                <a:cubicBezTo>
                  <a:pt x="412" y="63"/>
                  <a:pt x="412" y="63"/>
                  <a:pt x="412" y="63"/>
                </a:cubicBezTo>
                <a:cubicBezTo>
                  <a:pt x="412" y="34"/>
                  <a:pt x="412" y="34"/>
                  <a:pt x="412" y="34"/>
                </a:cubicBezTo>
                <a:cubicBezTo>
                  <a:pt x="396" y="33"/>
                  <a:pt x="387" y="42"/>
                  <a:pt x="382" y="55"/>
                </a:cubicBezTo>
                <a:close/>
                <a:moveTo>
                  <a:pt x="1335" y="34"/>
                </a:moveTo>
                <a:cubicBezTo>
                  <a:pt x="1305" y="34"/>
                  <a:pt x="1283" y="56"/>
                  <a:pt x="1283" y="84"/>
                </a:cubicBezTo>
                <a:cubicBezTo>
                  <a:pt x="1283" y="84"/>
                  <a:pt x="1283" y="84"/>
                  <a:pt x="1283" y="84"/>
                </a:cubicBezTo>
                <a:cubicBezTo>
                  <a:pt x="1283" y="112"/>
                  <a:pt x="1305" y="134"/>
                  <a:pt x="1335" y="134"/>
                </a:cubicBezTo>
                <a:cubicBezTo>
                  <a:pt x="1365" y="134"/>
                  <a:pt x="1387" y="112"/>
                  <a:pt x="1387" y="84"/>
                </a:cubicBezTo>
                <a:cubicBezTo>
                  <a:pt x="1387" y="84"/>
                  <a:pt x="1387" y="84"/>
                  <a:pt x="1387" y="84"/>
                </a:cubicBezTo>
                <a:cubicBezTo>
                  <a:pt x="1387" y="56"/>
                  <a:pt x="1365" y="34"/>
                  <a:pt x="1335" y="34"/>
                </a:cubicBezTo>
                <a:close/>
                <a:moveTo>
                  <a:pt x="1360" y="84"/>
                </a:moveTo>
                <a:cubicBezTo>
                  <a:pt x="1360" y="99"/>
                  <a:pt x="1351" y="111"/>
                  <a:pt x="1335" y="111"/>
                </a:cubicBezTo>
                <a:cubicBezTo>
                  <a:pt x="1320" y="111"/>
                  <a:pt x="1310" y="98"/>
                  <a:pt x="1310" y="84"/>
                </a:cubicBezTo>
                <a:cubicBezTo>
                  <a:pt x="1310" y="84"/>
                  <a:pt x="1310" y="84"/>
                  <a:pt x="1310" y="84"/>
                </a:cubicBezTo>
                <a:cubicBezTo>
                  <a:pt x="1310" y="70"/>
                  <a:pt x="1319" y="58"/>
                  <a:pt x="1335" y="58"/>
                </a:cubicBezTo>
                <a:cubicBezTo>
                  <a:pt x="1350" y="58"/>
                  <a:pt x="1360" y="70"/>
                  <a:pt x="1360" y="84"/>
                </a:cubicBezTo>
                <a:close/>
                <a:moveTo>
                  <a:pt x="1834" y="55"/>
                </a:moveTo>
                <a:cubicBezTo>
                  <a:pt x="1834" y="36"/>
                  <a:pt x="1834" y="36"/>
                  <a:pt x="1834" y="36"/>
                </a:cubicBezTo>
                <a:cubicBezTo>
                  <a:pt x="1807" y="36"/>
                  <a:pt x="1807" y="36"/>
                  <a:pt x="1807" y="36"/>
                </a:cubicBezTo>
                <a:cubicBezTo>
                  <a:pt x="1807" y="132"/>
                  <a:pt x="1807" y="132"/>
                  <a:pt x="1807" y="132"/>
                </a:cubicBezTo>
                <a:cubicBezTo>
                  <a:pt x="1834" y="132"/>
                  <a:pt x="1834" y="132"/>
                  <a:pt x="1834" y="132"/>
                </a:cubicBezTo>
                <a:cubicBezTo>
                  <a:pt x="1834" y="97"/>
                  <a:pt x="1834" y="97"/>
                  <a:pt x="1834" y="97"/>
                </a:cubicBezTo>
                <a:cubicBezTo>
                  <a:pt x="1834" y="74"/>
                  <a:pt x="1845" y="63"/>
                  <a:pt x="1863" y="63"/>
                </a:cubicBezTo>
                <a:cubicBezTo>
                  <a:pt x="1865" y="63"/>
                  <a:pt x="1865" y="63"/>
                  <a:pt x="1865" y="63"/>
                </a:cubicBezTo>
                <a:cubicBezTo>
                  <a:pt x="1865" y="34"/>
                  <a:pt x="1865" y="34"/>
                  <a:pt x="1865" y="34"/>
                </a:cubicBezTo>
                <a:cubicBezTo>
                  <a:pt x="1848" y="33"/>
                  <a:pt x="1839" y="42"/>
                  <a:pt x="1834" y="55"/>
                </a:cubicBezTo>
                <a:close/>
                <a:moveTo>
                  <a:pt x="1748" y="34"/>
                </a:moveTo>
                <a:cubicBezTo>
                  <a:pt x="1718" y="34"/>
                  <a:pt x="1696" y="56"/>
                  <a:pt x="1696" y="84"/>
                </a:cubicBezTo>
                <a:cubicBezTo>
                  <a:pt x="1696" y="84"/>
                  <a:pt x="1696" y="84"/>
                  <a:pt x="1696" y="84"/>
                </a:cubicBezTo>
                <a:cubicBezTo>
                  <a:pt x="1696" y="112"/>
                  <a:pt x="1718" y="134"/>
                  <a:pt x="1748" y="134"/>
                </a:cubicBezTo>
                <a:cubicBezTo>
                  <a:pt x="1778" y="134"/>
                  <a:pt x="1800" y="112"/>
                  <a:pt x="1800" y="84"/>
                </a:cubicBezTo>
                <a:cubicBezTo>
                  <a:pt x="1800" y="84"/>
                  <a:pt x="1800" y="84"/>
                  <a:pt x="1800" y="84"/>
                </a:cubicBezTo>
                <a:cubicBezTo>
                  <a:pt x="1800" y="56"/>
                  <a:pt x="1778" y="34"/>
                  <a:pt x="1748" y="34"/>
                </a:cubicBezTo>
                <a:close/>
                <a:moveTo>
                  <a:pt x="1773" y="84"/>
                </a:moveTo>
                <a:cubicBezTo>
                  <a:pt x="1773" y="99"/>
                  <a:pt x="1764" y="111"/>
                  <a:pt x="1748" y="111"/>
                </a:cubicBezTo>
                <a:cubicBezTo>
                  <a:pt x="1733" y="111"/>
                  <a:pt x="1723" y="98"/>
                  <a:pt x="1723" y="84"/>
                </a:cubicBezTo>
                <a:cubicBezTo>
                  <a:pt x="1723" y="84"/>
                  <a:pt x="1723" y="84"/>
                  <a:pt x="1723" y="84"/>
                </a:cubicBezTo>
                <a:cubicBezTo>
                  <a:pt x="1723" y="70"/>
                  <a:pt x="1732" y="58"/>
                  <a:pt x="1748" y="58"/>
                </a:cubicBezTo>
                <a:cubicBezTo>
                  <a:pt x="1763" y="58"/>
                  <a:pt x="1773" y="70"/>
                  <a:pt x="1773" y="84"/>
                </a:cubicBezTo>
                <a:close/>
                <a:moveTo>
                  <a:pt x="1465" y="48"/>
                </a:moveTo>
                <a:cubicBezTo>
                  <a:pt x="1458" y="40"/>
                  <a:pt x="1449" y="34"/>
                  <a:pt x="1434" y="34"/>
                </a:cubicBezTo>
                <a:cubicBezTo>
                  <a:pt x="1412" y="34"/>
                  <a:pt x="1391" y="50"/>
                  <a:pt x="1391" y="79"/>
                </a:cubicBezTo>
                <a:cubicBezTo>
                  <a:pt x="1391" y="79"/>
                  <a:pt x="1391" y="79"/>
                  <a:pt x="1391" y="79"/>
                </a:cubicBezTo>
                <a:cubicBezTo>
                  <a:pt x="1391" y="108"/>
                  <a:pt x="1412" y="124"/>
                  <a:pt x="1434" y="124"/>
                </a:cubicBezTo>
                <a:cubicBezTo>
                  <a:pt x="1448" y="124"/>
                  <a:pt x="1457" y="118"/>
                  <a:pt x="1465" y="109"/>
                </a:cubicBezTo>
                <a:cubicBezTo>
                  <a:pt x="1465" y="113"/>
                  <a:pt x="1465" y="113"/>
                  <a:pt x="1465" y="113"/>
                </a:cubicBezTo>
                <a:cubicBezTo>
                  <a:pt x="1465" y="130"/>
                  <a:pt x="1457" y="139"/>
                  <a:pt x="1438" y="139"/>
                </a:cubicBezTo>
                <a:cubicBezTo>
                  <a:pt x="1425" y="139"/>
                  <a:pt x="1415" y="136"/>
                  <a:pt x="1405" y="131"/>
                </a:cubicBezTo>
                <a:cubicBezTo>
                  <a:pt x="1396" y="151"/>
                  <a:pt x="1396" y="151"/>
                  <a:pt x="1396" y="151"/>
                </a:cubicBezTo>
                <a:cubicBezTo>
                  <a:pt x="1408" y="158"/>
                  <a:pt x="1423" y="161"/>
                  <a:pt x="1439" y="161"/>
                </a:cubicBezTo>
                <a:cubicBezTo>
                  <a:pt x="1457" y="161"/>
                  <a:pt x="1471" y="157"/>
                  <a:pt x="1480" y="148"/>
                </a:cubicBezTo>
                <a:cubicBezTo>
                  <a:pt x="1488" y="140"/>
                  <a:pt x="1492" y="128"/>
                  <a:pt x="1492" y="110"/>
                </a:cubicBezTo>
                <a:cubicBezTo>
                  <a:pt x="1492" y="36"/>
                  <a:pt x="1492" y="36"/>
                  <a:pt x="1492" y="36"/>
                </a:cubicBezTo>
                <a:cubicBezTo>
                  <a:pt x="1465" y="36"/>
                  <a:pt x="1465" y="36"/>
                  <a:pt x="1465" y="36"/>
                </a:cubicBezTo>
                <a:lnTo>
                  <a:pt x="1465" y="48"/>
                </a:lnTo>
                <a:close/>
                <a:moveTo>
                  <a:pt x="1465" y="79"/>
                </a:moveTo>
                <a:cubicBezTo>
                  <a:pt x="1465" y="92"/>
                  <a:pt x="1455" y="102"/>
                  <a:pt x="1442" y="102"/>
                </a:cubicBezTo>
                <a:cubicBezTo>
                  <a:pt x="1429" y="102"/>
                  <a:pt x="1419" y="93"/>
                  <a:pt x="1419" y="79"/>
                </a:cubicBezTo>
                <a:cubicBezTo>
                  <a:pt x="1419" y="79"/>
                  <a:pt x="1419" y="79"/>
                  <a:pt x="1419" y="79"/>
                </a:cubicBezTo>
                <a:cubicBezTo>
                  <a:pt x="1419" y="66"/>
                  <a:pt x="1429" y="57"/>
                  <a:pt x="1442" y="57"/>
                </a:cubicBezTo>
                <a:cubicBezTo>
                  <a:pt x="1455" y="57"/>
                  <a:pt x="1465" y="66"/>
                  <a:pt x="1465" y="79"/>
                </a:cubicBezTo>
                <a:close/>
                <a:moveTo>
                  <a:pt x="1697" y="37"/>
                </a:moveTo>
                <a:cubicBezTo>
                  <a:pt x="1675" y="37"/>
                  <a:pt x="1675" y="37"/>
                  <a:pt x="1675" y="37"/>
                </a:cubicBezTo>
                <a:cubicBezTo>
                  <a:pt x="1675" y="33"/>
                  <a:pt x="1675" y="33"/>
                  <a:pt x="1675" y="33"/>
                </a:cubicBezTo>
                <a:cubicBezTo>
                  <a:pt x="1675" y="26"/>
                  <a:pt x="1678" y="23"/>
                  <a:pt x="1684" y="23"/>
                </a:cubicBezTo>
                <a:cubicBezTo>
                  <a:pt x="1689" y="23"/>
                  <a:pt x="1693" y="24"/>
                  <a:pt x="1697" y="25"/>
                </a:cubicBezTo>
                <a:cubicBezTo>
                  <a:pt x="1697" y="2"/>
                  <a:pt x="1697" y="2"/>
                  <a:pt x="1697" y="2"/>
                </a:cubicBezTo>
                <a:cubicBezTo>
                  <a:pt x="1692" y="1"/>
                  <a:pt x="1686" y="0"/>
                  <a:pt x="1677" y="0"/>
                </a:cubicBezTo>
                <a:cubicBezTo>
                  <a:pt x="1668" y="0"/>
                  <a:pt x="1660" y="2"/>
                  <a:pt x="1655" y="7"/>
                </a:cubicBezTo>
                <a:cubicBezTo>
                  <a:pt x="1650" y="12"/>
                  <a:pt x="1648" y="20"/>
                  <a:pt x="1648" y="31"/>
                </a:cubicBezTo>
                <a:cubicBezTo>
                  <a:pt x="1648" y="37"/>
                  <a:pt x="1648" y="37"/>
                  <a:pt x="1648" y="37"/>
                </a:cubicBezTo>
                <a:cubicBezTo>
                  <a:pt x="1636" y="37"/>
                  <a:pt x="1636" y="37"/>
                  <a:pt x="1636" y="37"/>
                </a:cubicBezTo>
                <a:cubicBezTo>
                  <a:pt x="1636" y="59"/>
                  <a:pt x="1636" y="59"/>
                  <a:pt x="1636" y="59"/>
                </a:cubicBezTo>
                <a:cubicBezTo>
                  <a:pt x="1648" y="59"/>
                  <a:pt x="1648" y="59"/>
                  <a:pt x="1648" y="59"/>
                </a:cubicBezTo>
                <a:cubicBezTo>
                  <a:pt x="1648" y="132"/>
                  <a:pt x="1648" y="132"/>
                  <a:pt x="1648" y="132"/>
                </a:cubicBezTo>
                <a:cubicBezTo>
                  <a:pt x="1675" y="132"/>
                  <a:pt x="1675" y="132"/>
                  <a:pt x="1675" y="132"/>
                </a:cubicBezTo>
                <a:cubicBezTo>
                  <a:pt x="1675" y="59"/>
                  <a:pt x="1675" y="59"/>
                  <a:pt x="1675" y="59"/>
                </a:cubicBezTo>
                <a:cubicBezTo>
                  <a:pt x="1697" y="59"/>
                  <a:pt x="1697" y="59"/>
                  <a:pt x="1697" y="59"/>
                </a:cubicBezTo>
                <a:lnTo>
                  <a:pt x="1697" y="37"/>
                </a:lnTo>
                <a:close/>
                <a:moveTo>
                  <a:pt x="1548" y="101"/>
                </a:moveTo>
                <a:cubicBezTo>
                  <a:pt x="1526" y="36"/>
                  <a:pt x="1526" y="36"/>
                  <a:pt x="1526" y="36"/>
                </a:cubicBezTo>
                <a:cubicBezTo>
                  <a:pt x="1497" y="36"/>
                  <a:pt x="1497" y="36"/>
                  <a:pt x="1497" y="36"/>
                </a:cubicBezTo>
                <a:cubicBezTo>
                  <a:pt x="1535" y="132"/>
                  <a:pt x="1535" y="132"/>
                  <a:pt x="1535" y="132"/>
                </a:cubicBezTo>
                <a:cubicBezTo>
                  <a:pt x="1532" y="137"/>
                  <a:pt x="1530" y="139"/>
                  <a:pt x="1525" y="139"/>
                </a:cubicBezTo>
                <a:cubicBezTo>
                  <a:pt x="1521" y="139"/>
                  <a:pt x="1517" y="137"/>
                  <a:pt x="1513" y="135"/>
                </a:cubicBezTo>
                <a:cubicBezTo>
                  <a:pt x="1504" y="155"/>
                  <a:pt x="1504" y="155"/>
                  <a:pt x="1504" y="155"/>
                </a:cubicBezTo>
                <a:cubicBezTo>
                  <a:pt x="1511" y="159"/>
                  <a:pt x="1519" y="161"/>
                  <a:pt x="1528" y="161"/>
                </a:cubicBezTo>
                <a:cubicBezTo>
                  <a:pt x="1545" y="161"/>
                  <a:pt x="1553" y="154"/>
                  <a:pt x="1560" y="134"/>
                </a:cubicBezTo>
                <a:cubicBezTo>
                  <a:pt x="1597" y="36"/>
                  <a:pt x="1597" y="36"/>
                  <a:pt x="1597" y="36"/>
                </a:cubicBezTo>
                <a:cubicBezTo>
                  <a:pt x="1569" y="36"/>
                  <a:pt x="1569" y="36"/>
                  <a:pt x="1569" y="36"/>
                </a:cubicBezTo>
                <a:lnTo>
                  <a:pt x="1548" y="101"/>
                </a:lnTo>
                <a:close/>
                <a:moveTo>
                  <a:pt x="1008" y="34"/>
                </a:moveTo>
                <a:cubicBezTo>
                  <a:pt x="994" y="34"/>
                  <a:pt x="986" y="41"/>
                  <a:pt x="980" y="49"/>
                </a:cubicBezTo>
                <a:cubicBezTo>
                  <a:pt x="980" y="1"/>
                  <a:pt x="980" y="1"/>
                  <a:pt x="980" y="1"/>
                </a:cubicBezTo>
                <a:cubicBezTo>
                  <a:pt x="952" y="1"/>
                  <a:pt x="952" y="1"/>
                  <a:pt x="952" y="1"/>
                </a:cubicBezTo>
                <a:cubicBezTo>
                  <a:pt x="952" y="132"/>
                  <a:pt x="952" y="132"/>
                  <a:pt x="952" y="132"/>
                </a:cubicBezTo>
                <a:cubicBezTo>
                  <a:pt x="980" y="132"/>
                  <a:pt x="980" y="132"/>
                  <a:pt x="980" y="132"/>
                </a:cubicBezTo>
                <a:cubicBezTo>
                  <a:pt x="980" y="78"/>
                  <a:pt x="980" y="78"/>
                  <a:pt x="980" y="78"/>
                </a:cubicBezTo>
                <a:cubicBezTo>
                  <a:pt x="980" y="65"/>
                  <a:pt x="986" y="59"/>
                  <a:pt x="997" y="59"/>
                </a:cubicBezTo>
                <a:cubicBezTo>
                  <a:pt x="1007" y="59"/>
                  <a:pt x="1013" y="65"/>
                  <a:pt x="1013" y="78"/>
                </a:cubicBezTo>
                <a:cubicBezTo>
                  <a:pt x="1013" y="132"/>
                  <a:pt x="1013" y="132"/>
                  <a:pt x="1013" y="132"/>
                </a:cubicBezTo>
                <a:cubicBezTo>
                  <a:pt x="1040" y="132"/>
                  <a:pt x="1040" y="132"/>
                  <a:pt x="1040" y="132"/>
                </a:cubicBezTo>
                <a:cubicBezTo>
                  <a:pt x="1040" y="70"/>
                  <a:pt x="1040" y="70"/>
                  <a:pt x="1040" y="70"/>
                </a:cubicBezTo>
                <a:cubicBezTo>
                  <a:pt x="1040" y="48"/>
                  <a:pt x="1028" y="34"/>
                  <a:pt x="1008" y="34"/>
                </a:cubicBezTo>
                <a:close/>
                <a:moveTo>
                  <a:pt x="1250" y="132"/>
                </a:moveTo>
                <a:cubicBezTo>
                  <a:pt x="1278" y="132"/>
                  <a:pt x="1278" y="132"/>
                  <a:pt x="1278" y="132"/>
                </a:cubicBezTo>
                <a:cubicBezTo>
                  <a:pt x="1278" y="1"/>
                  <a:pt x="1278" y="1"/>
                  <a:pt x="1278" y="1"/>
                </a:cubicBezTo>
                <a:cubicBezTo>
                  <a:pt x="1250" y="1"/>
                  <a:pt x="1250" y="1"/>
                  <a:pt x="1250" y="1"/>
                </a:cubicBezTo>
                <a:lnTo>
                  <a:pt x="1250" y="132"/>
                </a:lnTo>
                <a:close/>
                <a:moveTo>
                  <a:pt x="1103" y="34"/>
                </a:moveTo>
                <a:cubicBezTo>
                  <a:pt x="1089" y="34"/>
                  <a:pt x="1081" y="41"/>
                  <a:pt x="1075" y="49"/>
                </a:cubicBezTo>
                <a:cubicBezTo>
                  <a:pt x="1075" y="36"/>
                  <a:pt x="1075" y="36"/>
                  <a:pt x="1075" y="36"/>
                </a:cubicBezTo>
                <a:cubicBezTo>
                  <a:pt x="1047" y="36"/>
                  <a:pt x="1047" y="36"/>
                  <a:pt x="1047" y="36"/>
                </a:cubicBezTo>
                <a:cubicBezTo>
                  <a:pt x="1047" y="132"/>
                  <a:pt x="1047" y="132"/>
                  <a:pt x="1047" y="132"/>
                </a:cubicBezTo>
                <a:cubicBezTo>
                  <a:pt x="1075" y="132"/>
                  <a:pt x="1075" y="132"/>
                  <a:pt x="1075" y="132"/>
                </a:cubicBezTo>
                <a:cubicBezTo>
                  <a:pt x="1075" y="78"/>
                  <a:pt x="1075" y="78"/>
                  <a:pt x="1075" y="78"/>
                </a:cubicBezTo>
                <a:cubicBezTo>
                  <a:pt x="1075" y="65"/>
                  <a:pt x="1081" y="59"/>
                  <a:pt x="1092" y="59"/>
                </a:cubicBezTo>
                <a:cubicBezTo>
                  <a:pt x="1102" y="59"/>
                  <a:pt x="1108" y="65"/>
                  <a:pt x="1108" y="78"/>
                </a:cubicBezTo>
                <a:cubicBezTo>
                  <a:pt x="1108" y="132"/>
                  <a:pt x="1108" y="132"/>
                  <a:pt x="1108" y="132"/>
                </a:cubicBezTo>
                <a:cubicBezTo>
                  <a:pt x="1135" y="132"/>
                  <a:pt x="1135" y="132"/>
                  <a:pt x="1135" y="132"/>
                </a:cubicBezTo>
                <a:cubicBezTo>
                  <a:pt x="1135" y="70"/>
                  <a:pt x="1135" y="70"/>
                  <a:pt x="1135" y="70"/>
                </a:cubicBezTo>
                <a:cubicBezTo>
                  <a:pt x="1135" y="48"/>
                  <a:pt x="1123" y="34"/>
                  <a:pt x="1103" y="34"/>
                </a:cubicBezTo>
                <a:close/>
                <a:moveTo>
                  <a:pt x="910" y="111"/>
                </a:moveTo>
                <a:cubicBezTo>
                  <a:pt x="895" y="111"/>
                  <a:pt x="885" y="99"/>
                  <a:pt x="885" y="84"/>
                </a:cubicBezTo>
                <a:cubicBezTo>
                  <a:pt x="885" y="84"/>
                  <a:pt x="885" y="84"/>
                  <a:pt x="885" y="84"/>
                </a:cubicBezTo>
                <a:cubicBezTo>
                  <a:pt x="885" y="70"/>
                  <a:pt x="895" y="58"/>
                  <a:pt x="909" y="58"/>
                </a:cubicBezTo>
                <a:cubicBezTo>
                  <a:pt x="918" y="58"/>
                  <a:pt x="925" y="62"/>
                  <a:pt x="931" y="68"/>
                </a:cubicBezTo>
                <a:cubicBezTo>
                  <a:pt x="947" y="50"/>
                  <a:pt x="947" y="50"/>
                  <a:pt x="947" y="50"/>
                </a:cubicBezTo>
                <a:cubicBezTo>
                  <a:pt x="938" y="40"/>
                  <a:pt x="927" y="34"/>
                  <a:pt x="909" y="34"/>
                </a:cubicBezTo>
                <a:cubicBezTo>
                  <a:pt x="880" y="34"/>
                  <a:pt x="859" y="57"/>
                  <a:pt x="859" y="84"/>
                </a:cubicBezTo>
                <a:cubicBezTo>
                  <a:pt x="859" y="84"/>
                  <a:pt x="859" y="84"/>
                  <a:pt x="859" y="84"/>
                </a:cubicBezTo>
                <a:cubicBezTo>
                  <a:pt x="859" y="112"/>
                  <a:pt x="880" y="134"/>
                  <a:pt x="909" y="134"/>
                </a:cubicBezTo>
                <a:cubicBezTo>
                  <a:pt x="928" y="134"/>
                  <a:pt x="939" y="127"/>
                  <a:pt x="948" y="117"/>
                </a:cubicBezTo>
                <a:cubicBezTo>
                  <a:pt x="932" y="100"/>
                  <a:pt x="932" y="100"/>
                  <a:pt x="932" y="100"/>
                </a:cubicBezTo>
                <a:cubicBezTo>
                  <a:pt x="925" y="107"/>
                  <a:pt x="919" y="111"/>
                  <a:pt x="910" y="111"/>
                </a:cubicBezTo>
                <a:close/>
                <a:moveTo>
                  <a:pt x="1945" y="35"/>
                </a:moveTo>
                <a:cubicBezTo>
                  <a:pt x="1929" y="35"/>
                  <a:pt x="1918" y="38"/>
                  <a:pt x="1908" y="42"/>
                </a:cubicBezTo>
                <a:cubicBezTo>
                  <a:pt x="1915" y="63"/>
                  <a:pt x="1915" y="63"/>
                  <a:pt x="1915" y="63"/>
                </a:cubicBezTo>
                <a:cubicBezTo>
                  <a:pt x="1923" y="60"/>
                  <a:pt x="1931" y="58"/>
                  <a:pt x="1941" y="58"/>
                </a:cubicBezTo>
                <a:cubicBezTo>
                  <a:pt x="1955" y="58"/>
                  <a:pt x="1962" y="64"/>
                  <a:pt x="1962" y="76"/>
                </a:cubicBezTo>
                <a:cubicBezTo>
                  <a:pt x="1962" y="77"/>
                  <a:pt x="1962" y="77"/>
                  <a:pt x="1962" y="77"/>
                </a:cubicBezTo>
                <a:cubicBezTo>
                  <a:pt x="1955" y="75"/>
                  <a:pt x="1948" y="73"/>
                  <a:pt x="1938" y="73"/>
                </a:cubicBezTo>
                <a:cubicBezTo>
                  <a:pt x="1915" y="73"/>
                  <a:pt x="1899" y="83"/>
                  <a:pt x="1899" y="104"/>
                </a:cubicBezTo>
                <a:cubicBezTo>
                  <a:pt x="1899" y="104"/>
                  <a:pt x="1899" y="104"/>
                  <a:pt x="1899" y="104"/>
                </a:cubicBezTo>
                <a:cubicBezTo>
                  <a:pt x="1899" y="123"/>
                  <a:pt x="1914" y="134"/>
                  <a:pt x="1932" y="134"/>
                </a:cubicBezTo>
                <a:cubicBezTo>
                  <a:pt x="1946" y="134"/>
                  <a:pt x="1955" y="129"/>
                  <a:pt x="1962" y="122"/>
                </a:cubicBezTo>
                <a:cubicBezTo>
                  <a:pt x="1962" y="132"/>
                  <a:pt x="1962" y="132"/>
                  <a:pt x="1962" y="132"/>
                </a:cubicBezTo>
                <a:cubicBezTo>
                  <a:pt x="1988" y="132"/>
                  <a:pt x="1988" y="132"/>
                  <a:pt x="1988" y="132"/>
                </a:cubicBezTo>
                <a:cubicBezTo>
                  <a:pt x="1988" y="76"/>
                  <a:pt x="1988" y="76"/>
                  <a:pt x="1988" y="76"/>
                </a:cubicBezTo>
                <a:cubicBezTo>
                  <a:pt x="1988" y="63"/>
                  <a:pt x="1985" y="53"/>
                  <a:pt x="1978" y="46"/>
                </a:cubicBezTo>
                <a:cubicBezTo>
                  <a:pt x="1971" y="39"/>
                  <a:pt x="1960" y="35"/>
                  <a:pt x="1945" y="35"/>
                </a:cubicBezTo>
                <a:close/>
                <a:moveTo>
                  <a:pt x="1962" y="98"/>
                </a:moveTo>
                <a:cubicBezTo>
                  <a:pt x="1962" y="108"/>
                  <a:pt x="1953" y="115"/>
                  <a:pt x="1941" y="115"/>
                </a:cubicBezTo>
                <a:cubicBezTo>
                  <a:pt x="1932" y="115"/>
                  <a:pt x="1926" y="111"/>
                  <a:pt x="1926" y="103"/>
                </a:cubicBezTo>
                <a:cubicBezTo>
                  <a:pt x="1926" y="103"/>
                  <a:pt x="1926" y="103"/>
                  <a:pt x="1926" y="103"/>
                </a:cubicBezTo>
                <a:cubicBezTo>
                  <a:pt x="1926" y="94"/>
                  <a:pt x="1933" y="90"/>
                  <a:pt x="1945" y="90"/>
                </a:cubicBezTo>
                <a:cubicBezTo>
                  <a:pt x="1951" y="90"/>
                  <a:pt x="1957" y="91"/>
                  <a:pt x="1962" y="93"/>
                </a:cubicBezTo>
                <a:lnTo>
                  <a:pt x="1962" y="98"/>
                </a:lnTo>
                <a:close/>
                <a:moveTo>
                  <a:pt x="1193" y="34"/>
                </a:moveTo>
                <a:cubicBezTo>
                  <a:pt x="1163" y="34"/>
                  <a:pt x="1141" y="56"/>
                  <a:pt x="1141" y="84"/>
                </a:cubicBezTo>
                <a:cubicBezTo>
                  <a:pt x="1141" y="84"/>
                  <a:pt x="1141" y="84"/>
                  <a:pt x="1141" y="84"/>
                </a:cubicBezTo>
                <a:cubicBezTo>
                  <a:pt x="1141" y="112"/>
                  <a:pt x="1163" y="134"/>
                  <a:pt x="1193" y="134"/>
                </a:cubicBezTo>
                <a:cubicBezTo>
                  <a:pt x="1223" y="134"/>
                  <a:pt x="1245" y="112"/>
                  <a:pt x="1245" y="84"/>
                </a:cubicBezTo>
                <a:cubicBezTo>
                  <a:pt x="1245" y="84"/>
                  <a:pt x="1245" y="84"/>
                  <a:pt x="1245" y="84"/>
                </a:cubicBezTo>
                <a:cubicBezTo>
                  <a:pt x="1245" y="56"/>
                  <a:pt x="1223" y="34"/>
                  <a:pt x="1193" y="34"/>
                </a:cubicBezTo>
                <a:close/>
                <a:moveTo>
                  <a:pt x="1218" y="84"/>
                </a:moveTo>
                <a:cubicBezTo>
                  <a:pt x="1218" y="99"/>
                  <a:pt x="1209" y="111"/>
                  <a:pt x="1193" y="111"/>
                </a:cubicBezTo>
                <a:cubicBezTo>
                  <a:pt x="1178" y="111"/>
                  <a:pt x="1168" y="98"/>
                  <a:pt x="1168" y="84"/>
                </a:cubicBezTo>
                <a:cubicBezTo>
                  <a:pt x="1168" y="84"/>
                  <a:pt x="1168" y="84"/>
                  <a:pt x="1168" y="84"/>
                </a:cubicBezTo>
                <a:cubicBezTo>
                  <a:pt x="1168" y="70"/>
                  <a:pt x="1177" y="58"/>
                  <a:pt x="1193" y="58"/>
                </a:cubicBezTo>
                <a:cubicBezTo>
                  <a:pt x="1208" y="58"/>
                  <a:pt x="1218" y="70"/>
                  <a:pt x="1218" y="8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4067076347"/>
      </p:ext>
    </p:extLst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_White_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ackground pattern&#10;&#10;Description automatically generated">
            <a:extLst>
              <a:ext uri="{FF2B5EF4-FFF2-40B4-BE49-F238E27FC236}">
                <a16:creationId xmlns:a16="http://schemas.microsoft.com/office/drawing/2014/main" id="{0490B93F-C25A-476B-A1B0-5F566C0157D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36"/>
            <a:ext cx="12192000" cy="6857929"/>
          </a:xfrm>
          <a:prstGeom prst="rect">
            <a:avLst/>
          </a:prstGeom>
        </p:spPr>
      </p:pic>
      <p:sp>
        <p:nvSpPr>
          <p:cNvPr id="56" name="Title 16"/>
          <p:cNvSpPr>
            <a:spLocks noGrp="1"/>
          </p:cNvSpPr>
          <p:nvPr userDrawn="1">
            <p:ph type="title" hasCustomPrompt="1"/>
          </p:nvPr>
        </p:nvSpPr>
        <p:spPr bwMode="gray">
          <a:xfrm>
            <a:off x="750529" y="1527660"/>
            <a:ext cx="9914678" cy="3269709"/>
          </a:xfrm>
          <a:prstGeom prst="rect">
            <a:avLst/>
          </a:prstGeom>
        </p:spPr>
        <p:txBody>
          <a:bodyPr wrap="square" lIns="0" tIns="0" rIns="121899" bIns="0" anchor="b" anchorCtr="0"/>
          <a:lstStyle>
            <a:lvl1pPr marL="0" algn="l" defTabSz="1218987" rtl="0" eaLnBrk="1" latinLnBrk="0" hangingPunct="1">
              <a:lnSpc>
                <a:spcPct val="75000"/>
              </a:lnSpc>
              <a:spcBef>
                <a:spcPct val="0"/>
              </a:spcBef>
              <a:buNone/>
              <a:defRPr lang="en-US" sz="8000" b="1" kern="1200" cap="none" spc="-150" baseline="0" dirty="0">
                <a:solidFill>
                  <a:schemeClr val="accent4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Presentation</a:t>
            </a:r>
            <a:br>
              <a:rPr lang="en-US"/>
            </a:br>
            <a:r>
              <a:rPr lang="en-US"/>
              <a:t>title here</a:t>
            </a:r>
          </a:p>
        </p:txBody>
      </p:sp>
      <p:sp>
        <p:nvSpPr>
          <p:cNvPr id="55" name="Subtitle 2"/>
          <p:cNvSpPr>
            <a:spLocks noGrp="1"/>
          </p:cNvSpPr>
          <p:nvPr userDrawn="1">
            <p:ph type="subTitle" idx="1" hasCustomPrompt="1"/>
          </p:nvPr>
        </p:nvSpPr>
        <p:spPr bwMode="gray">
          <a:xfrm>
            <a:off x="760612" y="5046115"/>
            <a:ext cx="9914678" cy="35661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 algn="l" defTabSz="121898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600" b="0" kern="1200" cap="none" spc="0" baseline="0" dirty="0">
                <a:solidFill>
                  <a:schemeClr val="accent4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Speaker Name | Date</a:t>
            </a:r>
          </a:p>
        </p:txBody>
      </p:sp>
      <p:sp>
        <p:nvSpPr>
          <p:cNvPr id="49" name="TextBox 48"/>
          <p:cNvSpPr txBox="1"/>
          <p:nvPr userDrawn="1"/>
        </p:nvSpPr>
        <p:spPr>
          <a:xfrm>
            <a:off x="750529" y="6401580"/>
            <a:ext cx="411587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2023 Lenovo Internal. All rights reserved.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B6BD304-FAC7-4023-9B54-8984F7387559}"/>
              </a:ext>
            </a:extLst>
          </p:cNvPr>
          <p:cNvGrpSpPr>
            <a:grpSpLocks noChangeAspect="1"/>
          </p:cNvGrpSpPr>
          <p:nvPr userDrawn="1"/>
        </p:nvGrpSpPr>
        <p:grpSpPr>
          <a:xfrm rot="16200000">
            <a:off x="10152631" y="2542790"/>
            <a:ext cx="3058160" cy="1020580"/>
            <a:chOff x="547688" y="952500"/>
            <a:chExt cx="12190413" cy="4067175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FBBDE3D-E4E2-42E5-9F26-00C1500EFD6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6" name="Freeform 7">
              <a:extLst>
                <a:ext uri="{FF2B5EF4-FFF2-40B4-BE49-F238E27FC236}">
                  <a16:creationId xmlns:a16="http://schemas.microsoft.com/office/drawing/2014/main" id="{27C222CE-31C9-4AE2-A9DE-A34ECC37F01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7" name="Freeform 8">
              <a:extLst>
                <a:ext uri="{FF2B5EF4-FFF2-40B4-BE49-F238E27FC236}">
                  <a16:creationId xmlns:a16="http://schemas.microsoft.com/office/drawing/2014/main" id="{710DBB3B-7FB8-4ACB-8FA4-3F2A105B9B9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3E443DA7-CC51-4460-98C4-193A7375074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E1BCDB13-2B5A-46EC-B1D6-C526DEAA84B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0" name="Freeform 10">
              <a:extLst>
                <a:ext uri="{FF2B5EF4-FFF2-40B4-BE49-F238E27FC236}">
                  <a16:creationId xmlns:a16="http://schemas.microsoft.com/office/drawing/2014/main" id="{8EDDE8EA-BE8E-4066-AB4A-21CD2743549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1" name="Freeform 11">
              <a:extLst>
                <a:ext uri="{FF2B5EF4-FFF2-40B4-BE49-F238E27FC236}">
                  <a16:creationId xmlns:a16="http://schemas.microsoft.com/office/drawing/2014/main" id="{EF442D16-F34F-4D4E-A65A-8C3BC17F2FC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</p:grpSp>
      <p:sp>
        <p:nvSpPr>
          <p:cNvPr id="22" name="Freeform 5">
            <a:extLst>
              <a:ext uri="{FF2B5EF4-FFF2-40B4-BE49-F238E27FC236}">
                <a16:creationId xmlns:a16="http://schemas.microsoft.com/office/drawing/2014/main" id="{B3FDD5DD-E6F7-480C-BC0C-F6AC555BF174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750529" y="762000"/>
            <a:ext cx="3942091" cy="312470"/>
          </a:xfrm>
          <a:custGeom>
            <a:avLst/>
            <a:gdLst>
              <a:gd name="T0" fmla="*/ 557 w 2065"/>
              <a:gd name="T1" fmla="*/ 102 h 161"/>
              <a:gd name="T2" fmla="*/ 510 w 2065"/>
              <a:gd name="T3" fmla="*/ 76 h 161"/>
              <a:gd name="T4" fmla="*/ 583 w 2065"/>
              <a:gd name="T5" fmla="*/ 36 h 161"/>
              <a:gd name="T6" fmla="*/ 641 w 2065"/>
              <a:gd name="T7" fmla="*/ 34 h 161"/>
              <a:gd name="T8" fmla="*/ 2038 w 2065"/>
              <a:gd name="T9" fmla="*/ 1 h 161"/>
              <a:gd name="T10" fmla="*/ 706 w 2065"/>
              <a:gd name="T11" fmla="*/ 59 h 161"/>
              <a:gd name="T12" fmla="*/ 733 w 2065"/>
              <a:gd name="T13" fmla="*/ 100 h 161"/>
              <a:gd name="T14" fmla="*/ 1999 w 2065"/>
              <a:gd name="T15" fmla="*/ 132 h 161"/>
              <a:gd name="T16" fmla="*/ 760 w 2065"/>
              <a:gd name="T17" fmla="*/ 84 h 161"/>
              <a:gd name="T18" fmla="*/ 787 w 2065"/>
              <a:gd name="T19" fmla="*/ 93 h 161"/>
              <a:gd name="T20" fmla="*/ 828 w 2065"/>
              <a:gd name="T21" fmla="*/ 76 h 161"/>
              <a:gd name="T22" fmla="*/ 133 w 2065"/>
              <a:gd name="T23" fmla="*/ 36 h 161"/>
              <a:gd name="T24" fmla="*/ 166 w 2065"/>
              <a:gd name="T25" fmla="*/ 78 h 161"/>
              <a:gd name="T26" fmla="*/ 225 w 2065"/>
              <a:gd name="T27" fmla="*/ 132 h 161"/>
              <a:gd name="T28" fmla="*/ 32 w 2065"/>
              <a:gd name="T29" fmla="*/ 40 h 161"/>
              <a:gd name="T30" fmla="*/ 5 w 2065"/>
              <a:gd name="T31" fmla="*/ 43 h 161"/>
              <a:gd name="T32" fmla="*/ 0 w 2065"/>
              <a:gd name="T33" fmla="*/ 114 h 161"/>
              <a:gd name="T34" fmla="*/ 266 w 2065"/>
              <a:gd name="T35" fmla="*/ 43 h 161"/>
              <a:gd name="T36" fmla="*/ 258 w 2065"/>
              <a:gd name="T37" fmla="*/ 104 h 161"/>
              <a:gd name="T38" fmla="*/ 347 w 2065"/>
              <a:gd name="T39" fmla="*/ 76 h 161"/>
              <a:gd name="T40" fmla="*/ 285 w 2065"/>
              <a:gd name="T41" fmla="*/ 103 h 161"/>
              <a:gd name="T42" fmla="*/ 429 w 2065"/>
              <a:gd name="T43" fmla="*/ 36 h 161"/>
              <a:gd name="T44" fmla="*/ 479 w 2065"/>
              <a:gd name="T45" fmla="*/ 128 h 161"/>
              <a:gd name="T46" fmla="*/ 479 w 2065"/>
              <a:gd name="T47" fmla="*/ 36 h 161"/>
              <a:gd name="T48" fmla="*/ 354 w 2065"/>
              <a:gd name="T49" fmla="*/ 132 h 161"/>
              <a:gd name="T50" fmla="*/ 382 w 2065"/>
              <a:gd name="T51" fmla="*/ 55 h 161"/>
              <a:gd name="T52" fmla="*/ 1387 w 2065"/>
              <a:gd name="T53" fmla="*/ 84 h 161"/>
              <a:gd name="T54" fmla="*/ 1335 w 2065"/>
              <a:gd name="T55" fmla="*/ 58 h 161"/>
              <a:gd name="T56" fmla="*/ 1834 w 2065"/>
              <a:gd name="T57" fmla="*/ 132 h 161"/>
              <a:gd name="T58" fmla="*/ 1748 w 2065"/>
              <a:gd name="T59" fmla="*/ 34 h 161"/>
              <a:gd name="T60" fmla="*/ 1748 w 2065"/>
              <a:gd name="T61" fmla="*/ 34 h 161"/>
              <a:gd name="T62" fmla="*/ 1773 w 2065"/>
              <a:gd name="T63" fmla="*/ 84 h 161"/>
              <a:gd name="T64" fmla="*/ 1465 w 2065"/>
              <a:gd name="T65" fmla="*/ 109 h 161"/>
              <a:gd name="T66" fmla="*/ 1480 w 2065"/>
              <a:gd name="T67" fmla="*/ 148 h 161"/>
              <a:gd name="T68" fmla="*/ 1442 w 2065"/>
              <a:gd name="T69" fmla="*/ 102 h 161"/>
              <a:gd name="T70" fmla="*/ 1675 w 2065"/>
              <a:gd name="T71" fmla="*/ 37 h 161"/>
              <a:gd name="T72" fmla="*/ 1655 w 2065"/>
              <a:gd name="T73" fmla="*/ 7 h 161"/>
              <a:gd name="T74" fmla="*/ 1648 w 2065"/>
              <a:gd name="T75" fmla="*/ 132 h 161"/>
              <a:gd name="T76" fmla="*/ 1526 w 2065"/>
              <a:gd name="T77" fmla="*/ 36 h 161"/>
              <a:gd name="T78" fmla="*/ 1528 w 2065"/>
              <a:gd name="T79" fmla="*/ 161 h 161"/>
              <a:gd name="T80" fmla="*/ 980 w 2065"/>
              <a:gd name="T81" fmla="*/ 49 h 161"/>
              <a:gd name="T82" fmla="*/ 997 w 2065"/>
              <a:gd name="T83" fmla="*/ 59 h 161"/>
              <a:gd name="T84" fmla="*/ 1250 w 2065"/>
              <a:gd name="T85" fmla="*/ 132 h 161"/>
              <a:gd name="T86" fmla="*/ 1075 w 2065"/>
              <a:gd name="T87" fmla="*/ 49 h 161"/>
              <a:gd name="T88" fmla="*/ 1092 w 2065"/>
              <a:gd name="T89" fmla="*/ 59 h 161"/>
              <a:gd name="T90" fmla="*/ 910 w 2065"/>
              <a:gd name="T91" fmla="*/ 111 h 161"/>
              <a:gd name="T92" fmla="*/ 909 w 2065"/>
              <a:gd name="T93" fmla="*/ 34 h 161"/>
              <a:gd name="T94" fmla="*/ 910 w 2065"/>
              <a:gd name="T95" fmla="*/ 111 h 161"/>
              <a:gd name="T96" fmla="*/ 1962 w 2065"/>
              <a:gd name="T97" fmla="*/ 77 h 161"/>
              <a:gd name="T98" fmla="*/ 1962 w 2065"/>
              <a:gd name="T99" fmla="*/ 132 h 161"/>
              <a:gd name="T100" fmla="*/ 1941 w 2065"/>
              <a:gd name="T101" fmla="*/ 115 h 161"/>
              <a:gd name="T102" fmla="*/ 1193 w 2065"/>
              <a:gd name="T103" fmla="*/ 34 h 161"/>
              <a:gd name="T104" fmla="*/ 1193 w 2065"/>
              <a:gd name="T105" fmla="*/ 34 h 161"/>
              <a:gd name="T106" fmla="*/ 1218 w 2065"/>
              <a:gd name="T107" fmla="*/ 84 h 1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2065" h="161">
                <a:moveTo>
                  <a:pt x="530" y="34"/>
                </a:moveTo>
                <a:cubicBezTo>
                  <a:pt x="502" y="34"/>
                  <a:pt x="483" y="57"/>
                  <a:pt x="483" y="84"/>
                </a:cubicBezTo>
                <a:cubicBezTo>
                  <a:pt x="483" y="84"/>
                  <a:pt x="483" y="84"/>
                  <a:pt x="483" y="84"/>
                </a:cubicBezTo>
                <a:cubicBezTo>
                  <a:pt x="483" y="114"/>
                  <a:pt x="504" y="134"/>
                  <a:pt x="533" y="134"/>
                </a:cubicBezTo>
                <a:cubicBezTo>
                  <a:pt x="551" y="134"/>
                  <a:pt x="563" y="127"/>
                  <a:pt x="572" y="116"/>
                </a:cubicBezTo>
                <a:cubicBezTo>
                  <a:pt x="557" y="102"/>
                  <a:pt x="557" y="102"/>
                  <a:pt x="557" y="102"/>
                </a:cubicBezTo>
                <a:cubicBezTo>
                  <a:pt x="549" y="109"/>
                  <a:pt x="543" y="112"/>
                  <a:pt x="533" y="112"/>
                </a:cubicBezTo>
                <a:cubicBezTo>
                  <a:pt x="521" y="112"/>
                  <a:pt x="513" y="106"/>
                  <a:pt x="510" y="93"/>
                </a:cubicBezTo>
                <a:cubicBezTo>
                  <a:pt x="577" y="93"/>
                  <a:pt x="577" y="93"/>
                  <a:pt x="577" y="93"/>
                </a:cubicBezTo>
                <a:cubicBezTo>
                  <a:pt x="577" y="91"/>
                  <a:pt x="577" y="88"/>
                  <a:pt x="577" y="86"/>
                </a:cubicBezTo>
                <a:cubicBezTo>
                  <a:pt x="577" y="59"/>
                  <a:pt x="563" y="34"/>
                  <a:pt x="530" y="34"/>
                </a:cubicBezTo>
                <a:close/>
                <a:moveTo>
                  <a:pt x="510" y="76"/>
                </a:moveTo>
                <a:cubicBezTo>
                  <a:pt x="512" y="64"/>
                  <a:pt x="519" y="56"/>
                  <a:pt x="530" y="56"/>
                </a:cubicBezTo>
                <a:cubicBezTo>
                  <a:pt x="542" y="56"/>
                  <a:pt x="549" y="64"/>
                  <a:pt x="551" y="76"/>
                </a:cubicBezTo>
                <a:lnTo>
                  <a:pt x="510" y="76"/>
                </a:lnTo>
                <a:close/>
                <a:moveTo>
                  <a:pt x="610" y="55"/>
                </a:moveTo>
                <a:cubicBezTo>
                  <a:pt x="610" y="36"/>
                  <a:pt x="610" y="36"/>
                  <a:pt x="610" y="36"/>
                </a:cubicBezTo>
                <a:cubicBezTo>
                  <a:pt x="583" y="36"/>
                  <a:pt x="583" y="36"/>
                  <a:pt x="583" y="36"/>
                </a:cubicBezTo>
                <a:cubicBezTo>
                  <a:pt x="583" y="132"/>
                  <a:pt x="583" y="132"/>
                  <a:pt x="583" y="132"/>
                </a:cubicBezTo>
                <a:cubicBezTo>
                  <a:pt x="610" y="132"/>
                  <a:pt x="610" y="132"/>
                  <a:pt x="610" y="132"/>
                </a:cubicBezTo>
                <a:cubicBezTo>
                  <a:pt x="610" y="97"/>
                  <a:pt x="610" y="97"/>
                  <a:pt x="610" y="97"/>
                </a:cubicBezTo>
                <a:cubicBezTo>
                  <a:pt x="610" y="74"/>
                  <a:pt x="621" y="63"/>
                  <a:pt x="640" y="63"/>
                </a:cubicBezTo>
                <a:cubicBezTo>
                  <a:pt x="641" y="63"/>
                  <a:pt x="641" y="63"/>
                  <a:pt x="641" y="63"/>
                </a:cubicBezTo>
                <a:cubicBezTo>
                  <a:pt x="641" y="34"/>
                  <a:pt x="641" y="34"/>
                  <a:pt x="641" y="34"/>
                </a:cubicBezTo>
                <a:cubicBezTo>
                  <a:pt x="625" y="33"/>
                  <a:pt x="616" y="42"/>
                  <a:pt x="610" y="55"/>
                </a:cubicBezTo>
                <a:close/>
                <a:moveTo>
                  <a:pt x="2038" y="1"/>
                </a:moveTo>
                <a:cubicBezTo>
                  <a:pt x="2038" y="132"/>
                  <a:pt x="2038" y="132"/>
                  <a:pt x="2038" y="132"/>
                </a:cubicBezTo>
                <a:cubicBezTo>
                  <a:pt x="2065" y="132"/>
                  <a:pt x="2065" y="132"/>
                  <a:pt x="2065" y="132"/>
                </a:cubicBezTo>
                <a:cubicBezTo>
                  <a:pt x="2065" y="1"/>
                  <a:pt x="2065" y="1"/>
                  <a:pt x="2065" y="1"/>
                </a:cubicBezTo>
                <a:lnTo>
                  <a:pt x="2038" y="1"/>
                </a:lnTo>
                <a:close/>
                <a:moveTo>
                  <a:pt x="733" y="11"/>
                </a:moveTo>
                <a:cubicBezTo>
                  <a:pt x="706" y="11"/>
                  <a:pt x="706" y="11"/>
                  <a:pt x="706" y="11"/>
                </a:cubicBezTo>
                <a:cubicBezTo>
                  <a:pt x="706" y="36"/>
                  <a:pt x="706" y="36"/>
                  <a:pt x="706" y="36"/>
                </a:cubicBezTo>
                <a:cubicBezTo>
                  <a:pt x="694" y="36"/>
                  <a:pt x="694" y="36"/>
                  <a:pt x="694" y="36"/>
                </a:cubicBezTo>
                <a:cubicBezTo>
                  <a:pt x="694" y="59"/>
                  <a:pt x="694" y="59"/>
                  <a:pt x="694" y="59"/>
                </a:cubicBezTo>
                <a:cubicBezTo>
                  <a:pt x="706" y="59"/>
                  <a:pt x="706" y="59"/>
                  <a:pt x="706" y="59"/>
                </a:cubicBezTo>
                <a:cubicBezTo>
                  <a:pt x="706" y="105"/>
                  <a:pt x="706" y="105"/>
                  <a:pt x="706" y="105"/>
                </a:cubicBezTo>
                <a:cubicBezTo>
                  <a:pt x="706" y="127"/>
                  <a:pt x="717" y="134"/>
                  <a:pt x="734" y="134"/>
                </a:cubicBezTo>
                <a:cubicBezTo>
                  <a:pt x="743" y="134"/>
                  <a:pt x="750" y="132"/>
                  <a:pt x="755" y="128"/>
                </a:cubicBezTo>
                <a:cubicBezTo>
                  <a:pt x="755" y="106"/>
                  <a:pt x="755" y="106"/>
                  <a:pt x="755" y="106"/>
                </a:cubicBezTo>
                <a:cubicBezTo>
                  <a:pt x="752" y="108"/>
                  <a:pt x="747" y="110"/>
                  <a:pt x="742" y="110"/>
                </a:cubicBezTo>
                <a:cubicBezTo>
                  <a:pt x="736" y="110"/>
                  <a:pt x="733" y="107"/>
                  <a:pt x="733" y="100"/>
                </a:cubicBezTo>
                <a:cubicBezTo>
                  <a:pt x="733" y="59"/>
                  <a:pt x="733" y="59"/>
                  <a:pt x="733" y="59"/>
                </a:cubicBezTo>
                <a:cubicBezTo>
                  <a:pt x="756" y="59"/>
                  <a:pt x="756" y="59"/>
                  <a:pt x="756" y="59"/>
                </a:cubicBezTo>
                <a:cubicBezTo>
                  <a:pt x="756" y="36"/>
                  <a:pt x="756" y="36"/>
                  <a:pt x="756" y="36"/>
                </a:cubicBezTo>
                <a:cubicBezTo>
                  <a:pt x="733" y="36"/>
                  <a:pt x="733" y="36"/>
                  <a:pt x="733" y="36"/>
                </a:cubicBezTo>
                <a:lnTo>
                  <a:pt x="733" y="11"/>
                </a:lnTo>
                <a:close/>
                <a:moveTo>
                  <a:pt x="1999" y="132"/>
                </a:moveTo>
                <a:cubicBezTo>
                  <a:pt x="2027" y="132"/>
                  <a:pt x="2027" y="132"/>
                  <a:pt x="2027" y="132"/>
                </a:cubicBezTo>
                <a:cubicBezTo>
                  <a:pt x="2027" y="1"/>
                  <a:pt x="2027" y="1"/>
                  <a:pt x="2027" y="1"/>
                </a:cubicBezTo>
                <a:cubicBezTo>
                  <a:pt x="1999" y="1"/>
                  <a:pt x="1999" y="1"/>
                  <a:pt x="1999" y="1"/>
                </a:cubicBezTo>
                <a:lnTo>
                  <a:pt x="1999" y="132"/>
                </a:lnTo>
                <a:close/>
                <a:moveTo>
                  <a:pt x="807" y="34"/>
                </a:moveTo>
                <a:cubicBezTo>
                  <a:pt x="779" y="34"/>
                  <a:pt x="760" y="57"/>
                  <a:pt x="760" y="84"/>
                </a:cubicBezTo>
                <a:cubicBezTo>
                  <a:pt x="760" y="84"/>
                  <a:pt x="760" y="84"/>
                  <a:pt x="760" y="84"/>
                </a:cubicBezTo>
                <a:cubicBezTo>
                  <a:pt x="760" y="114"/>
                  <a:pt x="781" y="134"/>
                  <a:pt x="810" y="134"/>
                </a:cubicBezTo>
                <a:cubicBezTo>
                  <a:pt x="827" y="134"/>
                  <a:pt x="840" y="127"/>
                  <a:pt x="849" y="116"/>
                </a:cubicBezTo>
                <a:cubicBezTo>
                  <a:pt x="834" y="102"/>
                  <a:pt x="834" y="102"/>
                  <a:pt x="834" y="102"/>
                </a:cubicBezTo>
                <a:cubicBezTo>
                  <a:pt x="826" y="109"/>
                  <a:pt x="820" y="112"/>
                  <a:pt x="810" y="112"/>
                </a:cubicBezTo>
                <a:cubicBezTo>
                  <a:pt x="798" y="112"/>
                  <a:pt x="790" y="106"/>
                  <a:pt x="787" y="93"/>
                </a:cubicBezTo>
                <a:cubicBezTo>
                  <a:pt x="854" y="93"/>
                  <a:pt x="854" y="93"/>
                  <a:pt x="854" y="93"/>
                </a:cubicBezTo>
                <a:cubicBezTo>
                  <a:pt x="854" y="91"/>
                  <a:pt x="854" y="88"/>
                  <a:pt x="854" y="86"/>
                </a:cubicBezTo>
                <a:cubicBezTo>
                  <a:pt x="854" y="59"/>
                  <a:pt x="839" y="34"/>
                  <a:pt x="807" y="34"/>
                </a:cubicBezTo>
                <a:close/>
                <a:moveTo>
                  <a:pt x="787" y="76"/>
                </a:moveTo>
                <a:cubicBezTo>
                  <a:pt x="789" y="64"/>
                  <a:pt x="796" y="56"/>
                  <a:pt x="807" y="56"/>
                </a:cubicBezTo>
                <a:cubicBezTo>
                  <a:pt x="819" y="56"/>
                  <a:pt x="826" y="64"/>
                  <a:pt x="828" y="76"/>
                </a:cubicBezTo>
                <a:lnTo>
                  <a:pt x="787" y="76"/>
                </a:lnTo>
                <a:close/>
                <a:moveTo>
                  <a:pt x="220" y="34"/>
                </a:moveTo>
                <a:cubicBezTo>
                  <a:pt x="207" y="34"/>
                  <a:pt x="197" y="39"/>
                  <a:pt x="189" y="49"/>
                </a:cubicBezTo>
                <a:cubicBezTo>
                  <a:pt x="184" y="40"/>
                  <a:pt x="174" y="34"/>
                  <a:pt x="161" y="34"/>
                </a:cubicBezTo>
                <a:cubicBezTo>
                  <a:pt x="148" y="34"/>
                  <a:pt x="139" y="41"/>
                  <a:pt x="133" y="50"/>
                </a:cubicBezTo>
                <a:cubicBezTo>
                  <a:pt x="133" y="36"/>
                  <a:pt x="133" y="36"/>
                  <a:pt x="133" y="36"/>
                </a:cubicBezTo>
                <a:cubicBezTo>
                  <a:pt x="106" y="36"/>
                  <a:pt x="106" y="36"/>
                  <a:pt x="106" y="36"/>
                </a:cubicBezTo>
                <a:cubicBezTo>
                  <a:pt x="106" y="132"/>
                  <a:pt x="106" y="132"/>
                  <a:pt x="106" y="132"/>
                </a:cubicBezTo>
                <a:cubicBezTo>
                  <a:pt x="133" y="132"/>
                  <a:pt x="133" y="132"/>
                  <a:pt x="133" y="132"/>
                </a:cubicBezTo>
                <a:cubicBezTo>
                  <a:pt x="133" y="78"/>
                  <a:pt x="133" y="78"/>
                  <a:pt x="133" y="78"/>
                </a:cubicBezTo>
                <a:cubicBezTo>
                  <a:pt x="133" y="65"/>
                  <a:pt x="139" y="59"/>
                  <a:pt x="150" y="59"/>
                </a:cubicBezTo>
                <a:cubicBezTo>
                  <a:pt x="160" y="59"/>
                  <a:pt x="166" y="65"/>
                  <a:pt x="166" y="78"/>
                </a:cubicBezTo>
                <a:cubicBezTo>
                  <a:pt x="166" y="132"/>
                  <a:pt x="166" y="132"/>
                  <a:pt x="166" y="132"/>
                </a:cubicBezTo>
                <a:cubicBezTo>
                  <a:pt x="193" y="132"/>
                  <a:pt x="193" y="132"/>
                  <a:pt x="193" y="132"/>
                </a:cubicBezTo>
                <a:cubicBezTo>
                  <a:pt x="193" y="78"/>
                  <a:pt x="193" y="78"/>
                  <a:pt x="193" y="78"/>
                </a:cubicBezTo>
                <a:cubicBezTo>
                  <a:pt x="193" y="65"/>
                  <a:pt x="199" y="59"/>
                  <a:pt x="209" y="59"/>
                </a:cubicBezTo>
                <a:cubicBezTo>
                  <a:pt x="220" y="59"/>
                  <a:pt x="225" y="65"/>
                  <a:pt x="225" y="78"/>
                </a:cubicBezTo>
                <a:cubicBezTo>
                  <a:pt x="225" y="132"/>
                  <a:pt x="225" y="132"/>
                  <a:pt x="225" y="132"/>
                </a:cubicBezTo>
                <a:cubicBezTo>
                  <a:pt x="253" y="132"/>
                  <a:pt x="253" y="132"/>
                  <a:pt x="253" y="132"/>
                </a:cubicBezTo>
                <a:cubicBezTo>
                  <a:pt x="253" y="69"/>
                  <a:pt x="253" y="69"/>
                  <a:pt x="253" y="69"/>
                </a:cubicBezTo>
                <a:cubicBezTo>
                  <a:pt x="253" y="46"/>
                  <a:pt x="240" y="34"/>
                  <a:pt x="220" y="34"/>
                </a:cubicBezTo>
                <a:close/>
                <a:moveTo>
                  <a:pt x="59" y="57"/>
                </a:moveTo>
                <a:cubicBezTo>
                  <a:pt x="38" y="51"/>
                  <a:pt x="32" y="49"/>
                  <a:pt x="32" y="40"/>
                </a:cubicBezTo>
                <a:cubicBezTo>
                  <a:pt x="32" y="40"/>
                  <a:pt x="32" y="40"/>
                  <a:pt x="32" y="40"/>
                </a:cubicBezTo>
                <a:cubicBezTo>
                  <a:pt x="32" y="34"/>
                  <a:pt x="38" y="29"/>
                  <a:pt x="48" y="29"/>
                </a:cubicBezTo>
                <a:cubicBezTo>
                  <a:pt x="59" y="29"/>
                  <a:pt x="70" y="34"/>
                  <a:pt x="81" y="41"/>
                </a:cubicBezTo>
                <a:cubicBezTo>
                  <a:pt x="95" y="21"/>
                  <a:pt x="95" y="21"/>
                  <a:pt x="95" y="21"/>
                </a:cubicBezTo>
                <a:cubicBezTo>
                  <a:pt x="83" y="10"/>
                  <a:pt x="67" y="5"/>
                  <a:pt x="49" y="5"/>
                </a:cubicBezTo>
                <a:cubicBezTo>
                  <a:pt x="23" y="5"/>
                  <a:pt x="5" y="20"/>
                  <a:pt x="5" y="43"/>
                </a:cubicBezTo>
                <a:cubicBezTo>
                  <a:pt x="5" y="43"/>
                  <a:pt x="5" y="43"/>
                  <a:pt x="5" y="43"/>
                </a:cubicBezTo>
                <a:cubicBezTo>
                  <a:pt x="5" y="68"/>
                  <a:pt x="21" y="75"/>
                  <a:pt x="46" y="81"/>
                </a:cubicBezTo>
                <a:cubicBezTo>
                  <a:pt x="67" y="87"/>
                  <a:pt x="72" y="90"/>
                  <a:pt x="72" y="97"/>
                </a:cubicBezTo>
                <a:cubicBezTo>
                  <a:pt x="72" y="98"/>
                  <a:pt x="72" y="98"/>
                  <a:pt x="72" y="98"/>
                </a:cubicBezTo>
                <a:cubicBezTo>
                  <a:pt x="72" y="105"/>
                  <a:pt x="65" y="109"/>
                  <a:pt x="54" y="109"/>
                </a:cubicBezTo>
                <a:cubicBezTo>
                  <a:pt x="39" y="109"/>
                  <a:pt x="27" y="104"/>
                  <a:pt x="16" y="94"/>
                </a:cubicBezTo>
                <a:cubicBezTo>
                  <a:pt x="0" y="114"/>
                  <a:pt x="0" y="114"/>
                  <a:pt x="0" y="114"/>
                </a:cubicBezTo>
                <a:cubicBezTo>
                  <a:pt x="15" y="127"/>
                  <a:pt x="34" y="134"/>
                  <a:pt x="53" y="134"/>
                </a:cubicBezTo>
                <a:cubicBezTo>
                  <a:pt x="80" y="134"/>
                  <a:pt x="99" y="120"/>
                  <a:pt x="99" y="95"/>
                </a:cubicBezTo>
                <a:cubicBezTo>
                  <a:pt x="99" y="95"/>
                  <a:pt x="99" y="95"/>
                  <a:pt x="99" y="95"/>
                </a:cubicBezTo>
                <a:cubicBezTo>
                  <a:pt x="99" y="73"/>
                  <a:pt x="85" y="63"/>
                  <a:pt x="59" y="57"/>
                </a:cubicBezTo>
                <a:close/>
                <a:moveTo>
                  <a:pt x="304" y="35"/>
                </a:moveTo>
                <a:cubicBezTo>
                  <a:pt x="287" y="35"/>
                  <a:pt x="277" y="38"/>
                  <a:pt x="266" y="43"/>
                </a:cubicBezTo>
                <a:cubicBezTo>
                  <a:pt x="273" y="63"/>
                  <a:pt x="273" y="63"/>
                  <a:pt x="273" y="63"/>
                </a:cubicBezTo>
                <a:cubicBezTo>
                  <a:pt x="282" y="60"/>
                  <a:pt x="289" y="58"/>
                  <a:pt x="300" y="58"/>
                </a:cubicBezTo>
                <a:cubicBezTo>
                  <a:pt x="313" y="58"/>
                  <a:pt x="320" y="64"/>
                  <a:pt x="320" y="76"/>
                </a:cubicBezTo>
                <a:cubicBezTo>
                  <a:pt x="320" y="77"/>
                  <a:pt x="320" y="77"/>
                  <a:pt x="320" y="77"/>
                </a:cubicBezTo>
                <a:cubicBezTo>
                  <a:pt x="314" y="75"/>
                  <a:pt x="307" y="73"/>
                  <a:pt x="297" y="73"/>
                </a:cubicBezTo>
                <a:cubicBezTo>
                  <a:pt x="274" y="73"/>
                  <a:pt x="258" y="83"/>
                  <a:pt x="258" y="104"/>
                </a:cubicBezTo>
                <a:cubicBezTo>
                  <a:pt x="258" y="104"/>
                  <a:pt x="258" y="104"/>
                  <a:pt x="258" y="104"/>
                </a:cubicBezTo>
                <a:cubicBezTo>
                  <a:pt x="258" y="123"/>
                  <a:pt x="273" y="134"/>
                  <a:pt x="291" y="134"/>
                </a:cubicBezTo>
                <a:cubicBezTo>
                  <a:pt x="304" y="134"/>
                  <a:pt x="314" y="129"/>
                  <a:pt x="320" y="122"/>
                </a:cubicBezTo>
                <a:cubicBezTo>
                  <a:pt x="320" y="132"/>
                  <a:pt x="320" y="132"/>
                  <a:pt x="320" y="132"/>
                </a:cubicBezTo>
                <a:cubicBezTo>
                  <a:pt x="347" y="132"/>
                  <a:pt x="347" y="132"/>
                  <a:pt x="347" y="132"/>
                </a:cubicBezTo>
                <a:cubicBezTo>
                  <a:pt x="347" y="76"/>
                  <a:pt x="347" y="76"/>
                  <a:pt x="347" y="76"/>
                </a:cubicBezTo>
                <a:cubicBezTo>
                  <a:pt x="347" y="63"/>
                  <a:pt x="343" y="53"/>
                  <a:pt x="336" y="46"/>
                </a:cubicBezTo>
                <a:cubicBezTo>
                  <a:pt x="329" y="39"/>
                  <a:pt x="319" y="35"/>
                  <a:pt x="304" y="35"/>
                </a:cubicBezTo>
                <a:close/>
                <a:moveTo>
                  <a:pt x="321" y="98"/>
                </a:moveTo>
                <a:cubicBezTo>
                  <a:pt x="321" y="108"/>
                  <a:pt x="312" y="115"/>
                  <a:pt x="299" y="115"/>
                </a:cubicBezTo>
                <a:cubicBezTo>
                  <a:pt x="291" y="115"/>
                  <a:pt x="285" y="111"/>
                  <a:pt x="285" y="103"/>
                </a:cubicBezTo>
                <a:cubicBezTo>
                  <a:pt x="285" y="103"/>
                  <a:pt x="285" y="103"/>
                  <a:pt x="285" y="103"/>
                </a:cubicBezTo>
                <a:cubicBezTo>
                  <a:pt x="285" y="94"/>
                  <a:pt x="292" y="90"/>
                  <a:pt x="303" y="90"/>
                </a:cubicBezTo>
                <a:cubicBezTo>
                  <a:pt x="310" y="90"/>
                  <a:pt x="316" y="91"/>
                  <a:pt x="321" y="93"/>
                </a:cubicBezTo>
                <a:lnTo>
                  <a:pt x="321" y="98"/>
                </a:lnTo>
                <a:close/>
                <a:moveTo>
                  <a:pt x="457" y="11"/>
                </a:moveTo>
                <a:cubicBezTo>
                  <a:pt x="429" y="11"/>
                  <a:pt x="429" y="11"/>
                  <a:pt x="429" y="11"/>
                </a:cubicBezTo>
                <a:cubicBezTo>
                  <a:pt x="429" y="36"/>
                  <a:pt x="429" y="36"/>
                  <a:pt x="429" y="36"/>
                </a:cubicBezTo>
                <a:cubicBezTo>
                  <a:pt x="418" y="36"/>
                  <a:pt x="418" y="36"/>
                  <a:pt x="418" y="36"/>
                </a:cubicBezTo>
                <a:cubicBezTo>
                  <a:pt x="418" y="59"/>
                  <a:pt x="418" y="59"/>
                  <a:pt x="418" y="59"/>
                </a:cubicBezTo>
                <a:cubicBezTo>
                  <a:pt x="429" y="59"/>
                  <a:pt x="429" y="59"/>
                  <a:pt x="429" y="59"/>
                </a:cubicBezTo>
                <a:cubicBezTo>
                  <a:pt x="429" y="105"/>
                  <a:pt x="429" y="105"/>
                  <a:pt x="429" y="105"/>
                </a:cubicBezTo>
                <a:cubicBezTo>
                  <a:pt x="429" y="127"/>
                  <a:pt x="441" y="134"/>
                  <a:pt x="457" y="134"/>
                </a:cubicBezTo>
                <a:cubicBezTo>
                  <a:pt x="466" y="134"/>
                  <a:pt x="473" y="132"/>
                  <a:pt x="479" y="128"/>
                </a:cubicBezTo>
                <a:cubicBezTo>
                  <a:pt x="479" y="106"/>
                  <a:pt x="479" y="106"/>
                  <a:pt x="479" y="106"/>
                </a:cubicBezTo>
                <a:cubicBezTo>
                  <a:pt x="475" y="108"/>
                  <a:pt x="470" y="110"/>
                  <a:pt x="465" y="110"/>
                </a:cubicBezTo>
                <a:cubicBezTo>
                  <a:pt x="459" y="110"/>
                  <a:pt x="457" y="107"/>
                  <a:pt x="457" y="100"/>
                </a:cubicBezTo>
                <a:cubicBezTo>
                  <a:pt x="457" y="59"/>
                  <a:pt x="457" y="59"/>
                  <a:pt x="457" y="59"/>
                </a:cubicBezTo>
                <a:cubicBezTo>
                  <a:pt x="479" y="59"/>
                  <a:pt x="479" y="59"/>
                  <a:pt x="479" y="59"/>
                </a:cubicBezTo>
                <a:cubicBezTo>
                  <a:pt x="479" y="36"/>
                  <a:pt x="479" y="36"/>
                  <a:pt x="479" y="36"/>
                </a:cubicBezTo>
                <a:cubicBezTo>
                  <a:pt x="457" y="36"/>
                  <a:pt x="457" y="36"/>
                  <a:pt x="457" y="36"/>
                </a:cubicBezTo>
                <a:lnTo>
                  <a:pt x="457" y="11"/>
                </a:lnTo>
                <a:close/>
                <a:moveTo>
                  <a:pt x="382" y="55"/>
                </a:moveTo>
                <a:cubicBezTo>
                  <a:pt x="382" y="36"/>
                  <a:pt x="382" y="36"/>
                  <a:pt x="382" y="36"/>
                </a:cubicBezTo>
                <a:cubicBezTo>
                  <a:pt x="354" y="36"/>
                  <a:pt x="354" y="36"/>
                  <a:pt x="354" y="36"/>
                </a:cubicBezTo>
                <a:cubicBezTo>
                  <a:pt x="354" y="132"/>
                  <a:pt x="354" y="132"/>
                  <a:pt x="354" y="132"/>
                </a:cubicBezTo>
                <a:cubicBezTo>
                  <a:pt x="382" y="132"/>
                  <a:pt x="382" y="132"/>
                  <a:pt x="382" y="132"/>
                </a:cubicBezTo>
                <a:cubicBezTo>
                  <a:pt x="382" y="97"/>
                  <a:pt x="382" y="97"/>
                  <a:pt x="382" y="97"/>
                </a:cubicBezTo>
                <a:cubicBezTo>
                  <a:pt x="382" y="74"/>
                  <a:pt x="393" y="63"/>
                  <a:pt x="411" y="63"/>
                </a:cubicBezTo>
                <a:cubicBezTo>
                  <a:pt x="412" y="63"/>
                  <a:pt x="412" y="63"/>
                  <a:pt x="412" y="63"/>
                </a:cubicBezTo>
                <a:cubicBezTo>
                  <a:pt x="412" y="34"/>
                  <a:pt x="412" y="34"/>
                  <a:pt x="412" y="34"/>
                </a:cubicBezTo>
                <a:cubicBezTo>
                  <a:pt x="396" y="33"/>
                  <a:pt x="387" y="42"/>
                  <a:pt x="382" y="55"/>
                </a:cubicBezTo>
                <a:close/>
                <a:moveTo>
                  <a:pt x="1335" y="34"/>
                </a:moveTo>
                <a:cubicBezTo>
                  <a:pt x="1305" y="34"/>
                  <a:pt x="1283" y="56"/>
                  <a:pt x="1283" y="84"/>
                </a:cubicBezTo>
                <a:cubicBezTo>
                  <a:pt x="1283" y="84"/>
                  <a:pt x="1283" y="84"/>
                  <a:pt x="1283" y="84"/>
                </a:cubicBezTo>
                <a:cubicBezTo>
                  <a:pt x="1283" y="112"/>
                  <a:pt x="1305" y="134"/>
                  <a:pt x="1335" y="134"/>
                </a:cubicBezTo>
                <a:cubicBezTo>
                  <a:pt x="1365" y="134"/>
                  <a:pt x="1387" y="112"/>
                  <a:pt x="1387" y="84"/>
                </a:cubicBezTo>
                <a:cubicBezTo>
                  <a:pt x="1387" y="84"/>
                  <a:pt x="1387" y="84"/>
                  <a:pt x="1387" y="84"/>
                </a:cubicBezTo>
                <a:cubicBezTo>
                  <a:pt x="1387" y="56"/>
                  <a:pt x="1365" y="34"/>
                  <a:pt x="1335" y="34"/>
                </a:cubicBezTo>
                <a:close/>
                <a:moveTo>
                  <a:pt x="1360" y="84"/>
                </a:moveTo>
                <a:cubicBezTo>
                  <a:pt x="1360" y="99"/>
                  <a:pt x="1351" y="111"/>
                  <a:pt x="1335" y="111"/>
                </a:cubicBezTo>
                <a:cubicBezTo>
                  <a:pt x="1320" y="111"/>
                  <a:pt x="1310" y="98"/>
                  <a:pt x="1310" y="84"/>
                </a:cubicBezTo>
                <a:cubicBezTo>
                  <a:pt x="1310" y="84"/>
                  <a:pt x="1310" y="84"/>
                  <a:pt x="1310" y="84"/>
                </a:cubicBezTo>
                <a:cubicBezTo>
                  <a:pt x="1310" y="70"/>
                  <a:pt x="1319" y="58"/>
                  <a:pt x="1335" y="58"/>
                </a:cubicBezTo>
                <a:cubicBezTo>
                  <a:pt x="1350" y="58"/>
                  <a:pt x="1360" y="70"/>
                  <a:pt x="1360" y="84"/>
                </a:cubicBezTo>
                <a:close/>
                <a:moveTo>
                  <a:pt x="1834" y="55"/>
                </a:moveTo>
                <a:cubicBezTo>
                  <a:pt x="1834" y="36"/>
                  <a:pt x="1834" y="36"/>
                  <a:pt x="1834" y="36"/>
                </a:cubicBezTo>
                <a:cubicBezTo>
                  <a:pt x="1807" y="36"/>
                  <a:pt x="1807" y="36"/>
                  <a:pt x="1807" y="36"/>
                </a:cubicBezTo>
                <a:cubicBezTo>
                  <a:pt x="1807" y="132"/>
                  <a:pt x="1807" y="132"/>
                  <a:pt x="1807" y="132"/>
                </a:cubicBezTo>
                <a:cubicBezTo>
                  <a:pt x="1834" y="132"/>
                  <a:pt x="1834" y="132"/>
                  <a:pt x="1834" y="132"/>
                </a:cubicBezTo>
                <a:cubicBezTo>
                  <a:pt x="1834" y="97"/>
                  <a:pt x="1834" y="97"/>
                  <a:pt x="1834" y="97"/>
                </a:cubicBezTo>
                <a:cubicBezTo>
                  <a:pt x="1834" y="74"/>
                  <a:pt x="1845" y="63"/>
                  <a:pt x="1863" y="63"/>
                </a:cubicBezTo>
                <a:cubicBezTo>
                  <a:pt x="1865" y="63"/>
                  <a:pt x="1865" y="63"/>
                  <a:pt x="1865" y="63"/>
                </a:cubicBezTo>
                <a:cubicBezTo>
                  <a:pt x="1865" y="34"/>
                  <a:pt x="1865" y="34"/>
                  <a:pt x="1865" y="34"/>
                </a:cubicBezTo>
                <a:cubicBezTo>
                  <a:pt x="1848" y="33"/>
                  <a:pt x="1839" y="42"/>
                  <a:pt x="1834" y="55"/>
                </a:cubicBezTo>
                <a:close/>
                <a:moveTo>
                  <a:pt x="1748" y="34"/>
                </a:moveTo>
                <a:cubicBezTo>
                  <a:pt x="1718" y="34"/>
                  <a:pt x="1696" y="56"/>
                  <a:pt x="1696" y="84"/>
                </a:cubicBezTo>
                <a:cubicBezTo>
                  <a:pt x="1696" y="84"/>
                  <a:pt x="1696" y="84"/>
                  <a:pt x="1696" y="84"/>
                </a:cubicBezTo>
                <a:cubicBezTo>
                  <a:pt x="1696" y="112"/>
                  <a:pt x="1718" y="134"/>
                  <a:pt x="1748" y="134"/>
                </a:cubicBezTo>
                <a:cubicBezTo>
                  <a:pt x="1778" y="134"/>
                  <a:pt x="1800" y="112"/>
                  <a:pt x="1800" y="84"/>
                </a:cubicBezTo>
                <a:cubicBezTo>
                  <a:pt x="1800" y="84"/>
                  <a:pt x="1800" y="84"/>
                  <a:pt x="1800" y="84"/>
                </a:cubicBezTo>
                <a:cubicBezTo>
                  <a:pt x="1800" y="56"/>
                  <a:pt x="1778" y="34"/>
                  <a:pt x="1748" y="34"/>
                </a:cubicBezTo>
                <a:close/>
                <a:moveTo>
                  <a:pt x="1773" y="84"/>
                </a:moveTo>
                <a:cubicBezTo>
                  <a:pt x="1773" y="99"/>
                  <a:pt x="1764" y="111"/>
                  <a:pt x="1748" y="111"/>
                </a:cubicBezTo>
                <a:cubicBezTo>
                  <a:pt x="1733" y="111"/>
                  <a:pt x="1723" y="98"/>
                  <a:pt x="1723" y="84"/>
                </a:cubicBezTo>
                <a:cubicBezTo>
                  <a:pt x="1723" y="84"/>
                  <a:pt x="1723" y="84"/>
                  <a:pt x="1723" y="84"/>
                </a:cubicBezTo>
                <a:cubicBezTo>
                  <a:pt x="1723" y="70"/>
                  <a:pt x="1732" y="58"/>
                  <a:pt x="1748" y="58"/>
                </a:cubicBezTo>
                <a:cubicBezTo>
                  <a:pt x="1763" y="58"/>
                  <a:pt x="1773" y="70"/>
                  <a:pt x="1773" y="84"/>
                </a:cubicBezTo>
                <a:close/>
                <a:moveTo>
                  <a:pt x="1465" y="48"/>
                </a:moveTo>
                <a:cubicBezTo>
                  <a:pt x="1458" y="40"/>
                  <a:pt x="1449" y="34"/>
                  <a:pt x="1434" y="34"/>
                </a:cubicBezTo>
                <a:cubicBezTo>
                  <a:pt x="1412" y="34"/>
                  <a:pt x="1391" y="50"/>
                  <a:pt x="1391" y="79"/>
                </a:cubicBezTo>
                <a:cubicBezTo>
                  <a:pt x="1391" y="79"/>
                  <a:pt x="1391" y="79"/>
                  <a:pt x="1391" y="79"/>
                </a:cubicBezTo>
                <a:cubicBezTo>
                  <a:pt x="1391" y="108"/>
                  <a:pt x="1412" y="124"/>
                  <a:pt x="1434" y="124"/>
                </a:cubicBezTo>
                <a:cubicBezTo>
                  <a:pt x="1448" y="124"/>
                  <a:pt x="1457" y="118"/>
                  <a:pt x="1465" y="109"/>
                </a:cubicBezTo>
                <a:cubicBezTo>
                  <a:pt x="1465" y="113"/>
                  <a:pt x="1465" y="113"/>
                  <a:pt x="1465" y="113"/>
                </a:cubicBezTo>
                <a:cubicBezTo>
                  <a:pt x="1465" y="130"/>
                  <a:pt x="1457" y="139"/>
                  <a:pt x="1438" y="139"/>
                </a:cubicBezTo>
                <a:cubicBezTo>
                  <a:pt x="1425" y="139"/>
                  <a:pt x="1415" y="136"/>
                  <a:pt x="1405" y="131"/>
                </a:cubicBezTo>
                <a:cubicBezTo>
                  <a:pt x="1396" y="151"/>
                  <a:pt x="1396" y="151"/>
                  <a:pt x="1396" y="151"/>
                </a:cubicBezTo>
                <a:cubicBezTo>
                  <a:pt x="1408" y="158"/>
                  <a:pt x="1423" y="161"/>
                  <a:pt x="1439" y="161"/>
                </a:cubicBezTo>
                <a:cubicBezTo>
                  <a:pt x="1457" y="161"/>
                  <a:pt x="1471" y="157"/>
                  <a:pt x="1480" y="148"/>
                </a:cubicBezTo>
                <a:cubicBezTo>
                  <a:pt x="1488" y="140"/>
                  <a:pt x="1492" y="128"/>
                  <a:pt x="1492" y="110"/>
                </a:cubicBezTo>
                <a:cubicBezTo>
                  <a:pt x="1492" y="36"/>
                  <a:pt x="1492" y="36"/>
                  <a:pt x="1492" y="36"/>
                </a:cubicBezTo>
                <a:cubicBezTo>
                  <a:pt x="1465" y="36"/>
                  <a:pt x="1465" y="36"/>
                  <a:pt x="1465" y="36"/>
                </a:cubicBezTo>
                <a:lnTo>
                  <a:pt x="1465" y="48"/>
                </a:lnTo>
                <a:close/>
                <a:moveTo>
                  <a:pt x="1465" y="79"/>
                </a:moveTo>
                <a:cubicBezTo>
                  <a:pt x="1465" y="92"/>
                  <a:pt x="1455" y="102"/>
                  <a:pt x="1442" y="102"/>
                </a:cubicBezTo>
                <a:cubicBezTo>
                  <a:pt x="1429" y="102"/>
                  <a:pt x="1419" y="93"/>
                  <a:pt x="1419" y="79"/>
                </a:cubicBezTo>
                <a:cubicBezTo>
                  <a:pt x="1419" y="79"/>
                  <a:pt x="1419" y="79"/>
                  <a:pt x="1419" y="79"/>
                </a:cubicBezTo>
                <a:cubicBezTo>
                  <a:pt x="1419" y="66"/>
                  <a:pt x="1429" y="57"/>
                  <a:pt x="1442" y="57"/>
                </a:cubicBezTo>
                <a:cubicBezTo>
                  <a:pt x="1455" y="57"/>
                  <a:pt x="1465" y="66"/>
                  <a:pt x="1465" y="79"/>
                </a:cubicBezTo>
                <a:close/>
                <a:moveTo>
                  <a:pt x="1697" y="37"/>
                </a:moveTo>
                <a:cubicBezTo>
                  <a:pt x="1675" y="37"/>
                  <a:pt x="1675" y="37"/>
                  <a:pt x="1675" y="37"/>
                </a:cubicBezTo>
                <a:cubicBezTo>
                  <a:pt x="1675" y="33"/>
                  <a:pt x="1675" y="33"/>
                  <a:pt x="1675" y="33"/>
                </a:cubicBezTo>
                <a:cubicBezTo>
                  <a:pt x="1675" y="26"/>
                  <a:pt x="1678" y="23"/>
                  <a:pt x="1684" y="23"/>
                </a:cubicBezTo>
                <a:cubicBezTo>
                  <a:pt x="1689" y="23"/>
                  <a:pt x="1693" y="24"/>
                  <a:pt x="1697" y="25"/>
                </a:cubicBezTo>
                <a:cubicBezTo>
                  <a:pt x="1697" y="2"/>
                  <a:pt x="1697" y="2"/>
                  <a:pt x="1697" y="2"/>
                </a:cubicBezTo>
                <a:cubicBezTo>
                  <a:pt x="1692" y="1"/>
                  <a:pt x="1686" y="0"/>
                  <a:pt x="1677" y="0"/>
                </a:cubicBezTo>
                <a:cubicBezTo>
                  <a:pt x="1668" y="0"/>
                  <a:pt x="1660" y="2"/>
                  <a:pt x="1655" y="7"/>
                </a:cubicBezTo>
                <a:cubicBezTo>
                  <a:pt x="1650" y="12"/>
                  <a:pt x="1648" y="20"/>
                  <a:pt x="1648" y="31"/>
                </a:cubicBezTo>
                <a:cubicBezTo>
                  <a:pt x="1648" y="37"/>
                  <a:pt x="1648" y="37"/>
                  <a:pt x="1648" y="37"/>
                </a:cubicBezTo>
                <a:cubicBezTo>
                  <a:pt x="1636" y="37"/>
                  <a:pt x="1636" y="37"/>
                  <a:pt x="1636" y="37"/>
                </a:cubicBezTo>
                <a:cubicBezTo>
                  <a:pt x="1636" y="59"/>
                  <a:pt x="1636" y="59"/>
                  <a:pt x="1636" y="59"/>
                </a:cubicBezTo>
                <a:cubicBezTo>
                  <a:pt x="1648" y="59"/>
                  <a:pt x="1648" y="59"/>
                  <a:pt x="1648" y="59"/>
                </a:cubicBezTo>
                <a:cubicBezTo>
                  <a:pt x="1648" y="132"/>
                  <a:pt x="1648" y="132"/>
                  <a:pt x="1648" y="132"/>
                </a:cubicBezTo>
                <a:cubicBezTo>
                  <a:pt x="1675" y="132"/>
                  <a:pt x="1675" y="132"/>
                  <a:pt x="1675" y="132"/>
                </a:cubicBezTo>
                <a:cubicBezTo>
                  <a:pt x="1675" y="59"/>
                  <a:pt x="1675" y="59"/>
                  <a:pt x="1675" y="59"/>
                </a:cubicBezTo>
                <a:cubicBezTo>
                  <a:pt x="1697" y="59"/>
                  <a:pt x="1697" y="59"/>
                  <a:pt x="1697" y="59"/>
                </a:cubicBezTo>
                <a:lnTo>
                  <a:pt x="1697" y="37"/>
                </a:lnTo>
                <a:close/>
                <a:moveTo>
                  <a:pt x="1548" y="101"/>
                </a:moveTo>
                <a:cubicBezTo>
                  <a:pt x="1526" y="36"/>
                  <a:pt x="1526" y="36"/>
                  <a:pt x="1526" y="36"/>
                </a:cubicBezTo>
                <a:cubicBezTo>
                  <a:pt x="1497" y="36"/>
                  <a:pt x="1497" y="36"/>
                  <a:pt x="1497" y="36"/>
                </a:cubicBezTo>
                <a:cubicBezTo>
                  <a:pt x="1535" y="132"/>
                  <a:pt x="1535" y="132"/>
                  <a:pt x="1535" y="132"/>
                </a:cubicBezTo>
                <a:cubicBezTo>
                  <a:pt x="1532" y="137"/>
                  <a:pt x="1530" y="139"/>
                  <a:pt x="1525" y="139"/>
                </a:cubicBezTo>
                <a:cubicBezTo>
                  <a:pt x="1521" y="139"/>
                  <a:pt x="1517" y="137"/>
                  <a:pt x="1513" y="135"/>
                </a:cubicBezTo>
                <a:cubicBezTo>
                  <a:pt x="1504" y="155"/>
                  <a:pt x="1504" y="155"/>
                  <a:pt x="1504" y="155"/>
                </a:cubicBezTo>
                <a:cubicBezTo>
                  <a:pt x="1511" y="159"/>
                  <a:pt x="1519" y="161"/>
                  <a:pt x="1528" y="161"/>
                </a:cubicBezTo>
                <a:cubicBezTo>
                  <a:pt x="1545" y="161"/>
                  <a:pt x="1553" y="154"/>
                  <a:pt x="1560" y="134"/>
                </a:cubicBezTo>
                <a:cubicBezTo>
                  <a:pt x="1597" y="36"/>
                  <a:pt x="1597" y="36"/>
                  <a:pt x="1597" y="36"/>
                </a:cubicBezTo>
                <a:cubicBezTo>
                  <a:pt x="1569" y="36"/>
                  <a:pt x="1569" y="36"/>
                  <a:pt x="1569" y="36"/>
                </a:cubicBezTo>
                <a:lnTo>
                  <a:pt x="1548" y="101"/>
                </a:lnTo>
                <a:close/>
                <a:moveTo>
                  <a:pt x="1008" y="34"/>
                </a:moveTo>
                <a:cubicBezTo>
                  <a:pt x="994" y="34"/>
                  <a:pt x="986" y="41"/>
                  <a:pt x="980" y="49"/>
                </a:cubicBezTo>
                <a:cubicBezTo>
                  <a:pt x="980" y="1"/>
                  <a:pt x="980" y="1"/>
                  <a:pt x="980" y="1"/>
                </a:cubicBezTo>
                <a:cubicBezTo>
                  <a:pt x="952" y="1"/>
                  <a:pt x="952" y="1"/>
                  <a:pt x="952" y="1"/>
                </a:cubicBezTo>
                <a:cubicBezTo>
                  <a:pt x="952" y="132"/>
                  <a:pt x="952" y="132"/>
                  <a:pt x="952" y="132"/>
                </a:cubicBezTo>
                <a:cubicBezTo>
                  <a:pt x="980" y="132"/>
                  <a:pt x="980" y="132"/>
                  <a:pt x="980" y="132"/>
                </a:cubicBezTo>
                <a:cubicBezTo>
                  <a:pt x="980" y="78"/>
                  <a:pt x="980" y="78"/>
                  <a:pt x="980" y="78"/>
                </a:cubicBezTo>
                <a:cubicBezTo>
                  <a:pt x="980" y="65"/>
                  <a:pt x="986" y="59"/>
                  <a:pt x="997" y="59"/>
                </a:cubicBezTo>
                <a:cubicBezTo>
                  <a:pt x="1007" y="59"/>
                  <a:pt x="1013" y="65"/>
                  <a:pt x="1013" y="78"/>
                </a:cubicBezTo>
                <a:cubicBezTo>
                  <a:pt x="1013" y="132"/>
                  <a:pt x="1013" y="132"/>
                  <a:pt x="1013" y="132"/>
                </a:cubicBezTo>
                <a:cubicBezTo>
                  <a:pt x="1040" y="132"/>
                  <a:pt x="1040" y="132"/>
                  <a:pt x="1040" y="132"/>
                </a:cubicBezTo>
                <a:cubicBezTo>
                  <a:pt x="1040" y="70"/>
                  <a:pt x="1040" y="70"/>
                  <a:pt x="1040" y="70"/>
                </a:cubicBezTo>
                <a:cubicBezTo>
                  <a:pt x="1040" y="48"/>
                  <a:pt x="1028" y="34"/>
                  <a:pt x="1008" y="34"/>
                </a:cubicBezTo>
                <a:close/>
                <a:moveTo>
                  <a:pt x="1250" y="132"/>
                </a:moveTo>
                <a:cubicBezTo>
                  <a:pt x="1278" y="132"/>
                  <a:pt x="1278" y="132"/>
                  <a:pt x="1278" y="132"/>
                </a:cubicBezTo>
                <a:cubicBezTo>
                  <a:pt x="1278" y="1"/>
                  <a:pt x="1278" y="1"/>
                  <a:pt x="1278" y="1"/>
                </a:cubicBezTo>
                <a:cubicBezTo>
                  <a:pt x="1250" y="1"/>
                  <a:pt x="1250" y="1"/>
                  <a:pt x="1250" y="1"/>
                </a:cubicBezTo>
                <a:lnTo>
                  <a:pt x="1250" y="132"/>
                </a:lnTo>
                <a:close/>
                <a:moveTo>
                  <a:pt x="1103" y="34"/>
                </a:moveTo>
                <a:cubicBezTo>
                  <a:pt x="1089" y="34"/>
                  <a:pt x="1081" y="41"/>
                  <a:pt x="1075" y="49"/>
                </a:cubicBezTo>
                <a:cubicBezTo>
                  <a:pt x="1075" y="36"/>
                  <a:pt x="1075" y="36"/>
                  <a:pt x="1075" y="36"/>
                </a:cubicBezTo>
                <a:cubicBezTo>
                  <a:pt x="1047" y="36"/>
                  <a:pt x="1047" y="36"/>
                  <a:pt x="1047" y="36"/>
                </a:cubicBezTo>
                <a:cubicBezTo>
                  <a:pt x="1047" y="132"/>
                  <a:pt x="1047" y="132"/>
                  <a:pt x="1047" y="132"/>
                </a:cubicBezTo>
                <a:cubicBezTo>
                  <a:pt x="1075" y="132"/>
                  <a:pt x="1075" y="132"/>
                  <a:pt x="1075" y="132"/>
                </a:cubicBezTo>
                <a:cubicBezTo>
                  <a:pt x="1075" y="78"/>
                  <a:pt x="1075" y="78"/>
                  <a:pt x="1075" y="78"/>
                </a:cubicBezTo>
                <a:cubicBezTo>
                  <a:pt x="1075" y="65"/>
                  <a:pt x="1081" y="59"/>
                  <a:pt x="1092" y="59"/>
                </a:cubicBezTo>
                <a:cubicBezTo>
                  <a:pt x="1102" y="59"/>
                  <a:pt x="1108" y="65"/>
                  <a:pt x="1108" y="78"/>
                </a:cubicBezTo>
                <a:cubicBezTo>
                  <a:pt x="1108" y="132"/>
                  <a:pt x="1108" y="132"/>
                  <a:pt x="1108" y="132"/>
                </a:cubicBezTo>
                <a:cubicBezTo>
                  <a:pt x="1135" y="132"/>
                  <a:pt x="1135" y="132"/>
                  <a:pt x="1135" y="132"/>
                </a:cubicBezTo>
                <a:cubicBezTo>
                  <a:pt x="1135" y="70"/>
                  <a:pt x="1135" y="70"/>
                  <a:pt x="1135" y="70"/>
                </a:cubicBezTo>
                <a:cubicBezTo>
                  <a:pt x="1135" y="48"/>
                  <a:pt x="1123" y="34"/>
                  <a:pt x="1103" y="34"/>
                </a:cubicBezTo>
                <a:close/>
                <a:moveTo>
                  <a:pt x="910" y="111"/>
                </a:moveTo>
                <a:cubicBezTo>
                  <a:pt x="895" y="111"/>
                  <a:pt x="885" y="99"/>
                  <a:pt x="885" y="84"/>
                </a:cubicBezTo>
                <a:cubicBezTo>
                  <a:pt x="885" y="84"/>
                  <a:pt x="885" y="84"/>
                  <a:pt x="885" y="84"/>
                </a:cubicBezTo>
                <a:cubicBezTo>
                  <a:pt x="885" y="70"/>
                  <a:pt x="895" y="58"/>
                  <a:pt x="909" y="58"/>
                </a:cubicBezTo>
                <a:cubicBezTo>
                  <a:pt x="918" y="58"/>
                  <a:pt x="925" y="62"/>
                  <a:pt x="931" y="68"/>
                </a:cubicBezTo>
                <a:cubicBezTo>
                  <a:pt x="947" y="50"/>
                  <a:pt x="947" y="50"/>
                  <a:pt x="947" y="50"/>
                </a:cubicBezTo>
                <a:cubicBezTo>
                  <a:pt x="938" y="40"/>
                  <a:pt x="927" y="34"/>
                  <a:pt x="909" y="34"/>
                </a:cubicBezTo>
                <a:cubicBezTo>
                  <a:pt x="880" y="34"/>
                  <a:pt x="859" y="57"/>
                  <a:pt x="859" y="84"/>
                </a:cubicBezTo>
                <a:cubicBezTo>
                  <a:pt x="859" y="84"/>
                  <a:pt x="859" y="84"/>
                  <a:pt x="859" y="84"/>
                </a:cubicBezTo>
                <a:cubicBezTo>
                  <a:pt x="859" y="112"/>
                  <a:pt x="880" y="134"/>
                  <a:pt x="909" y="134"/>
                </a:cubicBezTo>
                <a:cubicBezTo>
                  <a:pt x="928" y="134"/>
                  <a:pt x="939" y="127"/>
                  <a:pt x="948" y="117"/>
                </a:cubicBezTo>
                <a:cubicBezTo>
                  <a:pt x="932" y="100"/>
                  <a:pt x="932" y="100"/>
                  <a:pt x="932" y="100"/>
                </a:cubicBezTo>
                <a:cubicBezTo>
                  <a:pt x="925" y="107"/>
                  <a:pt x="919" y="111"/>
                  <a:pt x="910" y="111"/>
                </a:cubicBezTo>
                <a:close/>
                <a:moveTo>
                  <a:pt x="1945" y="35"/>
                </a:moveTo>
                <a:cubicBezTo>
                  <a:pt x="1929" y="35"/>
                  <a:pt x="1918" y="38"/>
                  <a:pt x="1908" y="42"/>
                </a:cubicBezTo>
                <a:cubicBezTo>
                  <a:pt x="1915" y="63"/>
                  <a:pt x="1915" y="63"/>
                  <a:pt x="1915" y="63"/>
                </a:cubicBezTo>
                <a:cubicBezTo>
                  <a:pt x="1923" y="60"/>
                  <a:pt x="1931" y="58"/>
                  <a:pt x="1941" y="58"/>
                </a:cubicBezTo>
                <a:cubicBezTo>
                  <a:pt x="1955" y="58"/>
                  <a:pt x="1962" y="64"/>
                  <a:pt x="1962" y="76"/>
                </a:cubicBezTo>
                <a:cubicBezTo>
                  <a:pt x="1962" y="77"/>
                  <a:pt x="1962" y="77"/>
                  <a:pt x="1962" y="77"/>
                </a:cubicBezTo>
                <a:cubicBezTo>
                  <a:pt x="1955" y="75"/>
                  <a:pt x="1948" y="73"/>
                  <a:pt x="1938" y="73"/>
                </a:cubicBezTo>
                <a:cubicBezTo>
                  <a:pt x="1915" y="73"/>
                  <a:pt x="1899" y="83"/>
                  <a:pt x="1899" y="104"/>
                </a:cubicBezTo>
                <a:cubicBezTo>
                  <a:pt x="1899" y="104"/>
                  <a:pt x="1899" y="104"/>
                  <a:pt x="1899" y="104"/>
                </a:cubicBezTo>
                <a:cubicBezTo>
                  <a:pt x="1899" y="123"/>
                  <a:pt x="1914" y="134"/>
                  <a:pt x="1932" y="134"/>
                </a:cubicBezTo>
                <a:cubicBezTo>
                  <a:pt x="1946" y="134"/>
                  <a:pt x="1955" y="129"/>
                  <a:pt x="1962" y="122"/>
                </a:cubicBezTo>
                <a:cubicBezTo>
                  <a:pt x="1962" y="132"/>
                  <a:pt x="1962" y="132"/>
                  <a:pt x="1962" y="132"/>
                </a:cubicBezTo>
                <a:cubicBezTo>
                  <a:pt x="1988" y="132"/>
                  <a:pt x="1988" y="132"/>
                  <a:pt x="1988" y="132"/>
                </a:cubicBezTo>
                <a:cubicBezTo>
                  <a:pt x="1988" y="76"/>
                  <a:pt x="1988" y="76"/>
                  <a:pt x="1988" y="76"/>
                </a:cubicBezTo>
                <a:cubicBezTo>
                  <a:pt x="1988" y="63"/>
                  <a:pt x="1985" y="53"/>
                  <a:pt x="1978" y="46"/>
                </a:cubicBezTo>
                <a:cubicBezTo>
                  <a:pt x="1971" y="39"/>
                  <a:pt x="1960" y="35"/>
                  <a:pt x="1945" y="35"/>
                </a:cubicBezTo>
                <a:close/>
                <a:moveTo>
                  <a:pt x="1962" y="98"/>
                </a:moveTo>
                <a:cubicBezTo>
                  <a:pt x="1962" y="108"/>
                  <a:pt x="1953" y="115"/>
                  <a:pt x="1941" y="115"/>
                </a:cubicBezTo>
                <a:cubicBezTo>
                  <a:pt x="1932" y="115"/>
                  <a:pt x="1926" y="111"/>
                  <a:pt x="1926" y="103"/>
                </a:cubicBezTo>
                <a:cubicBezTo>
                  <a:pt x="1926" y="103"/>
                  <a:pt x="1926" y="103"/>
                  <a:pt x="1926" y="103"/>
                </a:cubicBezTo>
                <a:cubicBezTo>
                  <a:pt x="1926" y="94"/>
                  <a:pt x="1933" y="90"/>
                  <a:pt x="1945" y="90"/>
                </a:cubicBezTo>
                <a:cubicBezTo>
                  <a:pt x="1951" y="90"/>
                  <a:pt x="1957" y="91"/>
                  <a:pt x="1962" y="93"/>
                </a:cubicBezTo>
                <a:lnTo>
                  <a:pt x="1962" y="98"/>
                </a:lnTo>
                <a:close/>
                <a:moveTo>
                  <a:pt x="1193" y="34"/>
                </a:moveTo>
                <a:cubicBezTo>
                  <a:pt x="1163" y="34"/>
                  <a:pt x="1141" y="56"/>
                  <a:pt x="1141" y="84"/>
                </a:cubicBezTo>
                <a:cubicBezTo>
                  <a:pt x="1141" y="84"/>
                  <a:pt x="1141" y="84"/>
                  <a:pt x="1141" y="84"/>
                </a:cubicBezTo>
                <a:cubicBezTo>
                  <a:pt x="1141" y="112"/>
                  <a:pt x="1163" y="134"/>
                  <a:pt x="1193" y="134"/>
                </a:cubicBezTo>
                <a:cubicBezTo>
                  <a:pt x="1223" y="134"/>
                  <a:pt x="1245" y="112"/>
                  <a:pt x="1245" y="84"/>
                </a:cubicBezTo>
                <a:cubicBezTo>
                  <a:pt x="1245" y="84"/>
                  <a:pt x="1245" y="84"/>
                  <a:pt x="1245" y="84"/>
                </a:cubicBezTo>
                <a:cubicBezTo>
                  <a:pt x="1245" y="56"/>
                  <a:pt x="1223" y="34"/>
                  <a:pt x="1193" y="34"/>
                </a:cubicBezTo>
                <a:close/>
                <a:moveTo>
                  <a:pt x="1218" y="84"/>
                </a:moveTo>
                <a:cubicBezTo>
                  <a:pt x="1218" y="99"/>
                  <a:pt x="1209" y="111"/>
                  <a:pt x="1193" y="111"/>
                </a:cubicBezTo>
                <a:cubicBezTo>
                  <a:pt x="1178" y="111"/>
                  <a:pt x="1168" y="98"/>
                  <a:pt x="1168" y="84"/>
                </a:cubicBezTo>
                <a:cubicBezTo>
                  <a:pt x="1168" y="84"/>
                  <a:pt x="1168" y="84"/>
                  <a:pt x="1168" y="84"/>
                </a:cubicBezTo>
                <a:cubicBezTo>
                  <a:pt x="1168" y="70"/>
                  <a:pt x="1177" y="58"/>
                  <a:pt x="1193" y="58"/>
                </a:cubicBezTo>
                <a:cubicBezTo>
                  <a:pt x="1208" y="58"/>
                  <a:pt x="1218" y="70"/>
                  <a:pt x="1218" y="8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312713179"/>
      </p:ext>
    </p:extLst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_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ackground pattern&#10;&#10;Description automatically generated">
            <a:extLst>
              <a:ext uri="{FF2B5EF4-FFF2-40B4-BE49-F238E27FC236}">
                <a16:creationId xmlns:a16="http://schemas.microsoft.com/office/drawing/2014/main" id="{0A3FDCC7-BA62-4365-BA68-B2059C6747E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36"/>
            <a:ext cx="12192000" cy="6857929"/>
          </a:xfrm>
          <a:prstGeom prst="rect">
            <a:avLst/>
          </a:prstGeom>
        </p:spPr>
      </p:pic>
      <p:sp>
        <p:nvSpPr>
          <p:cNvPr id="56" name="Title 16"/>
          <p:cNvSpPr>
            <a:spLocks noGrp="1"/>
          </p:cNvSpPr>
          <p:nvPr userDrawn="1">
            <p:ph type="title" hasCustomPrompt="1"/>
          </p:nvPr>
        </p:nvSpPr>
        <p:spPr bwMode="gray">
          <a:xfrm>
            <a:off x="750529" y="1524000"/>
            <a:ext cx="9914678" cy="3273368"/>
          </a:xfrm>
          <a:prstGeom prst="rect">
            <a:avLst/>
          </a:prstGeom>
        </p:spPr>
        <p:txBody>
          <a:bodyPr lIns="0" tIns="0" rIns="121899" bIns="0" anchor="b" anchorCtr="0"/>
          <a:lstStyle>
            <a:lvl1pPr marL="0" algn="l" defTabSz="1218987" rtl="0" eaLnBrk="1" latinLnBrk="0" hangingPunct="1">
              <a:lnSpc>
                <a:spcPct val="75000"/>
              </a:lnSpc>
              <a:spcBef>
                <a:spcPct val="0"/>
              </a:spcBef>
              <a:buNone/>
              <a:defRPr lang="en-US" sz="80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Presentation</a:t>
            </a:r>
            <a:br>
              <a:rPr lang="en-US"/>
            </a:br>
            <a:r>
              <a:rPr lang="en-US"/>
              <a:t>title here</a:t>
            </a:r>
          </a:p>
        </p:txBody>
      </p:sp>
      <p:sp>
        <p:nvSpPr>
          <p:cNvPr id="55" name="Subtitle 2"/>
          <p:cNvSpPr>
            <a:spLocks noGrp="1"/>
          </p:cNvSpPr>
          <p:nvPr userDrawn="1">
            <p:ph type="subTitle" idx="1" hasCustomPrompt="1"/>
          </p:nvPr>
        </p:nvSpPr>
        <p:spPr bwMode="gray">
          <a:xfrm>
            <a:off x="760612" y="5046115"/>
            <a:ext cx="9914678" cy="356616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 defTabSz="121898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600" b="0" kern="1200" cap="none" spc="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Speaker Name | Date</a:t>
            </a:r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C178D7C6-5801-6B30-A6A7-963788E95D85}"/>
              </a:ext>
            </a:extLst>
          </p:cNvPr>
          <p:cNvGrpSpPr>
            <a:grpSpLocks noChangeAspect="1"/>
          </p:cNvGrpSpPr>
          <p:nvPr userDrawn="1"/>
        </p:nvGrpSpPr>
        <p:grpSpPr>
          <a:xfrm rot="16200000">
            <a:off x="10152631" y="2542790"/>
            <a:ext cx="3058160" cy="1020580"/>
            <a:chOff x="547688" y="952500"/>
            <a:chExt cx="12190413" cy="4067175"/>
          </a:xfrm>
        </p:grpSpPr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69E9C34A-28EF-207E-149B-9EBED2862D6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70" name="Freeform 7">
              <a:extLst>
                <a:ext uri="{FF2B5EF4-FFF2-40B4-BE49-F238E27FC236}">
                  <a16:creationId xmlns:a16="http://schemas.microsoft.com/office/drawing/2014/main" id="{158C3A6B-F5BB-E37E-DB3D-C1ABEA07F21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71" name="Freeform 8">
              <a:extLst>
                <a:ext uri="{FF2B5EF4-FFF2-40B4-BE49-F238E27FC236}">
                  <a16:creationId xmlns:a16="http://schemas.microsoft.com/office/drawing/2014/main" id="{A56AE87F-217D-4207-F227-987A2E7FEBF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72" name="Freeform 9">
              <a:extLst>
                <a:ext uri="{FF2B5EF4-FFF2-40B4-BE49-F238E27FC236}">
                  <a16:creationId xmlns:a16="http://schemas.microsoft.com/office/drawing/2014/main" id="{D65BCC2D-74A9-8E37-6BBC-33B74966DAC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73" name="Freeform 10">
              <a:extLst>
                <a:ext uri="{FF2B5EF4-FFF2-40B4-BE49-F238E27FC236}">
                  <a16:creationId xmlns:a16="http://schemas.microsoft.com/office/drawing/2014/main" id="{BA8558ED-E4BF-D888-EF3B-A311AFE8C47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74" name="Freeform 10">
              <a:extLst>
                <a:ext uri="{FF2B5EF4-FFF2-40B4-BE49-F238E27FC236}">
                  <a16:creationId xmlns:a16="http://schemas.microsoft.com/office/drawing/2014/main" id="{AFF1776F-9DBA-D51E-8F71-E1FB30D7679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75" name="Freeform 11">
              <a:extLst>
                <a:ext uri="{FF2B5EF4-FFF2-40B4-BE49-F238E27FC236}">
                  <a16:creationId xmlns:a16="http://schemas.microsoft.com/office/drawing/2014/main" id="{820D6E3B-9704-EBDF-9D0D-A571A36CBC7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</p:grpSp>
      <p:sp>
        <p:nvSpPr>
          <p:cNvPr id="76" name="Freeform 5">
            <a:extLst>
              <a:ext uri="{FF2B5EF4-FFF2-40B4-BE49-F238E27FC236}">
                <a16:creationId xmlns:a16="http://schemas.microsoft.com/office/drawing/2014/main" id="{C002511A-253F-7F55-6C4F-3D51611D3CBF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750529" y="762000"/>
            <a:ext cx="3942091" cy="312470"/>
          </a:xfrm>
          <a:custGeom>
            <a:avLst/>
            <a:gdLst>
              <a:gd name="T0" fmla="*/ 557 w 2065"/>
              <a:gd name="T1" fmla="*/ 102 h 161"/>
              <a:gd name="T2" fmla="*/ 510 w 2065"/>
              <a:gd name="T3" fmla="*/ 76 h 161"/>
              <a:gd name="T4" fmla="*/ 583 w 2065"/>
              <a:gd name="T5" fmla="*/ 36 h 161"/>
              <a:gd name="T6" fmla="*/ 641 w 2065"/>
              <a:gd name="T7" fmla="*/ 34 h 161"/>
              <a:gd name="T8" fmla="*/ 2038 w 2065"/>
              <a:gd name="T9" fmla="*/ 1 h 161"/>
              <a:gd name="T10" fmla="*/ 706 w 2065"/>
              <a:gd name="T11" fmla="*/ 59 h 161"/>
              <a:gd name="T12" fmla="*/ 733 w 2065"/>
              <a:gd name="T13" fmla="*/ 100 h 161"/>
              <a:gd name="T14" fmla="*/ 1999 w 2065"/>
              <a:gd name="T15" fmla="*/ 132 h 161"/>
              <a:gd name="T16" fmla="*/ 760 w 2065"/>
              <a:gd name="T17" fmla="*/ 84 h 161"/>
              <a:gd name="T18" fmla="*/ 787 w 2065"/>
              <a:gd name="T19" fmla="*/ 93 h 161"/>
              <a:gd name="T20" fmla="*/ 828 w 2065"/>
              <a:gd name="T21" fmla="*/ 76 h 161"/>
              <a:gd name="T22" fmla="*/ 133 w 2065"/>
              <a:gd name="T23" fmla="*/ 36 h 161"/>
              <a:gd name="T24" fmla="*/ 166 w 2065"/>
              <a:gd name="T25" fmla="*/ 78 h 161"/>
              <a:gd name="T26" fmla="*/ 225 w 2065"/>
              <a:gd name="T27" fmla="*/ 132 h 161"/>
              <a:gd name="T28" fmla="*/ 32 w 2065"/>
              <a:gd name="T29" fmla="*/ 40 h 161"/>
              <a:gd name="T30" fmla="*/ 5 w 2065"/>
              <a:gd name="T31" fmla="*/ 43 h 161"/>
              <a:gd name="T32" fmla="*/ 0 w 2065"/>
              <a:gd name="T33" fmla="*/ 114 h 161"/>
              <a:gd name="T34" fmla="*/ 266 w 2065"/>
              <a:gd name="T35" fmla="*/ 43 h 161"/>
              <a:gd name="T36" fmla="*/ 258 w 2065"/>
              <a:gd name="T37" fmla="*/ 104 h 161"/>
              <a:gd name="T38" fmla="*/ 347 w 2065"/>
              <a:gd name="T39" fmla="*/ 76 h 161"/>
              <a:gd name="T40" fmla="*/ 285 w 2065"/>
              <a:gd name="T41" fmla="*/ 103 h 161"/>
              <a:gd name="T42" fmla="*/ 429 w 2065"/>
              <a:gd name="T43" fmla="*/ 36 h 161"/>
              <a:gd name="T44" fmla="*/ 479 w 2065"/>
              <a:gd name="T45" fmla="*/ 128 h 161"/>
              <a:gd name="T46" fmla="*/ 479 w 2065"/>
              <a:gd name="T47" fmla="*/ 36 h 161"/>
              <a:gd name="T48" fmla="*/ 354 w 2065"/>
              <a:gd name="T49" fmla="*/ 132 h 161"/>
              <a:gd name="T50" fmla="*/ 382 w 2065"/>
              <a:gd name="T51" fmla="*/ 55 h 161"/>
              <a:gd name="T52" fmla="*/ 1387 w 2065"/>
              <a:gd name="T53" fmla="*/ 84 h 161"/>
              <a:gd name="T54" fmla="*/ 1335 w 2065"/>
              <a:gd name="T55" fmla="*/ 58 h 161"/>
              <a:gd name="T56" fmla="*/ 1834 w 2065"/>
              <a:gd name="T57" fmla="*/ 132 h 161"/>
              <a:gd name="T58" fmla="*/ 1748 w 2065"/>
              <a:gd name="T59" fmla="*/ 34 h 161"/>
              <a:gd name="T60" fmla="*/ 1748 w 2065"/>
              <a:gd name="T61" fmla="*/ 34 h 161"/>
              <a:gd name="T62" fmla="*/ 1773 w 2065"/>
              <a:gd name="T63" fmla="*/ 84 h 161"/>
              <a:gd name="T64" fmla="*/ 1465 w 2065"/>
              <a:gd name="T65" fmla="*/ 109 h 161"/>
              <a:gd name="T66" fmla="*/ 1480 w 2065"/>
              <a:gd name="T67" fmla="*/ 148 h 161"/>
              <a:gd name="T68" fmla="*/ 1442 w 2065"/>
              <a:gd name="T69" fmla="*/ 102 h 161"/>
              <a:gd name="T70" fmla="*/ 1675 w 2065"/>
              <a:gd name="T71" fmla="*/ 37 h 161"/>
              <a:gd name="T72" fmla="*/ 1655 w 2065"/>
              <a:gd name="T73" fmla="*/ 7 h 161"/>
              <a:gd name="T74" fmla="*/ 1648 w 2065"/>
              <a:gd name="T75" fmla="*/ 132 h 161"/>
              <a:gd name="T76" fmla="*/ 1526 w 2065"/>
              <a:gd name="T77" fmla="*/ 36 h 161"/>
              <a:gd name="T78" fmla="*/ 1528 w 2065"/>
              <a:gd name="T79" fmla="*/ 161 h 161"/>
              <a:gd name="T80" fmla="*/ 980 w 2065"/>
              <a:gd name="T81" fmla="*/ 49 h 161"/>
              <a:gd name="T82" fmla="*/ 997 w 2065"/>
              <a:gd name="T83" fmla="*/ 59 h 161"/>
              <a:gd name="T84" fmla="*/ 1250 w 2065"/>
              <a:gd name="T85" fmla="*/ 132 h 161"/>
              <a:gd name="T86" fmla="*/ 1075 w 2065"/>
              <a:gd name="T87" fmla="*/ 49 h 161"/>
              <a:gd name="T88" fmla="*/ 1092 w 2065"/>
              <a:gd name="T89" fmla="*/ 59 h 161"/>
              <a:gd name="T90" fmla="*/ 910 w 2065"/>
              <a:gd name="T91" fmla="*/ 111 h 161"/>
              <a:gd name="T92" fmla="*/ 909 w 2065"/>
              <a:gd name="T93" fmla="*/ 34 h 161"/>
              <a:gd name="T94" fmla="*/ 910 w 2065"/>
              <a:gd name="T95" fmla="*/ 111 h 161"/>
              <a:gd name="T96" fmla="*/ 1962 w 2065"/>
              <a:gd name="T97" fmla="*/ 77 h 161"/>
              <a:gd name="T98" fmla="*/ 1962 w 2065"/>
              <a:gd name="T99" fmla="*/ 132 h 161"/>
              <a:gd name="T100" fmla="*/ 1941 w 2065"/>
              <a:gd name="T101" fmla="*/ 115 h 161"/>
              <a:gd name="T102" fmla="*/ 1193 w 2065"/>
              <a:gd name="T103" fmla="*/ 34 h 161"/>
              <a:gd name="T104" fmla="*/ 1193 w 2065"/>
              <a:gd name="T105" fmla="*/ 34 h 161"/>
              <a:gd name="T106" fmla="*/ 1218 w 2065"/>
              <a:gd name="T107" fmla="*/ 84 h 1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2065" h="161">
                <a:moveTo>
                  <a:pt x="530" y="34"/>
                </a:moveTo>
                <a:cubicBezTo>
                  <a:pt x="502" y="34"/>
                  <a:pt x="483" y="57"/>
                  <a:pt x="483" y="84"/>
                </a:cubicBezTo>
                <a:cubicBezTo>
                  <a:pt x="483" y="84"/>
                  <a:pt x="483" y="84"/>
                  <a:pt x="483" y="84"/>
                </a:cubicBezTo>
                <a:cubicBezTo>
                  <a:pt x="483" y="114"/>
                  <a:pt x="504" y="134"/>
                  <a:pt x="533" y="134"/>
                </a:cubicBezTo>
                <a:cubicBezTo>
                  <a:pt x="551" y="134"/>
                  <a:pt x="563" y="127"/>
                  <a:pt x="572" y="116"/>
                </a:cubicBezTo>
                <a:cubicBezTo>
                  <a:pt x="557" y="102"/>
                  <a:pt x="557" y="102"/>
                  <a:pt x="557" y="102"/>
                </a:cubicBezTo>
                <a:cubicBezTo>
                  <a:pt x="549" y="109"/>
                  <a:pt x="543" y="112"/>
                  <a:pt x="533" y="112"/>
                </a:cubicBezTo>
                <a:cubicBezTo>
                  <a:pt x="521" y="112"/>
                  <a:pt x="513" y="106"/>
                  <a:pt x="510" y="93"/>
                </a:cubicBezTo>
                <a:cubicBezTo>
                  <a:pt x="577" y="93"/>
                  <a:pt x="577" y="93"/>
                  <a:pt x="577" y="93"/>
                </a:cubicBezTo>
                <a:cubicBezTo>
                  <a:pt x="577" y="91"/>
                  <a:pt x="577" y="88"/>
                  <a:pt x="577" y="86"/>
                </a:cubicBezTo>
                <a:cubicBezTo>
                  <a:pt x="577" y="59"/>
                  <a:pt x="563" y="34"/>
                  <a:pt x="530" y="34"/>
                </a:cubicBezTo>
                <a:close/>
                <a:moveTo>
                  <a:pt x="510" y="76"/>
                </a:moveTo>
                <a:cubicBezTo>
                  <a:pt x="512" y="64"/>
                  <a:pt x="519" y="56"/>
                  <a:pt x="530" y="56"/>
                </a:cubicBezTo>
                <a:cubicBezTo>
                  <a:pt x="542" y="56"/>
                  <a:pt x="549" y="64"/>
                  <a:pt x="551" y="76"/>
                </a:cubicBezTo>
                <a:lnTo>
                  <a:pt x="510" y="76"/>
                </a:lnTo>
                <a:close/>
                <a:moveTo>
                  <a:pt x="610" y="55"/>
                </a:moveTo>
                <a:cubicBezTo>
                  <a:pt x="610" y="36"/>
                  <a:pt x="610" y="36"/>
                  <a:pt x="610" y="36"/>
                </a:cubicBezTo>
                <a:cubicBezTo>
                  <a:pt x="583" y="36"/>
                  <a:pt x="583" y="36"/>
                  <a:pt x="583" y="36"/>
                </a:cubicBezTo>
                <a:cubicBezTo>
                  <a:pt x="583" y="132"/>
                  <a:pt x="583" y="132"/>
                  <a:pt x="583" y="132"/>
                </a:cubicBezTo>
                <a:cubicBezTo>
                  <a:pt x="610" y="132"/>
                  <a:pt x="610" y="132"/>
                  <a:pt x="610" y="132"/>
                </a:cubicBezTo>
                <a:cubicBezTo>
                  <a:pt x="610" y="97"/>
                  <a:pt x="610" y="97"/>
                  <a:pt x="610" y="97"/>
                </a:cubicBezTo>
                <a:cubicBezTo>
                  <a:pt x="610" y="74"/>
                  <a:pt x="621" y="63"/>
                  <a:pt x="640" y="63"/>
                </a:cubicBezTo>
                <a:cubicBezTo>
                  <a:pt x="641" y="63"/>
                  <a:pt x="641" y="63"/>
                  <a:pt x="641" y="63"/>
                </a:cubicBezTo>
                <a:cubicBezTo>
                  <a:pt x="641" y="34"/>
                  <a:pt x="641" y="34"/>
                  <a:pt x="641" y="34"/>
                </a:cubicBezTo>
                <a:cubicBezTo>
                  <a:pt x="625" y="33"/>
                  <a:pt x="616" y="42"/>
                  <a:pt x="610" y="55"/>
                </a:cubicBezTo>
                <a:close/>
                <a:moveTo>
                  <a:pt x="2038" y="1"/>
                </a:moveTo>
                <a:cubicBezTo>
                  <a:pt x="2038" y="132"/>
                  <a:pt x="2038" y="132"/>
                  <a:pt x="2038" y="132"/>
                </a:cubicBezTo>
                <a:cubicBezTo>
                  <a:pt x="2065" y="132"/>
                  <a:pt x="2065" y="132"/>
                  <a:pt x="2065" y="132"/>
                </a:cubicBezTo>
                <a:cubicBezTo>
                  <a:pt x="2065" y="1"/>
                  <a:pt x="2065" y="1"/>
                  <a:pt x="2065" y="1"/>
                </a:cubicBezTo>
                <a:lnTo>
                  <a:pt x="2038" y="1"/>
                </a:lnTo>
                <a:close/>
                <a:moveTo>
                  <a:pt x="733" y="11"/>
                </a:moveTo>
                <a:cubicBezTo>
                  <a:pt x="706" y="11"/>
                  <a:pt x="706" y="11"/>
                  <a:pt x="706" y="11"/>
                </a:cubicBezTo>
                <a:cubicBezTo>
                  <a:pt x="706" y="36"/>
                  <a:pt x="706" y="36"/>
                  <a:pt x="706" y="36"/>
                </a:cubicBezTo>
                <a:cubicBezTo>
                  <a:pt x="694" y="36"/>
                  <a:pt x="694" y="36"/>
                  <a:pt x="694" y="36"/>
                </a:cubicBezTo>
                <a:cubicBezTo>
                  <a:pt x="694" y="59"/>
                  <a:pt x="694" y="59"/>
                  <a:pt x="694" y="59"/>
                </a:cubicBezTo>
                <a:cubicBezTo>
                  <a:pt x="706" y="59"/>
                  <a:pt x="706" y="59"/>
                  <a:pt x="706" y="59"/>
                </a:cubicBezTo>
                <a:cubicBezTo>
                  <a:pt x="706" y="105"/>
                  <a:pt x="706" y="105"/>
                  <a:pt x="706" y="105"/>
                </a:cubicBezTo>
                <a:cubicBezTo>
                  <a:pt x="706" y="127"/>
                  <a:pt x="717" y="134"/>
                  <a:pt x="734" y="134"/>
                </a:cubicBezTo>
                <a:cubicBezTo>
                  <a:pt x="743" y="134"/>
                  <a:pt x="750" y="132"/>
                  <a:pt x="755" y="128"/>
                </a:cubicBezTo>
                <a:cubicBezTo>
                  <a:pt x="755" y="106"/>
                  <a:pt x="755" y="106"/>
                  <a:pt x="755" y="106"/>
                </a:cubicBezTo>
                <a:cubicBezTo>
                  <a:pt x="752" y="108"/>
                  <a:pt x="747" y="110"/>
                  <a:pt x="742" y="110"/>
                </a:cubicBezTo>
                <a:cubicBezTo>
                  <a:pt x="736" y="110"/>
                  <a:pt x="733" y="107"/>
                  <a:pt x="733" y="100"/>
                </a:cubicBezTo>
                <a:cubicBezTo>
                  <a:pt x="733" y="59"/>
                  <a:pt x="733" y="59"/>
                  <a:pt x="733" y="59"/>
                </a:cubicBezTo>
                <a:cubicBezTo>
                  <a:pt x="756" y="59"/>
                  <a:pt x="756" y="59"/>
                  <a:pt x="756" y="59"/>
                </a:cubicBezTo>
                <a:cubicBezTo>
                  <a:pt x="756" y="36"/>
                  <a:pt x="756" y="36"/>
                  <a:pt x="756" y="36"/>
                </a:cubicBezTo>
                <a:cubicBezTo>
                  <a:pt x="733" y="36"/>
                  <a:pt x="733" y="36"/>
                  <a:pt x="733" y="36"/>
                </a:cubicBezTo>
                <a:lnTo>
                  <a:pt x="733" y="11"/>
                </a:lnTo>
                <a:close/>
                <a:moveTo>
                  <a:pt x="1999" y="132"/>
                </a:moveTo>
                <a:cubicBezTo>
                  <a:pt x="2027" y="132"/>
                  <a:pt x="2027" y="132"/>
                  <a:pt x="2027" y="132"/>
                </a:cubicBezTo>
                <a:cubicBezTo>
                  <a:pt x="2027" y="1"/>
                  <a:pt x="2027" y="1"/>
                  <a:pt x="2027" y="1"/>
                </a:cubicBezTo>
                <a:cubicBezTo>
                  <a:pt x="1999" y="1"/>
                  <a:pt x="1999" y="1"/>
                  <a:pt x="1999" y="1"/>
                </a:cubicBezTo>
                <a:lnTo>
                  <a:pt x="1999" y="132"/>
                </a:lnTo>
                <a:close/>
                <a:moveTo>
                  <a:pt x="807" y="34"/>
                </a:moveTo>
                <a:cubicBezTo>
                  <a:pt x="779" y="34"/>
                  <a:pt x="760" y="57"/>
                  <a:pt x="760" y="84"/>
                </a:cubicBezTo>
                <a:cubicBezTo>
                  <a:pt x="760" y="84"/>
                  <a:pt x="760" y="84"/>
                  <a:pt x="760" y="84"/>
                </a:cubicBezTo>
                <a:cubicBezTo>
                  <a:pt x="760" y="114"/>
                  <a:pt x="781" y="134"/>
                  <a:pt x="810" y="134"/>
                </a:cubicBezTo>
                <a:cubicBezTo>
                  <a:pt x="827" y="134"/>
                  <a:pt x="840" y="127"/>
                  <a:pt x="849" y="116"/>
                </a:cubicBezTo>
                <a:cubicBezTo>
                  <a:pt x="834" y="102"/>
                  <a:pt x="834" y="102"/>
                  <a:pt x="834" y="102"/>
                </a:cubicBezTo>
                <a:cubicBezTo>
                  <a:pt x="826" y="109"/>
                  <a:pt x="820" y="112"/>
                  <a:pt x="810" y="112"/>
                </a:cubicBezTo>
                <a:cubicBezTo>
                  <a:pt x="798" y="112"/>
                  <a:pt x="790" y="106"/>
                  <a:pt x="787" y="93"/>
                </a:cubicBezTo>
                <a:cubicBezTo>
                  <a:pt x="854" y="93"/>
                  <a:pt x="854" y="93"/>
                  <a:pt x="854" y="93"/>
                </a:cubicBezTo>
                <a:cubicBezTo>
                  <a:pt x="854" y="91"/>
                  <a:pt x="854" y="88"/>
                  <a:pt x="854" y="86"/>
                </a:cubicBezTo>
                <a:cubicBezTo>
                  <a:pt x="854" y="59"/>
                  <a:pt x="839" y="34"/>
                  <a:pt x="807" y="34"/>
                </a:cubicBezTo>
                <a:close/>
                <a:moveTo>
                  <a:pt x="787" y="76"/>
                </a:moveTo>
                <a:cubicBezTo>
                  <a:pt x="789" y="64"/>
                  <a:pt x="796" y="56"/>
                  <a:pt x="807" y="56"/>
                </a:cubicBezTo>
                <a:cubicBezTo>
                  <a:pt x="819" y="56"/>
                  <a:pt x="826" y="64"/>
                  <a:pt x="828" y="76"/>
                </a:cubicBezTo>
                <a:lnTo>
                  <a:pt x="787" y="76"/>
                </a:lnTo>
                <a:close/>
                <a:moveTo>
                  <a:pt x="220" y="34"/>
                </a:moveTo>
                <a:cubicBezTo>
                  <a:pt x="207" y="34"/>
                  <a:pt x="197" y="39"/>
                  <a:pt x="189" y="49"/>
                </a:cubicBezTo>
                <a:cubicBezTo>
                  <a:pt x="184" y="40"/>
                  <a:pt x="174" y="34"/>
                  <a:pt x="161" y="34"/>
                </a:cubicBezTo>
                <a:cubicBezTo>
                  <a:pt x="148" y="34"/>
                  <a:pt x="139" y="41"/>
                  <a:pt x="133" y="50"/>
                </a:cubicBezTo>
                <a:cubicBezTo>
                  <a:pt x="133" y="36"/>
                  <a:pt x="133" y="36"/>
                  <a:pt x="133" y="36"/>
                </a:cubicBezTo>
                <a:cubicBezTo>
                  <a:pt x="106" y="36"/>
                  <a:pt x="106" y="36"/>
                  <a:pt x="106" y="36"/>
                </a:cubicBezTo>
                <a:cubicBezTo>
                  <a:pt x="106" y="132"/>
                  <a:pt x="106" y="132"/>
                  <a:pt x="106" y="132"/>
                </a:cubicBezTo>
                <a:cubicBezTo>
                  <a:pt x="133" y="132"/>
                  <a:pt x="133" y="132"/>
                  <a:pt x="133" y="132"/>
                </a:cubicBezTo>
                <a:cubicBezTo>
                  <a:pt x="133" y="78"/>
                  <a:pt x="133" y="78"/>
                  <a:pt x="133" y="78"/>
                </a:cubicBezTo>
                <a:cubicBezTo>
                  <a:pt x="133" y="65"/>
                  <a:pt x="139" y="59"/>
                  <a:pt x="150" y="59"/>
                </a:cubicBezTo>
                <a:cubicBezTo>
                  <a:pt x="160" y="59"/>
                  <a:pt x="166" y="65"/>
                  <a:pt x="166" y="78"/>
                </a:cubicBezTo>
                <a:cubicBezTo>
                  <a:pt x="166" y="132"/>
                  <a:pt x="166" y="132"/>
                  <a:pt x="166" y="132"/>
                </a:cubicBezTo>
                <a:cubicBezTo>
                  <a:pt x="193" y="132"/>
                  <a:pt x="193" y="132"/>
                  <a:pt x="193" y="132"/>
                </a:cubicBezTo>
                <a:cubicBezTo>
                  <a:pt x="193" y="78"/>
                  <a:pt x="193" y="78"/>
                  <a:pt x="193" y="78"/>
                </a:cubicBezTo>
                <a:cubicBezTo>
                  <a:pt x="193" y="65"/>
                  <a:pt x="199" y="59"/>
                  <a:pt x="209" y="59"/>
                </a:cubicBezTo>
                <a:cubicBezTo>
                  <a:pt x="220" y="59"/>
                  <a:pt x="225" y="65"/>
                  <a:pt x="225" y="78"/>
                </a:cubicBezTo>
                <a:cubicBezTo>
                  <a:pt x="225" y="132"/>
                  <a:pt x="225" y="132"/>
                  <a:pt x="225" y="132"/>
                </a:cubicBezTo>
                <a:cubicBezTo>
                  <a:pt x="253" y="132"/>
                  <a:pt x="253" y="132"/>
                  <a:pt x="253" y="132"/>
                </a:cubicBezTo>
                <a:cubicBezTo>
                  <a:pt x="253" y="69"/>
                  <a:pt x="253" y="69"/>
                  <a:pt x="253" y="69"/>
                </a:cubicBezTo>
                <a:cubicBezTo>
                  <a:pt x="253" y="46"/>
                  <a:pt x="240" y="34"/>
                  <a:pt x="220" y="34"/>
                </a:cubicBezTo>
                <a:close/>
                <a:moveTo>
                  <a:pt x="59" y="57"/>
                </a:moveTo>
                <a:cubicBezTo>
                  <a:pt x="38" y="51"/>
                  <a:pt x="32" y="49"/>
                  <a:pt x="32" y="40"/>
                </a:cubicBezTo>
                <a:cubicBezTo>
                  <a:pt x="32" y="40"/>
                  <a:pt x="32" y="40"/>
                  <a:pt x="32" y="40"/>
                </a:cubicBezTo>
                <a:cubicBezTo>
                  <a:pt x="32" y="34"/>
                  <a:pt x="38" y="29"/>
                  <a:pt x="48" y="29"/>
                </a:cubicBezTo>
                <a:cubicBezTo>
                  <a:pt x="59" y="29"/>
                  <a:pt x="70" y="34"/>
                  <a:pt x="81" y="41"/>
                </a:cubicBezTo>
                <a:cubicBezTo>
                  <a:pt x="95" y="21"/>
                  <a:pt x="95" y="21"/>
                  <a:pt x="95" y="21"/>
                </a:cubicBezTo>
                <a:cubicBezTo>
                  <a:pt x="83" y="10"/>
                  <a:pt x="67" y="5"/>
                  <a:pt x="49" y="5"/>
                </a:cubicBezTo>
                <a:cubicBezTo>
                  <a:pt x="23" y="5"/>
                  <a:pt x="5" y="20"/>
                  <a:pt x="5" y="43"/>
                </a:cubicBezTo>
                <a:cubicBezTo>
                  <a:pt x="5" y="43"/>
                  <a:pt x="5" y="43"/>
                  <a:pt x="5" y="43"/>
                </a:cubicBezTo>
                <a:cubicBezTo>
                  <a:pt x="5" y="68"/>
                  <a:pt x="21" y="75"/>
                  <a:pt x="46" y="81"/>
                </a:cubicBezTo>
                <a:cubicBezTo>
                  <a:pt x="67" y="87"/>
                  <a:pt x="72" y="90"/>
                  <a:pt x="72" y="97"/>
                </a:cubicBezTo>
                <a:cubicBezTo>
                  <a:pt x="72" y="98"/>
                  <a:pt x="72" y="98"/>
                  <a:pt x="72" y="98"/>
                </a:cubicBezTo>
                <a:cubicBezTo>
                  <a:pt x="72" y="105"/>
                  <a:pt x="65" y="109"/>
                  <a:pt x="54" y="109"/>
                </a:cubicBezTo>
                <a:cubicBezTo>
                  <a:pt x="39" y="109"/>
                  <a:pt x="27" y="104"/>
                  <a:pt x="16" y="94"/>
                </a:cubicBezTo>
                <a:cubicBezTo>
                  <a:pt x="0" y="114"/>
                  <a:pt x="0" y="114"/>
                  <a:pt x="0" y="114"/>
                </a:cubicBezTo>
                <a:cubicBezTo>
                  <a:pt x="15" y="127"/>
                  <a:pt x="34" y="134"/>
                  <a:pt x="53" y="134"/>
                </a:cubicBezTo>
                <a:cubicBezTo>
                  <a:pt x="80" y="134"/>
                  <a:pt x="99" y="120"/>
                  <a:pt x="99" y="95"/>
                </a:cubicBezTo>
                <a:cubicBezTo>
                  <a:pt x="99" y="95"/>
                  <a:pt x="99" y="95"/>
                  <a:pt x="99" y="95"/>
                </a:cubicBezTo>
                <a:cubicBezTo>
                  <a:pt x="99" y="73"/>
                  <a:pt x="85" y="63"/>
                  <a:pt x="59" y="57"/>
                </a:cubicBezTo>
                <a:close/>
                <a:moveTo>
                  <a:pt x="304" y="35"/>
                </a:moveTo>
                <a:cubicBezTo>
                  <a:pt x="287" y="35"/>
                  <a:pt x="277" y="38"/>
                  <a:pt x="266" y="43"/>
                </a:cubicBezTo>
                <a:cubicBezTo>
                  <a:pt x="273" y="63"/>
                  <a:pt x="273" y="63"/>
                  <a:pt x="273" y="63"/>
                </a:cubicBezTo>
                <a:cubicBezTo>
                  <a:pt x="282" y="60"/>
                  <a:pt x="289" y="58"/>
                  <a:pt x="300" y="58"/>
                </a:cubicBezTo>
                <a:cubicBezTo>
                  <a:pt x="313" y="58"/>
                  <a:pt x="320" y="64"/>
                  <a:pt x="320" y="76"/>
                </a:cubicBezTo>
                <a:cubicBezTo>
                  <a:pt x="320" y="77"/>
                  <a:pt x="320" y="77"/>
                  <a:pt x="320" y="77"/>
                </a:cubicBezTo>
                <a:cubicBezTo>
                  <a:pt x="314" y="75"/>
                  <a:pt x="307" y="73"/>
                  <a:pt x="297" y="73"/>
                </a:cubicBezTo>
                <a:cubicBezTo>
                  <a:pt x="274" y="73"/>
                  <a:pt x="258" y="83"/>
                  <a:pt x="258" y="104"/>
                </a:cubicBezTo>
                <a:cubicBezTo>
                  <a:pt x="258" y="104"/>
                  <a:pt x="258" y="104"/>
                  <a:pt x="258" y="104"/>
                </a:cubicBezTo>
                <a:cubicBezTo>
                  <a:pt x="258" y="123"/>
                  <a:pt x="273" y="134"/>
                  <a:pt x="291" y="134"/>
                </a:cubicBezTo>
                <a:cubicBezTo>
                  <a:pt x="304" y="134"/>
                  <a:pt x="314" y="129"/>
                  <a:pt x="320" y="122"/>
                </a:cubicBezTo>
                <a:cubicBezTo>
                  <a:pt x="320" y="132"/>
                  <a:pt x="320" y="132"/>
                  <a:pt x="320" y="132"/>
                </a:cubicBezTo>
                <a:cubicBezTo>
                  <a:pt x="347" y="132"/>
                  <a:pt x="347" y="132"/>
                  <a:pt x="347" y="132"/>
                </a:cubicBezTo>
                <a:cubicBezTo>
                  <a:pt x="347" y="76"/>
                  <a:pt x="347" y="76"/>
                  <a:pt x="347" y="76"/>
                </a:cubicBezTo>
                <a:cubicBezTo>
                  <a:pt x="347" y="63"/>
                  <a:pt x="343" y="53"/>
                  <a:pt x="336" y="46"/>
                </a:cubicBezTo>
                <a:cubicBezTo>
                  <a:pt x="329" y="39"/>
                  <a:pt x="319" y="35"/>
                  <a:pt x="304" y="35"/>
                </a:cubicBezTo>
                <a:close/>
                <a:moveTo>
                  <a:pt x="321" y="98"/>
                </a:moveTo>
                <a:cubicBezTo>
                  <a:pt x="321" y="108"/>
                  <a:pt x="312" y="115"/>
                  <a:pt x="299" y="115"/>
                </a:cubicBezTo>
                <a:cubicBezTo>
                  <a:pt x="291" y="115"/>
                  <a:pt x="285" y="111"/>
                  <a:pt x="285" y="103"/>
                </a:cubicBezTo>
                <a:cubicBezTo>
                  <a:pt x="285" y="103"/>
                  <a:pt x="285" y="103"/>
                  <a:pt x="285" y="103"/>
                </a:cubicBezTo>
                <a:cubicBezTo>
                  <a:pt x="285" y="94"/>
                  <a:pt x="292" y="90"/>
                  <a:pt x="303" y="90"/>
                </a:cubicBezTo>
                <a:cubicBezTo>
                  <a:pt x="310" y="90"/>
                  <a:pt x="316" y="91"/>
                  <a:pt x="321" y="93"/>
                </a:cubicBezTo>
                <a:lnTo>
                  <a:pt x="321" y="98"/>
                </a:lnTo>
                <a:close/>
                <a:moveTo>
                  <a:pt x="457" y="11"/>
                </a:moveTo>
                <a:cubicBezTo>
                  <a:pt x="429" y="11"/>
                  <a:pt x="429" y="11"/>
                  <a:pt x="429" y="11"/>
                </a:cubicBezTo>
                <a:cubicBezTo>
                  <a:pt x="429" y="36"/>
                  <a:pt x="429" y="36"/>
                  <a:pt x="429" y="36"/>
                </a:cubicBezTo>
                <a:cubicBezTo>
                  <a:pt x="418" y="36"/>
                  <a:pt x="418" y="36"/>
                  <a:pt x="418" y="36"/>
                </a:cubicBezTo>
                <a:cubicBezTo>
                  <a:pt x="418" y="59"/>
                  <a:pt x="418" y="59"/>
                  <a:pt x="418" y="59"/>
                </a:cubicBezTo>
                <a:cubicBezTo>
                  <a:pt x="429" y="59"/>
                  <a:pt x="429" y="59"/>
                  <a:pt x="429" y="59"/>
                </a:cubicBezTo>
                <a:cubicBezTo>
                  <a:pt x="429" y="105"/>
                  <a:pt x="429" y="105"/>
                  <a:pt x="429" y="105"/>
                </a:cubicBezTo>
                <a:cubicBezTo>
                  <a:pt x="429" y="127"/>
                  <a:pt x="441" y="134"/>
                  <a:pt x="457" y="134"/>
                </a:cubicBezTo>
                <a:cubicBezTo>
                  <a:pt x="466" y="134"/>
                  <a:pt x="473" y="132"/>
                  <a:pt x="479" y="128"/>
                </a:cubicBezTo>
                <a:cubicBezTo>
                  <a:pt x="479" y="106"/>
                  <a:pt x="479" y="106"/>
                  <a:pt x="479" y="106"/>
                </a:cubicBezTo>
                <a:cubicBezTo>
                  <a:pt x="475" y="108"/>
                  <a:pt x="470" y="110"/>
                  <a:pt x="465" y="110"/>
                </a:cubicBezTo>
                <a:cubicBezTo>
                  <a:pt x="459" y="110"/>
                  <a:pt x="457" y="107"/>
                  <a:pt x="457" y="100"/>
                </a:cubicBezTo>
                <a:cubicBezTo>
                  <a:pt x="457" y="59"/>
                  <a:pt x="457" y="59"/>
                  <a:pt x="457" y="59"/>
                </a:cubicBezTo>
                <a:cubicBezTo>
                  <a:pt x="479" y="59"/>
                  <a:pt x="479" y="59"/>
                  <a:pt x="479" y="59"/>
                </a:cubicBezTo>
                <a:cubicBezTo>
                  <a:pt x="479" y="36"/>
                  <a:pt x="479" y="36"/>
                  <a:pt x="479" y="36"/>
                </a:cubicBezTo>
                <a:cubicBezTo>
                  <a:pt x="457" y="36"/>
                  <a:pt x="457" y="36"/>
                  <a:pt x="457" y="36"/>
                </a:cubicBezTo>
                <a:lnTo>
                  <a:pt x="457" y="11"/>
                </a:lnTo>
                <a:close/>
                <a:moveTo>
                  <a:pt x="382" y="55"/>
                </a:moveTo>
                <a:cubicBezTo>
                  <a:pt x="382" y="36"/>
                  <a:pt x="382" y="36"/>
                  <a:pt x="382" y="36"/>
                </a:cubicBezTo>
                <a:cubicBezTo>
                  <a:pt x="354" y="36"/>
                  <a:pt x="354" y="36"/>
                  <a:pt x="354" y="36"/>
                </a:cubicBezTo>
                <a:cubicBezTo>
                  <a:pt x="354" y="132"/>
                  <a:pt x="354" y="132"/>
                  <a:pt x="354" y="132"/>
                </a:cubicBezTo>
                <a:cubicBezTo>
                  <a:pt x="382" y="132"/>
                  <a:pt x="382" y="132"/>
                  <a:pt x="382" y="132"/>
                </a:cubicBezTo>
                <a:cubicBezTo>
                  <a:pt x="382" y="97"/>
                  <a:pt x="382" y="97"/>
                  <a:pt x="382" y="97"/>
                </a:cubicBezTo>
                <a:cubicBezTo>
                  <a:pt x="382" y="74"/>
                  <a:pt x="393" y="63"/>
                  <a:pt x="411" y="63"/>
                </a:cubicBezTo>
                <a:cubicBezTo>
                  <a:pt x="412" y="63"/>
                  <a:pt x="412" y="63"/>
                  <a:pt x="412" y="63"/>
                </a:cubicBezTo>
                <a:cubicBezTo>
                  <a:pt x="412" y="34"/>
                  <a:pt x="412" y="34"/>
                  <a:pt x="412" y="34"/>
                </a:cubicBezTo>
                <a:cubicBezTo>
                  <a:pt x="396" y="33"/>
                  <a:pt x="387" y="42"/>
                  <a:pt x="382" y="55"/>
                </a:cubicBezTo>
                <a:close/>
                <a:moveTo>
                  <a:pt x="1335" y="34"/>
                </a:moveTo>
                <a:cubicBezTo>
                  <a:pt x="1305" y="34"/>
                  <a:pt x="1283" y="56"/>
                  <a:pt x="1283" y="84"/>
                </a:cubicBezTo>
                <a:cubicBezTo>
                  <a:pt x="1283" y="84"/>
                  <a:pt x="1283" y="84"/>
                  <a:pt x="1283" y="84"/>
                </a:cubicBezTo>
                <a:cubicBezTo>
                  <a:pt x="1283" y="112"/>
                  <a:pt x="1305" y="134"/>
                  <a:pt x="1335" y="134"/>
                </a:cubicBezTo>
                <a:cubicBezTo>
                  <a:pt x="1365" y="134"/>
                  <a:pt x="1387" y="112"/>
                  <a:pt x="1387" y="84"/>
                </a:cubicBezTo>
                <a:cubicBezTo>
                  <a:pt x="1387" y="84"/>
                  <a:pt x="1387" y="84"/>
                  <a:pt x="1387" y="84"/>
                </a:cubicBezTo>
                <a:cubicBezTo>
                  <a:pt x="1387" y="56"/>
                  <a:pt x="1365" y="34"/>
                  <a:pt x="1335" y="34"/>
                </a:cubicBezTo>
                <a:close/>
                <a:moveTo>
                  <a:pt x="1360" y="84"/>
                </a:moveTo>
                <a:cubicBezTo>
                  <a:pt x="1360" y="99"/>
                  <a:pt x="1351" y="111"/>
                  <a:pt x="1335" y="111"/>
                </a:cubicBezTo>
                <a:cubicBezTo>
                  <a:pt x="1320" y="111"/>
                  <a:pt x="1310" y="98"/>
                  <a:pt x="1310" y="84"/>
                </a:cubicBezTo>
                <a:cubicBezTo>
                  <a:pt x="1310" y="84"/>
                  <a:pt x="1310" y="84"/>
                  <a:pt x="1310" y="84"/>
                </a:cubicBezTo>
                <a:cubicBezTo>
                  <a:pt x="1310" y="70"/>
                  <a:pt x="1319" y="58"/>
                  <a:pt x="1335" y="58"/>
                </a:cubicBezTo>
                <a:cubicBezTo>
                  <a:pt x="1350" y="58"/>
                  <a:pt x="1360" y="70"/>
                  <a:pt x="1360" y="84"/>
                </a:cubicBezTo>
                <a:close/>
                <a:moveTo>
                  <a:pt x="1834" y="55"/>
                </a:moveTo>
                <a:cubicBezTo>
                  <a:pt x="1834" y="36"/>
                  <a:pt x="1834" y="36"/>
                  <a:pt x="1834" y="36"/>
                </a:cubicBezTo>
                <a:cubicBezTo>
                  <a:pt x="1807" y="36"/>
                  <a:pt x="1807" y="36"/>
                  <a:pt x="1807" y="36"/>
                </a:cubicBezTo>
                <a:cubicBezTo>
                  <a:pt x="1807" y="132"/>
                  <a:pt x="1807" y="132"/>
                  <a:pt x="1807" y="132"/>
                </a:cubicBezTo>
                <a:cubicBezTo>
                  <a:pt x="1834" y="132"/>
                  <a:pt x="1834" y="132"/>
                  <a:pt x="1834" y="132"/>
                </a:cubicBezTo>
                <a:cubicBezTo>
                  <a:pt x="1834" y="97"/>
                  <a:pt x="1834" y="97"/>
                  <a:pt x="1834" y="97"/>
                </a:cubicBezTo>
                <a:cubicBezTo>
                  <a:pt x="1834" y="74"/>
                  <a:pt x="1845" y="63"/>
                  <a:pt x="1863" y="63"/>
                </a:cubicBezTo>
                <a:cubicBezTo>
                  <a:pt x="1865" y="63"/>
                  <a:pt x="1865" y="63"/>
                  <a:pt x="1865" y="63"/>
                </a:cubicBezTo>
                <a:cubicBezTo>
                  <a:pt x="1865" y="34"/>
                  <a:pt x="1865" y="34"/>
                  <a:pt x="1865" y="34"/>
                </a:cubicBezTo>
                <a:cubicBezTo>
                  <a:pt x="1848" y="33"/>
                  <a:pt x="1839" y="42"/>
                  <a:pt x="1834" y="55"/>
                </a:cubicBezTo>
                <a:close/>
                <a:moveTo>
                  <a:pt x="1748" y="34"/>
                </a:moveTo>
                <a:cubicBezTo>
                  <a:pt x="1718" y="34"/>
                  <a:pt x="1696" y="56"/>
                  <a:pt x="1696" y="84"/>
                </a:cubicBezTo>
                <a:cubicBezTo>
                  <a:pt x="1696" y="84"/>
                  <a:pt x="1696" y="84"/>
                  <a:pt x="1696" y="84"/>
                </a:cubicBezTo>
                <a:cubicBezTo>
                  <a:pt x="1696" y="112"/>
                  <a:pt x="1718" y="134"/>
                  <a:pt x="1748" y="134"/>
                </a:cubicBezTo>
                <a:cubicBezTo>
                  <a:pt x="1778" y="134"/>
                  <a:pt x="1800" y="112"/>
                  <a:pt x="1800" y="84"/>
                </a:cubicBezTo>
                <a:cubicBezTo>
                  <a:pt x="1800" y="84"/>
                  <a:pt x="1800" y="84"/>
                  <a:pt x="1800" y="84"/>
                </a:cubicBezTo>
                <a:cubicBezTo>
                  <a:pt x="1800" y="56"/>
                  <a:pt x="1778" y="34"/>
                  <a:pt x="1748" y="34"/>
                </a:cubicBezTo>
                <a:close/>
                <a:moveTo>
                  <a:pt x="1773" y="84"/>
                </a:moveTo>
                <a:cubicBezTo>
                  <a:pt x="1773" y="99"/>
                  <a:pt x="1764" y="111"/>
                  <a:pt x="1748" y="111"/>
                </a:cubicBezTo>
                <a:cubicBezTo>
                  <a:pt x="1733" y="111"/>
                  <a:pt x="1723" y="98"/>
                  <a:pt x="1723" y="84"/>
                </a:cubicBezTo>
                <a:cubicBezTo>
                  <a:pt x="1723" y="84"/>
                  <a:pt x="1723" y="84"/>
                  <a:pt x="1723" y="84"/>
                </a:cubicBezTo>
                <a:cubicBezTo>
                  <a:pt x="1723" y="70"/>
                  <a:pt x="1732" y="58"/>
                  <a:pt x="1748" y="58"/>
                </a:cubicBezTo>
                <a:cubicBezTo>
                  <a:pt x="1763" y="58"/>
                  <a:pt x="1773" y="70"/>
                  <a:pt x="1773" y="84"/>
                </a:cubicBezTo>
                <a:close/>
                <a:moveTo>
                  <a:pt x="1465" y="48"/>
                </a:moveTo>
                <a:cubicBezTo>
                  <a:pt x="1458" y="40"/>
                  <a:pt x="1449" y="34"/>
                  <a:pt x="1434" y="34"/>
                </a:cubicBezTo>
                <a:cubicBezTo>
                  <a:pt x="1412" y="34"/>
                  <a:pt x="1391" y="50"/>
                  <a:pt x="1391" y="79"/>
                </a:cubicBezTo>
                <a:cubicBezTo>
                  <a:pt x="1391" y="79"/>
                  <a:pt x="1391" y="79"/>
                  <a:pt x="1391" y="79"/>
                </a:cubicBezTo>
                <a:cubicBezTo>
                  <a:pt x="1391" y="108"/>
                  <a:pt x="1412" y="124"/>
                  <a:pt x="1434" y="124"/>
                </a:cubicBezTo>
                <a:cubicBezTo>
                  <a:pt x="1448" y="124"/>
                  <a:pt x="1457" y="118"/>
                  <a:pt x="1465" y="109"/>
                </a:cubicBezTo>
                <a:cubicBezTo>
                  <a:pt x="1465" y="113"/>
                  <a:pt x="1465" y="113"/>
                  <a:pt x="1465" y="113"/>
                </a:cubicBezTo>
                <a:cubicBezTo>
                  <a:pt x="1465" y="130"/>
                  <a:pt x="1457" y="139"/>
                  <a:pt x="1438" y="139"/>
                </a:cubicBezTo>
                <a:cubicBezTo>
                  <a:pt x="1425" y="139"/>
                  <a:pt x="1415" y="136"/>
                  <a:pt x="1405" y="131"/>
                </a:cubicBezTo>
                <a:cubicBezTo>
                  <a:pt x="1396" y="151"/>
                  <a:pt x="1396" y="151"/>
                  <a:pt x="1396" y="151"/>
                </a:cubicBezTo>
                <a:cubicBezTo>
                  <a:pt x="1408" y="158"/>
                  <a:pt x="1423" y="161"/>
                  <a:pt x="1439" y="161"/>
                </a:cubicBezTo>
                <a:cubicBezTo>
                  <a:pt x="1457" y="161"/>
                  <a:pt x="1471" y="157"/>
                  <a:pt x="1480" y="148"/>
                </a:cubicBezTo>
                <a:cubicBezTo>
                  <a:pt x="1488" y="140"/>
                  <a:pt x="1492" y="128"/>
                  <a:pt x="1492" y="110"/>
                </a:cubicBezTo>
                <a:cubicBezTo>
                  <a:pt x="1492" y="36"/>
                  <a:pt x="1492" y="36"/>
                  <a:pt x="1492" y="36"/>
                </a:cubicBezTo>
                <a:cubicBezTo>
                  <a:pt x="1465" y="36"/>
                  <a:pt x="1465" y="36"/>
                  <a:pt x="1465" y="36"/>
                </a:cubicBezTo>
                <a:lnTo>
                  <a:pt x="1465" y="48"/>
                </a:lnTo>
                <a:close/>
                <a:moveTo>
                  <a:pt x="1465" y="79"/>
                </a:moveTo>
                <a:cubicBezTo>
                  <a:pt x="1465" y="92"/>
                  <a:pt x="1455" y="102"/>
                  <a:pt x="1442" y="102"/>
                </a:cubicBezTo>
                <a:cubicBezTo>
                  <a:pt x="1429" y="102"/>
                  <a:pt x="1419" y="93"/>
                  <a:pt x="1419" y="79"/>
                </a:cubicBezTo>
                <a:cubicBezTo>
                  <a:pt x="1419" y="79"/>
                  <a:pt x="1419" y="79"/>
                  <a:pt x="1419" y="79"/>
                </a:cubicBezTo>
                <a:cubicBezTo>
                  <a:pt x="1419" y="66"/>
                  <a:pt x="1429" y="57"/>
                  <a:pt x="1442" y="57"/>
                </a:cubicBezTo>
                <a:cubicBezTo>
                  <a:pt x="1455" y="57"/>
                  <a:pt x="1465" y="66"/>
                  <a:pt x="1465" y="79"/>
                </a:cubicBezTo>
                <a:close/>
                <a:moveTo>
                  <a:pt x="1697" y="37"/>
                </a:moveTo>
                <a:cubicBezTo>
                  <a:pt x="1675" y="37"/>
                  <a:pt x="1675" y="37"/>
                  <a:pt x="1675" y="37"/>
                </a:cubicBezTo>
                <a:cubicBezTo>
                  <a:pt x="1675" y="33"/>
                  <a:pt x="1675" y="33"/>
                  <a:pt x="1675" y="33"/>
                </a:cubicBezTo>
                <a:cubicBezTo>
                  <a:pt x="1675" y="26"/>
                  <a:pt x="1678" y="23"/>
                  <a:pt x="1684" y="23"/>
                </a:cubicBezTo>
                <a:cubicBezTo>
                  <a:pt x="1689" y="23"/>
                  <a:pt x="1693" y="24"/>
                  <a:pt x="1697" y="25"/>
                </a:cubicBezTo>
                <a:cubicBezTo>
                  <a:pt x="1697" y="2"/>
                  <a:pt x="1697" y="2"/>
                  <a:pt x="1697" y="2"/>
                </a:cubicBezTo>
                <a:cubicBezTo>
                  <a:pt x="1692" y="1"/>
                  <a:pt x="1686" y="0"/>
                  <a:pt x="1677" y="0"/>
                </a:cubicBezTo>
                <a:cubicBezTo>
                  <a:pt x="1668" y="0"/>
                  <a:pt x="1660" y="2"/>
                  <a:pt x="1655" y="7"/>
                </a:cubicBezTo>
                <a:cubicBezTo>
                  <a:pt x="1650" y="12"/>
                  <a:pt x="1648" y="20"/>
                  <a:pt x="1648" y="31"/>
                </a:cubicBezTo>
                <a:cubicBezTo>
                  <a:pt x="1648" y="37"/>
                  <a:pt x="1648" y="37"/>
                  <a:pt x="1648" y="37"/>
                </a:cubicBezTo>
                <a:cubicBezTo>
                  <a:pt x="1636" y="37"/>
                  <a:pt x="1636" y="37"/>
                  <a:pt x="1636" y="37"/>
                </a:cubicBezTo>
                <a:cubicBezTo>
                  <a:pt x="1636" y="59"/>
                  <a:pt x="1636" y="59"/>
                  <a:pt x="1636" y="59"/>
                </a:cubicBezTo>
                <a:cubicBezTo>
                  <a:pt x="1648" y="59"/>
                  <a:pt x="1648" y="59"/>
                  <a:pt x="1648" y="59"/>
                </a:cubicBezTo>
                <a:cubicBezTo>
                  <a:pt x="1648" y="132"/>
                  <a:pt x="1648" y="132"/>
                  <a:pt x="1648" y="132"/>
                </a:cubicBezTo>
                <a:cubicBezTo>
                  <a:pt x="1675" y="132"/>
                  <a:pt x="1675" y="132"/>
                  <a:pt x="1675" y="132"/>
                </a:cubicBezTo>
                <a:cubicBezTo>
                  <a:pt x="1675" y="59"/>
                  <a:pt x="1675" y="59"/>
                  <a:pt x="1675" y="59"/>
                </a:cubicBezTo>
                <a:cubicBezTo>
                  <a:pt x="1697" y="59"/>
                  <a:pt x="1697" y="59"/>
                  <a:pt x="1697" y="59"/>
                </a:cubicBezTo>
                <a:lnTo>
                  <a:pt x="1697" y="37"/>
                </a:lnTo>
                <a:close/>
                <a:moveTo>
                  <a:pt x="1548" y="101"/>
                </a:moveTo>
                <a:cubicBezTo>
                  <a:pt x="1526" y="36"/>
                  <a:pt x="1526" y="36"/>
                  <a:pt x="1526" y="36"/>
                </a:cubicBezTo>
                <a:cubicBezTo>
                  <a:pt x="1497" y="36"/>
                  <a:pt x="1497" y="36"/>
                  <a:pt x="1497" y="36"/>
                </a:cubicBezTo>
                <a:cubicBezTo>
                  <a:pt x="1535" y="132"/>
                  <a:pt x="1535" y="132"/>
                  <a:pt x="1535" y="132"/>
                </a:cubicBezTo>
                <a:cubicBezTo>
                  <a:pt x="1532" y="137"/>
                  <a:pt x="1530" y="139"/>
                  <a:pt x="1525" y="139"/>
                </a:cubicBezTo>
                <a:cubicBezTo>
                  <a:pt x="1521" y="139"/>
                  <a:pt x="1517" y="137"/>
                  <a:pt x="1513" y="135"/>
                </a:cubicBezTo>
                <a:cubicBezTo>
                  <a:pt x="1504" y="155"/>
                  <a:pt x="1504" y="155"/>
                  <a:pt x="1504" y="155"/>
                </a:cubicBezTo>
                <a:cubicBezTo>
                  <a:pt x="1511" y="159"/>
                  <a:pt x="1519" y="161"/>
                  <a:pt x="1528" y="161"/>
                </a:cubicBezTo>
                <a:cubicBezTo>
                  <a:pt x="1545" y="161"/>
                  <a:pt x="1553" y="154"/>
                  <a:pt x="1560" y="134"/>
                </a:cubicBezTo>
                <a:cubicBezTo>
                  <a:pt x="1597" y="36"/>
                  <a:pt x="1597" y="36"/>
                  <a:pt x="1597" y="36"/>
                </a:cubicBezTo>
                <a:cubicBezTo>
                  <a:pt x="1569" y="36"/>
                  <a:pt x="1569" y="36"/>
                  <a:pt x="1569" y="36"/>
                </a:cubicBezTo>
                <a:lnTo>
                  <a:pt x="1548" y="101"/>
                </a:lnTo>
                <a:close/>
                <a:moveTo>
                  <a:pt x="1008" y="34"/>
                </a:moveTo>
                <a:cubicBezTo>
                  <a:pt x="994" y="34"/>
                  <a:pt x="986" y="41"/>
                  <a:pt x="980" y="49"/>
                </a:cubicBezTo>
                <a:cubicBezTo>
                  <a:pt x="980" y="1"/>
                  <a:pt x="980" y="1"/>
                  <a:pt x="980" y="1"/>
                </a:cubicBezTo>
                <a:cubicBezTo>
                  <a:pt x="952" y="1"/>
                  <a:pt x="952" y="1"/>
                  <a:pt x="952" y="1"/>
                </a:cubicBezTo>
                <a:cubicBezTo>
                  <a:pt x="952" y="132"/>
                  <a:pt x="952" y="132"/>
                  <a:pt x="952" y="132"/>
                </a:cubicBezTo>
                <a:cubicBezTo>
                  <a:pt x="980" y="132"/>
                  <a:pt x="980" y="132"/>
                  <a:pt x="980" y="132"/>
                </a:cubicBezTo>
                <a:cubicBezTo>
                  <a:pt x="980" y="78"/>
                  <a:pt x="980" y="78"/>
                  <a:pt x="980" y="78"/>
                </a:cubicBezTo>
                <a:cubicBezTo>
                  <a:pt x="980" y="65"/>
                  <a:pt x="986" y="59"/>
                  <a:pt x="997" y="59"/>
                </a:cubicBezTo>
                <a:cubicBezTo>
                  <a:pt x="1007" y="59"/>
                  <a:pt x="1013" y="65"/>
                  <a:pt x="1013" y="78"/>
                </a:cubicBezTo>
                <a:cubicBezTo>
                  <a:pt x="1013" y="132"/>
                  <a:pt x="1013" y="132"/>
                  <a:pt x="1013" y="132"/>
                </a:cubicBezTo>
                <a:cubicBezTo>
                  <a:pt x="1040" y="132"/>
                  <a:pt x="1040" y="132"/>
                  <a:pt x="1040" y="132"/>
                </a:cubicBezTo>
                <a:cubicBezTo>
                  <a:pt x="1040" y="70"/>
                  <a:pt x="1040" y="70"/>
                  <a:pt x="1040" y="70"/>
                </a:cubicBezTo>
                <a:cubicBezTo>
                  <a:pt x="1040" y="48"/>
                  <a:pt x="1028" y="34"/>
                  <a:pt x="1008" y="34"/>
                </a:cubicBezTo>
                <a:close/>
                <a:moveTo>
                  <a:pt x="1250" y="132"/>
                </a:moveTo>
                <a:cubicBezTo>
                  <a:pt x="1278" y="132"/>
                  <a:pt x="1278" y="132"/>
                  <a:pt x="1278" y="132"/>
                </a:cubicBezTo>
                <a:cubicBezTo>
                  <a:pt x="1278" y="1"/>
                  <a:pt x="1278" y="1"/>
                  <a:pt x="1278" y="1"/>
                </a:cubicBezTo>
                <a:cubicBezTo>
                  <a:pt x="1250" y="1"/>
                  <a:pt x="1250" y="1"/>
                  <a:pt x="1250" y="1"/>
                </a:cubicBezTo>
                <a:lnTo>
                  <a:pt x="1250" y="132"/>
                </a:lnTo>
                <a:close/>
                <a:moveTo>
                  <a:pt x="1103" y="34"/>
                </a:moveTo>
                <a:cubicBezTo>
                  <a:pt x="1089" y="34"/>
                  <a:pt x="1081" y="41"/>
                  <a:pt x="1075" y="49"/>
                </a:cubicBezTo>
                <a:cubicBezTo>
                  <a:pt x="1075" y="36"/>
                  <a:pt x="1075" y="36"/>
                  <a:pt x="1075" y="36"/>
                </a:cubicBezTo>
                <a:cubicBezTo>
                  <a:pt x="1047" y="36"/>
                  <a:pt x="1047" y="36"/>
                  <a:pt x="1047" y="36"/>
                </a:cubicBezTo>
                <a:cubicBezTo>
                  <a:pt x="1047" y="132"/>
                  <a:pt x="1047" y="132"/>
                  <a:pt x="1047" y="132"/>
                </a:cubicBezTo>
                <a:cubicBezTo>
                  <a:pt x="1075" y="132"/>
                  <a:pt x="1075" y="132"/>
                  <a:pt x="1075" y="132"/>
                </a:cubicBezTo>
                <a:cubicBezTo>
                  <a:pt x="1075" y="78"/>
                  <a:pt x="1075" y="78"/>
                  <a:pt x="1075" y="78"/>
                </a:cubicBezTo>
                <a:cubicBezTo>
                  <a:pt x="1075" y="65"/>
                  <a:pt x="1081" y="59"/>
                  <a:pt x="1092" y="59"/>
                </a:cubicBezTo>
                <a:cubicBezTo>
                  <a:pt x="1102" y="59"/>
                  <a:pt x="1108" y="65"/>
                  <a:pt x="1108" y="78"/>
                </a:cubicBezTo>
                <a:cubicBezTo>
                  <a:pt x="1108" y="132"/>
                  <a:pt x="1108" y="132"/>
                  <a:pt x="1108" y="132"/>
                </a:cubicBezTo>
                <a:cubicBezTo>
                  <a:pt x="1135" y="132"/>
                  <a:pt x="1135" y="132"/>
                  <a:pt x="1135" y="132"/>
                </a:cubicBezTo>
                <a:cubicBezTo>
                  <a:pt x="1135" y="70"/>
                  <a:pt x="1135" y="70"/>
                  <a:pt x="1135" y="70"/>
                </a:cubicBezTo>
                <a:cubicBezTo>
                  <a:pt x="1135" y="48"/>
                  <a:pt x="1123" y="34"/>
                  <a:pt x="1103" y="34"/>
                </a:cubicBezTo>
                <a:close/>
                <a:moveTo>
                  <a:pt x="910" y="111"/>
                </a:moveTo>
                <a:cubicBezTo>
                  <a:pt x="895" y="111"/>
                  <a:pt x="885" y="99"/>
                  <a:pt x="885" y="84"/>
                </a:cubicBezTo>
                <a:cubicBezTo>
                  <a:pt x="885" y="84"/>
                  <a:pt x="885" y="84"/>
                  <a:pt x="885" y="84"/>
                </a:cubicBezTo>
                <a:cubicBezTo>
                  <a:pt x="885" y="70"/>
                  <a:pt x="895" y="58"/>
                  <a:pt x="909" y="58"/>
                </a:cubicBezTo>
                <a:cubicBezTo>
                  <a:pt x="918" y="58"/>
                  <a:pt x="925" y="62"/>
                  <a:pt x="931" y="68"/>
                </a:cubicBezTo>
                <a:cubicBezTo>
                  <a:pt x="947" y="50"/>
                  <a:pt x="947" y="50"/>
                  <a:pt x="947" y="50"/>
                </a:cubicBezTo>
                <a:cubicBezTo>
                  <a:pt x="938" y="40"/>
                  <a:pt x="927" y="34"/>
                  <a:pt x="909" y="34"/>
                </a:cubicBezTo>
                <a:cubicBezTo>
                  <a:pt x="880" y="34"/>
                  <a:pt x="859" y="57"/>
                  <a:pt x="859" y="84"/>
                </a:cubicBezTo>
                <a:cubicBezTo>
                  <a:pt x="859" y="84"/>
                  <a:pt x="859" y="84"/>
                  <a:pt x="859" y="84"/>
                </a:cubicBezTo>
                <a:cubicBezTo>
                  <a:pt x="859" y="112"/>
                  <a:pt x="880" y="134"/>
                  <a:pt x="909" y="134"/>
                </a:cubicBezTo>
                <a:cubicBezTo>
                  <a:pt x="928" y="134"/>
                  <a:pt x="939" y="127"/>
                  <a:pt x="948" y="117"/>
                </a:cubicBezTo>
                <a:cubicBezTo>
                  <a:pt x="932" y="100"/>
                  <a:pt x="932" y="100"/>
                  <a:pt x="932" y="100"/>
                </a:cubicBezTo>
                <a:cubicBezTo>
                  <a:pt x="925" y="107"/>
                  <a:pt x="919" y="111"/>
                  <a:pt x="910" y="111"/>
                </a:cubicBezTo>
                <a:close/>
                <a:moveTo>
                  <a:pt x="1945" y="35"/>
                </a:moveTo>
                <a:cubicBezTo>
                  <a:pt x="1929" y="35"/>
                  <a:pt x="1918" y="38"/>
                  <a:pt x="1908" y="42"/>
                </a:cubicBezTo>
                <a:cubicBezTo>
                  <a:pt x="1915" y="63"/>
                  <a:pt x="1915" y="63"/>
                  <a:pt x="1915" y="63"/>
                </a:cubicBezTo>
                <a:cubicBezTo>
                  <a:pt x="1923" y="60"/>
                  <a:pt x="1931" y="58"/>
                  <a:pt x="1941" y="58"/>
                </a:cubicBezTo>
                <a:cubicBezTo>
                  <a:pt x="1955" y="58"/>
                  <a:pt x="1962" y="64"/>
                  <a:pt x="1962" y="76"/>
                </a:cubicBezTo>
                <a:cubicBezTo>
                  <a:pt x="1962" y="77"/>
                  <a:pt x="1962" y="77"/>
                  <a:pt x="1962" y="77"/>
                </a:cubicBezTo>
                <a:cubicBezTo>
                  <a:pt x="1955" y="75"/>
                  <a:pt x="1948" y="73"/>
                  <a:pt x="1938" y="73"/>
                </a:cubicBezTo>
                <a:cubicBezTo>
                  <a:pt x="1915" y="73"/>
                  <a:pt x="1899" y="83"/>
                  <a:pt x="1899" y="104"/>
                </a:cubicBezTo>
                <a:cubicBezTo>
                  <a:pt x="1899" y="104"/>
                  <a:pt x="1899" y="104"/>
                  <a:pt x="1899" y="104"/>
                </a:cubicBezTo>
                <a:cubicBezTo>
                  <a:pt x="1899" y="123"/>
                  <a:pt x="1914" y="134"/>
                  <a:pt x="1932" y="134"/>
                </a:cubicBezTo>
                <a:cubicBezTo>
                  <a:pt x="1946" y="134"/>
                  <a:pt x="1955" y="129"/>
                  <a:pt x="1962" y="122"/>
                </a:cubicBezTo>
                <a:cubicBezTo>
                  <a:pt x="1962" y="132"/>
                  <a:pt x="1962" y="132"/>
                  <a:pt x="1962" y="132"/>
                </a:cubicBezTo>
                <a:cubicBezTo>
                  <a:pt x="1988" y="132"/>
                  <a:pt x="1988" y="132"/>
                  <a:pt x="1988" y="132"/>
                </a:cubicBezTo>
                <a:cubicBezTo>
                  <a:pt x="1988" y="76"/>
                  <a:pt x="1988" y="76"/>
                  <a:pt x="1988" y="76"/>
                </a:cubicBezTo>
                <a:cubicBezTo>
                  <a:pt x="1988" y="63"/>
                  <a:pt x="1985" y="53"/>
                  <a:pt x="1978" y="46"/>
                </a:cubicBezTo>
                <a:cubicBezTo>
                  <a:pt x="1971" y="39"/>
                  <a:pt x="1960" y="35"/>
                  <a:pt x="1945" y="35"/>
                </a:cubicBezTo>
                <a:close/>
                <a:moveTo>
                  <a:pt x="1962" y="98"/>
                </a:moveTo>
                <a:cubicBezTo>
                  <a:pt x="1962" y="108"/>
                  <a:pt x="1953" y="115"/>
                  <a:pt x="1941" y="115"/>
                </a:cubicBezTo>
                <a:cubicBezTo>
                  <a:pt x="1932" y="115"/>
                  <a:pt x="1926" y="111"/>
                  <a:pt x="1926" y="103"/>
                </a:cubicBezTo>
                <a:cubicBezTo>
                  <a:pt x="1926" y="103"/>
                  <a:pt x="1926" y="103"/>
                  <a:pt x="1926" y="103"/>
                </a:cubicBezTo>
                <a:cubicBezTo>
                  <a:pt x="1926" y="94"/>
                  <a:pt x="1933" y="90"/>
                  <a:pt x="1945" y="90"/>
                </a:cubicBezTo>
                <a:cubicBezTo>
                  <a:pt x="1951" y="90"/>
                  <a:pt x="1957" y="91"/>
                  <a:pt x="1962" y="93"/>
                </a:cubicBezTo>
                <a:lnTo>
                  <a:pt x="1962" y="98"/>
                </a:lnTo>
                <a:close/>
                <a:moveTo>
                  <a:pt x="1193" y="34"/>
                </a:moveTo>
                <a:cubicBezTo>
                  <a:pt x="1163" y="34"/>
                  <a:pt x="1141" y="56"/>
                  <a:pt x="1141" y="84"/>
                </a:cubicBezTo>
                <a:cubicBezTo>
                  <a:pt x="1141" y="84"/>
                  <a:pt x="1141" y="84"/>
                  <a:pt x="1141" y="84"/>
                </a:cubicBezTo>
                <a:cubicBezTo>
                  <a:pt x="1141" y="112"/>
                  <a:pt x="1163" y="134"/>
                  <a:pt x="1193" y="134"/>
                </a:cubicBezTo>
                <a:cubicBezTo>
                  <a:pt x="1223" y="134"/>
                  <a:pt x="1245" y="112"/>
                  <a:pt x="1245" y="84"/>
                </a:cubicBezTo>
                <a:cubicBezTo>
                  <a:pt x="1245" y="84"/>
                  <a:pt x="1245" y="84"/>
                  <a:pt x="1245" y="84"/>
                </a:cubicBezTo>
                <a:cubicBezTo>
                  <a:pt x="1245" y="56"/>
                  <a:pt x="1223" y="34"/>
                  <a:pt x="1193" y="34"/>
                </a:cubicBezTo>
                <a:close/>
                <a:moveTo>
                  <a:pt x="1218" y="84"/>
                </a:moveTo>
                <a:cubicBezTo>
                  <a:pt x="1218" y="99"/>
                  <a:pt x="1209" y="111"/>
                  <a:pt x="1193" y="111"/>
                </a:cubicBezTo>
                <a:cubicBezTo>
                  <a:pt x="1178" y="111"/>
                  <a:pt x="1168" y="98"/>
                  <a:pt x="1168" y="84"/>
                </a:cubicBezTo>
                <a:cubicBezTo>
                  <a:pt x="1168" y="84"/>
                  <a:pt x="1168" y="84"/>
                  <a:pt x="1168" y="84"/>
                </a:cubicBezTo>
                <a:cubicBezTo>
                  <a:pt x="1168" y="70"/>
                  <a:pt x="1177" y="58"/>
                  <a:pt x="1193" y="58"/>
                </a:cubicBezTo>
                <a:cubicBezTo>
                  <a:pt x="1208" y="58"/>
                  <a:pt x="1218" y="70"/>
                  <a:pt x="1218" y="8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80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D0375F64-E651-1A0A-ABF1-9C38BA663F9F}"/>
              </a:ext>
            </a:extLst>
          </p:cNvPr>
          <p:cNvSpPr txBox="1"/>
          <p:nvPr userDrawn="1"/>
        </p:nvSpPr>
        <p:spPr>
          <a:xfrm>
            <a:off x="750529" y="6401580"/>
            <a:ext cx="411587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2023 Lenovo Internal.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487150649"/>
      </p:ext>
    </p:extLst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_Black_Al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ackground pattern&#10;&#10;Description automatically generated">
            <a:extLst>
              <a:ext uri="{FF2B5EF4-FFF2-40B4-BE49-F238E27FC236}">
                <a16:creationId xmlns:a16="http://schemas.microsoft.com/office/drawing/2014/main" id="{3A0DD018-EAF2-48F3-ABFD-828A5E37FEA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36"/>
            <a:ext cx="12192000" cy="6857929"/>
          </a:xfrm>
          <a:prstGeom prst="rect">
            <a:avLst/>
          </a:prstGeom>
        </p:spPr>
      </p:pic>
      <p:sp>
        <p:nvSpPr>
          <p:cNvPr id="56" name="Title 16"/>
          <p:cNvSpPr>
            <a:spLocks noGrp="1"/>
          </p:cNvSpPr>
          <p:nvPr userDrawn="1">
            <p:ph type="title" hasCustomPrompt="1"/>
          </p:nvPr>
        </p:nvSpPr>
        <p:spPr bwMode="gray">
          <a:xfrm>
            <a:off x="750529" y="1524000"/>
            <a:ext cx="9914678" cy="3273368"/>
          </a:xfrm>
          <a:prstGeom prst="rect">
            <a:avLst/>
          </a:prstGeom>
        </p:spPr>
        <p:txBody>
          <a:bodyPr lIns="0" tIns="0" rIns="121899" bIns="0" anchor="b" anchorCtr="0"/>
          <a:lstStyle>
            <a:lvl1pPr marL="0" algn="l" defTabSz="1218987" rtl="0" eaLnBrk="1" latinLnBrk="0" hangingPunct="1">
              <a:lnSpc>
                <a:spcPct val="75000"/>
              </a:lnSpc>
              <a:spcBef>
                <a:spcPct val="0"/>
              </a:spcBef>
              <a:buNone/>
              <a:defRPr lang="en-US" sz="80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Presentation</a:t>
            </a:r>
            <a:br>
              <a:rPr lang="en-US"/>
            </a:br>
            <a:r>
              <a:rPr lang="en-US"/>
              <a:t>title here</a:t>
            </a:r>
          </a:p>
        </p:txBody>
      </p:sp>
      <p:sp>
        <p:nvSpPr>
          <p:cNvPr id="55" name="Subtitle 2"/>
          <p:cNvSpPr>
            <a:spLocks noGrp="1"/>
          </p:cNvSpPr>
          <p:nvPr userDrawn="1">
            <p:ph type="subTitle" idx="1" hasCustomPrompt="1"/>
          </p:nvPr>
        </p:nvSpPr>
        <p:spPr bwMode="gray">
          <a:xfrm>
            <a:off x="760612" y="5046115"/>
            <a:ext cx="9914678" cy="356616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 defTabSz="121898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600" b="0" kern="1200" cap="none" spc="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Speaker Name | Date</a:t>
            </a:r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C178D7C6-5801-6B30-A6A7-963788E95D85}"/>
              </a:ext>
            </a:extLst>
          </p:cNvPr>
          <p:cNvGrpSpPr>
            <a:grpSpLocks noChangeAspect="1"/>
          </p:cNvGrpSpPr>
          <p:nvPr userDrawn="1"/>
        </p:nvGrpSpPr>
        <p:grpSpPr>
          <a:xfrm rot="16200000">
            <a:off x="10152631" y="2542790"/>
            <a:ext cx="3058160" cy="1020580"/>
            <a:chOff x="547688" y="952500"/>
            <a:chExt cx="12190413" cy="4067175"/>
          </a:xfrm>
        </p:grpSpPr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69E9C34A-28EF-207E-149B-9EBED2862D6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70" name="Freeform 7">
              <a:extLst>
                <a:ext uri="{FF2B5EF4-FFF2-40B4-BE49-F238E27FC236}">
                  <a16:creationId xmlns:a16="http://schemas.microsoft.com/office/drawing/2014/main" id="{158C3A6B-F5BB-E37E-DB3D-C1ABEA07F21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71" name="Freeform 8">
              <a:extLst>
                <a:ext uri="{FF2B5EF4-FFF2-40B4-BE49-F238E27FC236}">
                  <a16:creationId xmlns:a16="http://schemas.microsoft.com/office/drawing/2014/main" id="{A56AE87F-217D-4207-F227-987A2E7FEBF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72" name="Freeform 9">
              <a:extLst>
                <a:ext uri="{FF2B5EF4-FFF2-40B4-BE49-F238E27FC236}">
                  <a16:creationId xmlns:a16="http://schemas.microsoft.com/office/drawing/2014/main" id="{D65BCC2D-74A9-8E37-6BBC-33B74966DAC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73" name="Freeform 10">
              <a:extLst>
                <a:ext uri="{FF2B5EF4-FFF2-40B4-BE49-F238E27FC236}">
                  <a16:creationId xmlns:a16="http://schemas.microsoft.com/office/drawing/2014/main" id="{BA8558ED-E4BF-D888-EF3B-A311AFE8C47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74" name="Freeform 10">
              <a:extLst>
                <a:ext uri="{FF2B5EF4-FFF2-40B4-BE49-F238E27FC236}">
                  <a16:creationId xmlns:a16="http://schemas.microsoft.com/office/drawing/2014/main" id="{AFF1776F-9DBA-D51E-8F71-E1FB30D7679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75" name="Freeform 11">
              <a:extLst>
                <a:ext uri="{FF2B5EF4-FFF2-40B4-BE49-F238E27FC236}">
                  <a16:creationId xmlns:a16="http://schemas.microsoft.com/office/drawing/2014/main" id="{820D6E3B-9704-EBDF-9D0D-A571A36CBC7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</p:grpSp>
      <p:sp>
        <p:nvSpPr>
          <p:cNvPr id="76" name="Freeform 5">
            <a:extLst>
              <a:ext uri="{FF2B5EF4-FFF2-40B4-BE49-F238E27FC236}">
                <a16:creationId xmlns:a16="http://schemas.microsoft.com/office/drawing/2014/main" id="{C002511A-253F-7F55-6C4F-3D51611D3CBF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750529" y="762000"/>
            <a:ext cx="3942091" cy="312470"/>
          </a:xfrm>
          <a:custGeom>
            <a:avLst/>
            <a:gdLst>
              <a:gd name="T0" fmla="*/ 557 w 2065"/>
              <a:gd name="T1" fmla="*/ 102 h 161"/>
              <a:gd name="T2" fmla="*/ 510 w 2065"/>
              <a:gd name="T3" fmla="*/ 76 h 161"/>
              <a:gd name="T4" fmla="*/ 583 w 2065"/>
              <a:gd name="T5" fmla="*/ 36 h 161"/>
              <a:gd name="T6" fmla="*/ 641 w 2065"/>
              <a:gd name="T7" fmla="*/ 34 h 161"/>
              <a:gd name="T8" fmla="*/ 2038 w 2065"/>
              <a:gd name="T9" fmla="*/ 1 h 161"/>
              <a:gd name="T10" fmla="*/ 706 w 2065"/>
              <a:gd name="T11" fmla="*/ 59 h 161"/>
              <a:gd name="T12" fmla="*/ 733 w 2065"/>
              <a:gd name="T13" fmla="*/ 100 h 161"/>
              <a:gd name="T14" fmla="*/ 1999 w 2065"/>
              <a:gd name="T15" fmla="*/ 132 h 161"/>
              <a:gd name="T16" fmla="*/ 760 w 2065"/>
              <a:gd name="T17" fmla="*/ 84 h 161"/>
              <a:gd name="T18" fmla="*/ 787 w 2065"/>
              <a:gd name="T19" fmla="*/ 93 h 161"/>
              <a:gd name="T20" fmla="*/ 828 w 2065"/>
              <a:gd name="T21" fmla="*/ 76 h 161"/>
              <a:gd name="T22" fmla="*/ 133 w 2065"/>
              <a:gd name="T23" fmla="*/ 36 h 161"/>
              <a:gd name="T24" fmla="*/ 166 w 2065"/>
              <a:gd name="T25" fmla="*/ 78 h 161"/>
              <a:gd name="T26" fmla="*/ 225 w 2065"/>
              <a:gd name="T27" fmla="*/ 132 h 161"/>
              <a:gd name="T28" fmla="*/ 32 w 2065"/>
              <a:gd name="T29" fmla="*/ 40 h 161"/>
              <a:gd name="T30" fmla="*/ 5 w 2065"/>
              <a:gd name="T31" fmla="*/ 43 h 161"/>
              <a:gd name="T32" fmla="*/ 0 w 2065"/>
              <a:gd name="T33" fmla="*/ 114 h 161"/>
              <a:gd name="T34" fmla="*/ 266 w 2065"/>
              <a:gd name="T35" fmla="*/ 43 h 161"/>
              <a:gd name="T36" fmla="*/ 258 w 2065"/>
              <a:gd name="T37" fmla="*/ 104 h 161"/>
              <a:gd name="T38" fmla="*/ 347 w 2065"/>
              <a:gd name="T39" fmla="*/ 76 h 161"/>
              <a:gd name="T40" fmla="*/ 285 w 2065"/>
              <a:gd name="T41" fmla="*/ 103 h 161"/>
              <a:gd name="T42" fmla="*/ 429 w 2065"/>
              <a:gd name="T43" fmla="*/ 36 h 161"/>
              <a:gd name="T44" fmla="*/ 479 w 2065"/>
              <a:gd name="T45" fmla="*/ 128 h 161"/>
              <a:gd name="T46" fmla="*/ 479 w 2065"/>
              <a:gd name="T47" fmla="*/ 36 h 161"/>
              <a:gd name="T48" fmla="*/ 354 w 2065"/>
              <a:gd name="T49" fmla="*/ 132 h 161"/>
              <a:gd name="T50" fmla="*/ 382 w 2065"/>
              <a:gd name="T51" fmla="*/ 55 h 161"/>
              <a:gd name="T52" fmla="*/ 1387 w 2065"/>
              <a:gd name="T53" fmla="*/ 84 h 161"/>
              <a:gd name="T54" fmla="*/ 1335 w 2065"/>
              <a:gd name="T55" fmla="*/ 58 h 161"/>
              <a:gd name="T56" fmla="*/ 1834 w 2065"/>
              <a:gd name="T57" fmla="*/ 132 h 161"/>
              <a:gd name="T58" fmla="*/ 1748 w 2065"/>
              <a:gd name="T59" fmla="*/ 34 h 161"/>
              <a:gd name="T60" fmla="*/ 1748 w 2065"/>
              <a:gd name="T61" fmla="*/ 34 h 161"/>
              <a:gd name="T62" fmla="*/ 1773 w 2065"/>
              <a:gd name="T63" fmla="*/ 84 h 161"/>
              <a:gd name="T64" fmla="*/ 1465 w 2065"/>
              <a:gd name="T65" fmla="*/ 109 h 161"/>
              <a:gd name="T66" fmla="*/ 1480 w 2065"/>
              <a:gd name="T67" fmla="*/ 148 h 161"/>
              <a:gd name="T68" fmla="*/ 1442 w 2065"/>
              <a:gd name="T69" fmla="*/ 102 h 161"/>
              <a:gd name="T70" fmla="*/ 1675 w 2065"/>
              <a:gd name="T71" fmla="*/ 37 h 161"/>
              <a:gd name="T72" fmla="*/ 1655 w 2065"/>
              <a:gd name="T73" fmla="*/ 7 h 161"/>
              <a:gd name="T74" fmla="*/ 1648 w 2065"/>
              <a:gd name="T75" fmla="*/ 132 h 161"/>
              <a:gd name="T76" fmla="*/ 1526 w 2065"/>
              <a:gd name="T77" fmla="*/ 36 h 161"/>
              <a:gd name="T78" fmla="*/ 1528 w 2065"/>
              <a:gd name="T79" fmla="*/ 161 h 161"/>
              <a:gd name="T80" fmla="*/ 980 w 2065"/>
              <a:gd name="T81" fmla="*/ 49 h 161"/>
              <a:gd name="T82" fmla="*/ 997 w 2065"/>
              <a:gd name="T83" fmla="*/ 59 h 161"/>
              <a:gd name="T84" fmla="*/ 1250 w 2065"/>
              <a:gd name="T85" fmla="*/ 132 h 161"/>
              <a:gd name="T86" fmla="*/ 1075 w 2065"/>
              <a:gd name="T87" fmla="*/ 49 h 161"/>
              <a:gd name="T88" fmla="*/ 1092 w 2065"/>
              <a:gd name="T89" fmla="*/ 59 h 161"/>
              <a:gd name="T90" fmla="*/ 910 w 2065"/>
              <a:gd name="T91" fmla="*/ 111 h 161"/>
              <a:gd name="T92" fmla="*/ 909 w 2065"/>
              <a:gd name="T93" fmla="*/ 34 h 161"/>
              <a:gd name="T94" fmla="*/ 910 w 2065"/>
              <a:gd name="T95" fmla="*/ 111 h 161"/>
              <a:gd name="T96" fmla="*/ 1962 w 2065"/>
              <a:gd name="T97" fmla="*/ 77 h 161"/>
              <a:gd name="T98" fmla="*/ 1962 w 2065"/>
              <a:gd name="T99" fmla="*/ 132 h 161"/>
              <a:gd name="T100" fmla="*/ 1941 w 2065"/>
              <a:gd name="T101" fmla="*/ 115 h 161"/>
              <a:gd name="T102" fmla="*/ 1193 w 2065"/>
              <a:gd name="T103" fmla="*/ 34 h 161"/>
              <a:gd name="T104" fmla="*/ 1193 w 2065"/>
              <a:gd name="T105" fmla="*/ 34 h 161"/>
              <a:gd name="T106" fmla="*/ 1218 w 2065"/>
              <a:gd name="T107" fmla="*/ 84 h 1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2065" h="161">
                <a:moveTo>
                  <a:pt x="530" y="34"/>
                </a:moveTo>
                <a:cubicBezTo>
                  <a:pt x="502" y="34"/>
                  <a:pt x="483" y="57"/>
                  <a:pt x="483" y="84"/>
                </a:cubicBezTo>
                <a:cubicBezTo>
                  <a:pt x="483" y="84"/>
                  <a:pt x="483" y="84"/>
                  <a:pt x="483" y="84"/>
                </a:cubicBezTo>
                <a:cubicBezTo>
                  <a:pt x="483" y="114"/>
                  <a:pt x="504" y="134"/>
                  <a:pt x="533" y="134"/>
                </a:cubicBezTo>
                <a:cubicBezTo>
                  <a:pt x="551" y="134"/>
                  <a:pt x="563" y="127"/>
                  <a:pt x="572" y="116"/>
                </a:cubicBezTo>
                <a:cubicBezTo>
                  <a:pt x="557" y="102"/>
                  <a:pt x="557" y="102"/>
                  <a:pt x="557" y="102"/>
                </a:cubicBezTo>
                <a:cubicBezTo>
                  <a:pt x="549" y="109"/>
                  <a:pt x="543" y="112"/>
                  <a:pt x="533" y="112"/>
                </a:cubicBezTo>
                <a:cubicBezTo>
                  <a:pt x="521" y="112"/>
                  <a:pt x="513" y="106"/>
                  <a:pt x="510" y="93"/>
                </a:cubicBezTo>
                <a:cubicBezTo>
                  <a:pt x="577" y="93"/>
                  <a:pt x="577" y="93"/>
                  <a:pt x="577" y="93"/>
                </a:cubicBezTo>
                <a:cubicBezTo>
                  <a:pt x="577" y="91"/>
                  <a:pt x="577" y="88"/>
                  <a:pt x="577" y="86"/>
                </a:cubicBezTo>
                <a:cubicBezTo>
                  <a:pt x="577" y="59"/>
                  <a:pt x="563" y="34"/>
                  <a:pt x="530" y="34"/>
                </a:cubicBezTo>
                <a:close/>
                <a:moveTo>
                  <a:pt x="510" y="76"/>
                </a:moveTo>
                <a:cubicBezTo>
                  <a:pt x="512" y="64"/>
                  <a:pt x="519" y="56"/>
                  <a:pt x="530" y="56"/>
                </a:cubicBezTo>
                <a:cubicBezTo>
                  <a:pt x="542" y="56"/>
                  <a:pt x="549" y="64"/>
                  <a:pt x="551" y="76"/>
                </a:cubicBezTo>
                <a:lnTo>
                  <a:pt x="510" y="76"/>
                </a:lnTo>
                <a:close/>
                <a:moveTo>
                  <a:pt x="610" y="55"/>
                </a:moveTo>
                <a:cubicBezTo>
                  <a:pt x="610" y="36"/>
                  <a:pt x="610" y="36"/>
                  <a:pt x="610" y="36"/>
                </a:cubicBezTo>
                <a:cubicBezTo>
                  <a:pt x="583" y="36"/>
                  <a:pt x="583" y="36"/>
                  <a:pt x="583" y="36"/>
                </a:cubicBezTo>
                <a:cubicBezTo>
                  <a:pt x="583" y="132"/>
                  <a:pt x="583" y="132"/>
                  <a:pt x="583" y="132"/>
                </a:cubicBezTo>
                <a:cubicBezTo>
                  <a:pt x="610" y="132"/>
                  <a:pt x="610" y="132"/>
                  <a:pt x="610" y="132"/>
                </a:cubicBezTo>
                <a:cubicBezTo>
                  <a:pt x="610" y="97"/>
                  <a:pt x="610" y="97"/>
                  <a:pt x="610" y="97"/>
                </a:cubicBezTo>
                <a:cubicBezTo>
                  <a:pt x="610" y="74"/>
                  <a:pt x="621" y="63"/>
                  <a:pt x="640" y="63"/>
                </a:cubicBezTo>
                <a:cubicBezTo>
                  <a:pt x="641" y="63"/>
                  <a:pt x="641" y="63"/>
                  <a:pt x="641" y="63"/>
                </a:cubicBezTo>
                <a:cubicBezTo>
                  <a:pt x="641" y="34"/>
                  <a:pt x="641" y="34"/>
                  <a:pt x="641" y="34"/>
                </a:cubicBezTo>
                <a:cubicBezTo>
                  <a:pt x="625" y="33"/>
                  <a:pt x="616" y="42"/>
                  <a:pt x="610" y="55"/>
                </a:cubicBezTo>
                <a:close/>
                <a:moveTo>
                  <a:pt x="2038" y="1"/>
                </a:moveTo>
                <a:cubicBezTo>
                  <a:pt x="2038" y="132"/>
                  <a:pt x="2038" y="132"/>
                  <a:pt x="2038" y="132"/>
                </a:cubicBezTo>
                <a:cubicBezTo>
                  <a:pt x="2065" y="132"/>
                  <a:pt x="2065" y="132"/>
                  <a:pt x="2065" y="132"/>
                </a:cubicBezTo>
                <a:cubicBezTo>
                  <a:pt x="2065" y="1"/>
                  <a:pt x="2065" y="1"/>
                  <a:pt x="2065" y="1"/>
                </a:cubicBezTo>
                <a:lnTo>
                  <a:pt x="2038" y="1"/>
                </a:lnTo>
                <a:close/>
                <a:moveTo>
                  <a:pt x="733" y="11"/>
                </a:moveTo>
                <a:cubicBezTo>
                  <a:pt x="706" y="11"/>
                  <a:pt x="706" y="11"/>
                  <a:pt x="706" y="11"/>
                </a:cubicBezTo>
                <a:cubicBezTo>
                  <a:pt x="706" y="36"/>
                  <a:pt x="706" y="36"/>
                  <a:pt x="706" y="36"/>
                </a:cubicBezTo>
                <a:cubicBezTo>
                  <a:pt x="694" y="36"/>
                  <a:pt x="694" y="36"/>
                  <a:pt x="694" y="36"/>
                </a:cubicBezTo>
                <a:cubicBezTo>
                  <a:pt x="694" y="59"/>
                  <a:pt x="694" y="59"/>
                  <a:pt x="694" y="59"/>
                </a:cubicBezTo>
                <a:cubicBezTo>
                  <a:pt x="706" y="59"/>
                  <a:pt x="706" y="59"/>
                  <a:pt x="706" y="59"/>
                </a:cubicBezTo>
                <a:cubicBezTo>
                  <a:pt x="706" y="105"/>
                  <a:pt x="706" y="105"/>
                  <a:pt x="706" y="105"/>
                </a:cubicBezTo>
                <a:cubicBezTo>
                  <a:pt x="706" y="127"/>
                  <a:pt x="717" y="134"/>
                  <a:pt x="734" y="134"/>
                </a:cubicBezTo>
                <a:cubicBezTo>
                  <a:pt x="743" y="134"/>
                  <a:pt x="750" y="132"/>
                  <a:pt x="755" y="128"/>
                </a:cubicBezTo>
                <a:cubicBezTo>
                  <a:pt x="755" y="106"/>
                  <a:pt x="755" y="106"/>
                  <a:pt x="755" y="106"/>
                </a:cubicBezTo>
                <a:cubicBezTo>
                  <a:pt x="752" y="108"/>
                  <a:pt x="747" y="110"/>
                  <a:pt x="742" y="110"/>
                </a:cubicBezTo>
                <a:cubicBezTo>
                  <a:pt x="736" y="110"/>
                  <a:pt x="733" y="107"/>
                  <a:pt x="733" y="100"/>
                </a:cubicBezTo>
                <a:cubicBezTo>
                  <a:pt x="733" y="59"/>
                  <a:pt x="733" y="59"/>
                  <a:pt x="733" y="59"/>
                </a:cubicBezTo>
                <a:cubicBezTo>
                  <a:pt x="756" y="59"/>
                  <a:pt x="756" y="59"/>
                  <a:pt x="756" y="59"/>
                </a:cubicBezTo>
                <a:cubicBezTo>
                  <a:pt x="756" y="36"/>
                  <a:pt x="756" y="36"/>
                  <a:pt x="756" y="36"/>
                </a:cubicBezTo>
                <a:cubicBezTo>
                  <a:pt x="733" y="36"/>
                  <a:pt x="733" y="36"/>
                  <a:pt x="733" y="36"/>
                </a:cubicBezTo>
                <a:lnTo>
                  <a:pt x="733" y="11"/>
                </a:lnTo>
                <a:close/>
                <a:moveTo>
                  <a:pt x="1999" y="132"/>
                </a:moveTo>
                <a:cubicBezTo>
                  <a:pt x="2027" y="132"/>
                  <a:pt x="2027" y="132"/>
                  <a:pt x="2027" y="132"/>
                </a:cubicBezTo>
                <a:cubicBezTo>
                  <a:pt x="2027" y="1"/>
                  <a:pt x="2027" y="1"/>
                  <a:pt x="2027" y="1"/>
                </a:cubicBezTo>
                <a:cubicBezTo>
                  <a:pt x="1999" y="1"/>
                  <a:pt x="1999" y="1"/>
                  <a:pt x="1999" y="1"/>
                </a:cubicBezTo>
                <a:lnTo>
                  <a:pt x="1999" y="132"/>
                </a:lnTo>
                <a:close/>
                <a:moveTo>
                  <a:pt x="807" y="34"/>
                </a:moveTo>
                <a:cubicBezTo>
                  <a:pt x="779" y="34"/>
                  <a:pt x="760" y="57"/>
                  <a:pt x="760" y="84"/>
                </a:cubicBezTo>
                <a:cubicBezTo>
                  <a:pt x="760" y="84"/>
                  <a:pt x="760" y="84"/>
                  <a:pt x="760" y="84"/>
                </a:cubicBezTo>
                <a:cubicBezTo>
                  <a:pt x="760" y="114"/>
                  <a:pt x="781" y="134"/>
                  <a:pt x="810" y="134"/>
                </a:cubicBezTo>
                <a:cubicBezTo>
                  <a:pt x="827" y="134"/>
                  <a:pt x="840" y="127"/>
                  <a:pt x="849" y="116"/>
                </a:cubicBezTo>
                <a:cubicBezTo>
                  <a:pt x="834" y="102"/>
                  <a:pt x="834" y="102"/>
                  <a:pt x="834" y="102"/>
                </a:cubicBezTo>
                <a:cubicBezTo>
                  <a:pt x="826" y="109"/>
                  <a:pt x="820" y="112"/>
                  <a:pt x="810" y="112"/>
                </a:cubicBezTo>
                <a:cubicBezTo>
                  <a:pt x="798" y="112"/>
                  <a:pt x="790" y="106"/>
                  <a:pt x="787" y="93"/>
                </a:cubicBezTo>
                <a:cubicBezTo>
                  <a:pt x="854" y="93"/>
                  <a:pt x="854" y="93"/>
                  <a:pt x="854" y="93"/>
                </a:cubicBezTo>
                <a:cubicBezTo>
                  <a:pt x="854" y="91"/>
                  <a:pt x="854" y="88"/>
                  <a:pt x="854" y="86"/>
                </a:cubicBezTo>
                <a:cubicBezTo>
                  <a:pt x="854" y="59"/>
                  <a:pt x="839" y="34"/>
                  <a:pt x="807" y="34"/>
                </a:cubicBezTo>
                <a:close/>
                <a:moveTo>
                  <a:pt x="787" y="76"/>
                </a:moveTo>
                <a:cubicBezTo>
                  <a:pt x="789" y="64"/>
                  <a:pt x="796" y="56"/>
                  <a:pt x="807" y="56"/>
                </a:cubicBezTo>
                <a:cubicBezTo>
                  <a:pt x="819" y="56"/>
                  <a:pt x="826" y="64"/>
                  <a:pt x="828" y="76"/>
                </a:cubicBezTo>
                <a:lnTo>
                  <a:pt x="787" y="76"/>
                </a:lnTo>
                <a:close/>
                <a:moveTo>
                  <a:pt x="220" y="34"/>
                </a:moveTo>
                <a:cubicBezTo>
                  <a:pt x="207" y="34"/>
                  <a:pt x="197" y="39"/>
                  <a:pt x="189" y="49"/>
                </a:cubicBezTo>
                <a:cubicBezTo>
                  <a:pt x="184" y="40"/>
                  <a:pt x="174" y="34"/>
                  <a:pt x="161" y="34"/>
                </a:cubicBezTo>
                <a:cubicBezTo>
                  <a:pt x="148" y="34"/>
                  <a:pt x="139" y="41"/>
                  <a:pt x="133" y="50"/>
                </a:cubicBezTo>
                <a:cubicBezTo>
                  <a:pt x="133" y="36"/>
                  <a:pt x="133" y="36"/>
                  <a:pt x="133" y="36"/>
                </a:cubicBezTo>
                <a:cubicBezTo>
                  <a:pt x="106" y="36"/>
                  <a:pt x="106" y="36"/>
                  <a:pt x="106" y="36"/>
                </a:cubicBezTo>
                <a:cubicBezTo>
                  <a:pt x="106" y="132"/>
                  <a:pt x="106" y="132"/>
                  <a:pt x="106" y="132"/>
                </a:cubicBezTo>
                <a:cubicBezTo>
                  <a:pt x="133" y="132"/>
                  <a:pt x="133" y="132"/>
                  <a:pt x="133" y="132"/>
                </a:cubicBezTo>
                <a:cubicBezTo>
                  <a:pt x="133" y="78"/>
                  <a:pt x="133" y="78"/>
                  <a:pt x="133" y="78"/>
                </a:cubicBezTo>
                <a:cubicBezTo>
                  <a:pt x="133" y="65"/>
                  <a:pt x="139" y="59"/>
                  <a:pt x="150" y="59"/>
                </a:cubicBezTo>
                <a:cubicBezTo>
                  <a:pt x="160" y="59"/>
                  <a:pt x="166" y="65"/>
                  <a:pt x="166" y="78"/>
                </a:cubicBezTo>
                <a:cubicBezTo>
                  <a:pt x="166" y="132"/>
                  <a:pt x="166" y="132"/>
                  <a:pt x="166" y="132"/>
                </a:cubicBezTo>
                <a:cubicBezTo>
                  <a:pt x="193" y="132"/>
                  <a:pt x="193" y="132"/>
                  <a:pt x="193" y="132"/>
                </a:cubicBezTo>
                <a:cubicBezTo>
                  <a:pt x="193" y="78"/>
                  <a:pt x="193" y="78"/>
                  <a:pt x="193" y="78"/>
                </a:cubicBezTo>
                <a:cubicBezTo>
                  <a:pt x="193" y="65"/>
                  <a:pt x="199" y="59"/>
                  <a:pt x="209" y="59"/>
                </a:cubicBezTo>
                <a:cubicBezTo>
                  <a:pt x="220" y="59"/>
                  <a:pt x="225" y="65"/>
                  <a:pt x="225" y="78"/>
                </a:cubicBezTo>
                <a:cubicBezTo>
                  <a:pt x="225" y="132"/>
                  <a:pt x="225" y="132"/>
                  <a:pt x="225" y="132"/>
                </a:cubicBezTo>
                <a:cubicBezTo>
                  <a:pt x="253" y="132"/>
                  <a:pt x="253" y="132"/>
                  <a:pt x="253" y="132"/>
                </a:cubicBezTo>
                <a:cubicBezTo>
                  <a:pt x="253" y="69"/>
                  <a:pt x="253" y="69"/>
                  <a:pt x="253" y="69"/>
                </a:cubicBezTo>
                <a:cubicBezTo>
                  <a:pt x="253" y="46"/>
                  <a:pt x="240" y="34"/>
                  <a:pt x="220" y="34"/>
                </a:cubicBezTo>
                <a:close/>
                <a:moveTo>
                  <a:pt x="59" y="57"/>
                </a:moveTo>
                <a:cubicBezTo>
                  <a:pt x="38" y="51"/>
                  <a:pt x="32" y="49"/>
                  <a:pt x="32" y="40"/>
                </a:cubicBezTo>
                <a:cubicBezTo>
                  <a:pt x="32" y="40"/>
                  <a:pt x="32" y="40"/>
                  <a:pt x="32" y="40"/>
                </a:cubicBezTo>
                <a:cubicBezTo>
                  <a:pt x="32" y="34"/>
                  <a:pt x="38" y="29"/>
                  <a:pt x="48" y="29"/>
                </a:cubicBezTo>
                <a:cubicBezTo>
                  <a:pt x="59" y="29"/>
                  <a:pt x="70" y="34"/>
                  <a:pt x="81" y="41"/>
                </a:cubicBezTo>
                <a:cubicBezTo>
                  <a:pt x="95" y="21"/>
                  <a:pt x="95" y="21"/>
                  <a:pt x="95" y="21"/>
                </a:cubicBezTo>
                <a:cubicBezTo>
                  <a:pt x="83" y="10"/>
                  <a:pt x="67" y="5"/>
                  <a:pt x="49" y="5"/>
                </a:cubicBezTo>
                <a:cubicBezTo>
                  <a:pt x="23" y="5"/>
                  <a:pt x="5" y="20"/>
                  <a:pt x="5" y="43"/>
                </a:cubicBezTo>
                <a:cubicBezTo>
                  <a:pt x="5" y="43"/>
                  <a:pt x="5" y="43"/>
                  <a:pt x="5" y="43"/>
                </a:cubicBezTo>
                <a:cubicBezTo>
                  <a:pt x="5" y="68"/>
                  <a:pt x="21" y="75"/>
                  <a:pt x="46" y="81"/>
                </a:cubicBezTo>
                <a:cubicBezTo>
                  <a:pt x="67" y="87"/>
                  <a:pt x="72" y="90"/>
                  <a:pt x="72" y="97"/>
                </a:cubicBezTo>
                <a:cubicBezTo>
                  <a:pt x="72" y="98"/>
                  <a:pt x="72" y="98"/>
                  <a:pt x="72" y="98"/>
                </a:cubicBezTo>
                <a:cubicBezTo>
                  <a:pt x="72" y="105"/>
                  <a:pt x="65" y="109"/>
                  <a:pt x="54" y="109"/>
                </a:cubicBezTo>
                <a:cubicBezTo>
                  <a:pt x="39" y="109"/>
                  <a:pt x="27" y="104"/>
                  <a:pt x="16" y="94"/>
                </a:cubicBezTo>
                <a:cubicBezTo>
                  <a:pt x="0" y="114"/>
                  <a:pt x="0" y="114"/>
                  <a:pt x="0" y="114"/>
                </a:cubicBezTo>
                <a:cubicBezTo>
                  <a:pt x="15" y="127"/>
                  <a:pt x="34" y="134"/>
                  <a:pt x="53" y="134"/>
                </a:cubicBezTo>
                <a:cubicBezTo>
                  <a:pt x="80" y="134"/>
                  <a:pt x="99" y="120"/>
                  <a:pt x="99" y="95"/>
                </a:cubicBezTo>
                <a:cubicBezTo>
                  <a:pt x="99" y="95"/>
                  <a:pt x="99" y="95"/>
                  <a:pt x="99" y="95"/>
                </a:cubicBezTo>
                <a:cubicBezTo>
                  <a:pt x="99" y="73"/>
                  <a:pt x="85" y="63"/>
                  <a:pt x="59" y="57"/>
                </a:cubicBezTo>
                <a:close/>
                <a:moveTo>
                  <a:pt x="304" y="35"/>
                </a:moveTo>
                <a:cubicBezTo>
                  <a:pt x="287" y="35"/>
                  <a:pt x="277" y="38"/>
                  <a:pt x="266" y="43"/>
                </a:cubicBezTo>
                <a:cubicBezTo>
                  <a:pt x="273" y="63"/>
                  <a:pt x="273" y="63"/>
                  <a:pt x="273" y="63"/>
                </a:cubicBezTo>
                <a:cubicBezTo>
                  <a:pt x="282" y="60"/>
                  <a:pt x="289" y="58"/>
                  <a:pt x="300" y="58"/>
                </a:cubicBezTo>
                <a:cubicBezTo>
                  <a:pt x="313" y="58"/>
                  <a:pt x="320" y="64"/>
                  <a:pt x="320" y="76"/>
                </a:cubicBezTo>
                <a:cubicBezTo>
                  <a:pt x="320" y="77"/>
                  <a:pt x="320" y="77"/>
                  <a:pt x="320" y="77"/>
                </a:cubicBezTo>
                <a:cubicBezTo>
                  <a:pt x="314" y="75"/>
                  <a:pt x="307" y="73"/>
                  <a:pt x="297" y="73"/>
                </a:cubicBezTo>
                <a:cubicBezTo>
                  <a:pt x="274" y="73"/>
                  <a:pt x="258" y="83"/>
                  <a:pt x="258" y="104"/>
                </a:cubicBezTo>
                <a:cubicBezTo>
                  <a:pt x="258" y="104"/>
                  <a:pt x="258" y="104"/>
                  <a:pt x="258" y="104"/>
                </a:cubicBezTo>
                <a:cubicBezTo>
                  <a:pt x="258" y="123"/>
                  <a:pt x="273" y="134"/>
                  <a:pt x="291" y="134"/>
                </a:cubicBezTo>
                <a:cubicBezTo>
                  <a:pt x="304" y="134"/>
                  <a:pt x="314" y="129"/>
                  <a:pt x="320" y="122"/>
                </a:cubicBezTo>
                <a:cubicBezTo>
                  <a:pt x="320" y="132"/>
                  <a:pt x="320" y="132"/>
                  <a:pt x="320" y="132"/>
                </a:cubicBezTo>
                <a:cubicBezTo>
                  <a:pt x="347" y="132"/>
                  <a:pt x="347" y="132"/>
                  <a:pt x="347" y="132"/>
                </a:cubicBezTo>
                <a:cubicBezTo>
                  <a:pt x="347" y="76"/>
                  <a:pt x="347" y="76"/>
                  <a:pt x="347" y="76"/>
                </a:cubicBezTo>
                <a:cubicBezTo>
                  <a:pt x="347" y="63"/>
                  <a:pt x="343" y="53"/>
                  <a:pt x="336" y="46"/>
                </a:cubicBezTo>
                <a:cubicBezTo>
                  <a:pt x="329" y="39"/>
                  <a:pt x="319" y="35"/>
                  <a:pt x="304" y="35"/>
                </a:cubicBezTo>
                <a:close/>
                <a:moveTo>
                  <a:pt x="321" y="98"/>
                </a:moveTo>
                <a:cubicBezTo>
                  <a:pt x="321" y="108"/>
                  <a:pt x="312" y="115"/>
                  <a:pt x="299" y="115"/>
                </a:cubicBezTo>
                <a:cubicBezTo>
                  <a:pt x="291" y="115"/>
                  <a:pt x="285" y="111"/>
                  <a:pt x="285" y="103"/>
                </a:cubicBezTo>
                <a:cubicBezTo>
                  <a:pt x="285" y="103"/>
                  <a:pt x="285" y="103"/>
                  <a:pt x="285" y="103"/>
                </a:cubicBezTo>
                <a:cubicBezTo>
                  <a:pt x="285" y="94"/>
                  <a:pt x="292" y="90"/>
                  <a:pt x="303" y="90"/>
                </a:cubicBezTo>
                <a:cubicBezTo>
                  <a:pt x="310" y="90"/>
                  <a:pt x="316" y="91"/>
                  <a:pt x="321" y="93"/>
                </a:cubicBezTo>
                <a:lnTo>
                  <a:pt x="321" y="98"/>
                </a:lnTo>
                <a:close/>
                <a:moveTo>
                  <a:pt x="457" y="11"/>
                </a:moveTo>
                <a:cubicBezTo>
                  <a:pt x="429" y="11"/>
                  <a:pt x="429" y="11"/>
                  <a:pt x="429" y="11"/>
                </a:cubicBezTo>
                <a:cubicBezTo>
                  <a:pt x="429" y="36"/>
                  <a:pt x="429" y="36"/>
                  <a:pt x="429" y="36"/>
                </a:cubicBezTo>
                <a:cubicBezTo>
                  <a:pt x="418" y="36"/>
                  <a:pt x="418" y="36"/>
                  <a:pt x="418" y="36"/>
                </a:cubicBezTo>
                <a:cubicBezTo>
                  <a:pt x="418" y="59"/>
                  <a:pt x="418" y="59"/>
                  <a:pt x="418" y="59"/>
                </a:cubicBezTo>
                <a:cubicBezTo>
                  <a:pt x="429" y="59"/>
                  <a:pt x="429" y="59"/>
                  <a:pt x="429" y="59"/>
                </a:cubicBezTo>
                <a:cubicBezTo>
                  <a:pt x="429" y="105"/>
                  <a:pt x="429" y="105"/>
                  <a:pt x="429" y="105"/>
                </a:cubicBezTo>
                <a:cubicBezTo>
                  <a:pt x="429" y="127"/>
                  <a:pt x="441" y="134"/>
                  <a:pt x="457" y="134"/>
                </a:cubicBezTo>
                <a:cubicBezTo>
                  <a:pt x="466" y="134"/>
                  <a:pt x="473" y="132"/>
                  <a:pt x="479" y="128"/>
                </a:cubicBezTo>
                <a:cubicBezTo>
                  <a:pt x="479" y="106"/>
                  <a:pt x="479" y="106"/>
                  <a:pt x="479" y="106"/>
                </a:cubicBezTo>
                <a:cubicBezTo>
                  <a:pt x="475" y="108"/>
                  <a:pt x="470" y="110"/>
                  <a:pt x="465" y="110"/>
                </a:cubicBezTo>
                <a:cubicBezTo>
                  <a:pt x="459" y="110"/>
                  <a:pt x="457" y="107"/>
                  <a:pt x="457" y="100"/>
                </a:cubicBezTo>
                <a:cubicBezTo>
                  <a:pt x="457" y="59"/>
                  <a:pt x="457" y="59"/>
                  <a:pt x="457" y="59"/>
                </a:cubicBezTo>
                <a:cubicBezTo>
                  <a:pt x="479" y="59"/>
                  <a:pt x="479" y="59"/>
                  <a:pt x="479" y="59"/>
                </a:cubicBezTo>
                <a:cubicBezTo>
                  <a:pt x="479" y="36"/>
                  <a:pt x="479" y="36"/>
                  <a:pt x="479" y="36"/>
                </a:cubicBezTo>
                <a:cubicBezTo>
                  <a:pt x="457" y="36"/>
                  <a:pt x="457" y="36"/>
                  <a:pt x="457" y="36"/>
                </a:cubicBezTo>
                <a:lnTo>
                  <a:pt x="457" y="11"/>
                </a:lnTo>
                <a:close/>
                <a:moveTo>
                  <a:pt x="382" y="55"/>
                </a:moveTo>
                <a:cubicBezTo>
                  <a:pt x="382" y="36"/>
                  <a:pt x="382" y="36"/>
                  <a:pt x="382" y="36"/>
                </a:cubicBezTo>
                <a:cubicBezTo>
                  <a:pt x="354" y="36"/>
                  <a:pt x="354" y="36"/>
                  <a:pt x="354" y="36"/>
                </a:cubicBezTo>
                <a:cubicBezTo>
                  <a:pt x="354" y="132"/>
                  <a:pt x="354" y="132"/>
                  <a:pt x="354" y="132"/>
                </a:cubicBezTo>
                <a:cubicBezTo>
                  <a:pt x="382" y="132"/>
                  <a:pt x="382" y="132"/>
                  <a:pt x="382" y="132"/>
                </a:cubicBezTo>
                <a:cubicBezTo>
                  <a:pt x="382" y="97"/>
                  <a:pt x="382" y="97"/>
                  <a:pt x="382" y="97"/>
                </a:cubicBezTo>
                <a:cubicBezTo>
                  <a:pt x="382" y="74"/>
                  <a:pt x="393" y="63"/>
                  <a:pt x="411" y="63"/>
                </a:cubicBezTo>
                <a:cubicBezTo>
                  <a:pt x="412" y="63"/>
                  <a:pt x="412" y="63"/>
                  <a:pt x="412" y="63"/>
                </a:cubicBezTo>
                <a:cubicBezTo>
                  <a:pt x="412" y="34"/>
                  <a:pt x="412" y="34"/>
                  <a:pt x="412" y="34"/>
                </a:cubicBezTo>
                <a:cubicBezTo>
                  <a:pt x="396" y="33"/>
                  <a:pt x="387" y="42"/>
                  <a:pt x="382" y="55"/>
                </a:cubicBezTo>
                <a:close/>
                <a:moveTo>
                  <a:pt x="1335" y="34"/>
                </a:moveTo>
                <a:cubicBezTo>
                  <a:pt x="1305" y="34"/>
                  <a:pt x="1283" y="56"/>
                  <a:pt x="1283" y="84"/>
                </a:cubicBezTo>
                <a:cubicBezTo>
                  <a:pt x="1283" y="84"/>
                  <a:pt x="1283" y="84"/>
                  <a:pt x="1283" y="84"/>
                </a:cubicBezTo>
                <a:cubicBezTo>
                  <a:pt x="1283" y="112"/>
                  <a:pt x="1305" y="134"/>
                  <a:pt x="1335" y="134"/>
                </a:cubicBezTo>
                <a:cubicBezTo>
                  <a:pt x="1365" y="134"/>
                  <a:pt x="1387" y="112"/>
                  <a:pt x="1387" y="84"/>
                </a:cubicBezTo>
                <a:cubicBezTo>
                  <a:pt x="1387" y="84"/>
                  <a:pt x="1387" y="84"/>
                  <a:pt x="1387" y="84"/>
                </a:cubicBezTo>
                <a:cubicBezTo>
                  <a:pt x="1387" y="56"/>
                  <a:pt x="1365" y="34"/>
                  <a:pt x="1335" y="34"/>
                </a:cubicBezTo>
                <a:close/>
                <a:moveTo>
                  <a:pt x="1360" y="84"/>
                </a:moveTo>
                <a:cubicBezTo>
                  <a:pt x="1360" y="99"/>
                  <a:pt x="1351" y="111"/>
                  <a:pt x="1335" y="111"/>
                </a:cubicBezTo>
                <a:cubicBezTo>
                  <a:pt x="1320" y="111"/>
                  <a:pt x="1310" y="98"/>
                  <a:pt x="1310" y="84"/>
                </a:cubicBezTo>
                <a:cubicBezTo>
                  <a:pt x="1310" y="84"/>
                  <a:pt x="1310" y="84"/>
                  <a:pt x="1310" y="84"/>
                </a:cubicBezTo>
                <a:cubicBezTo>
                  <a:pt x="1310" y="70"/>
                  <a:pt x="1319" y="58"/>
                  <a:pt x="1335" y="58"/>
                </a:cubicBezTo>
                <a:cubicBezTo>
                  <a:pt x="1350" y="58"/>
                  <a:pt x="1360" y="70"/>
                  <a:pt x="1360" y="84"/>
                </a:cubicBezTo>
                <a:close/>
                <a:moveTo>
                  <a:pt x="1834" y="55"/>
                </a:moveTo>
                <a:cubicBezTo>
                  <a:pt x="1834" y="36"/>
                  <a:pt x="1834" y="36"/>
                  <a:pt x="1834" y="36"/>
                </a:cubicBezTo>
                <a:cubicBezTo>
                  <a:pt x="1807" y="36"/>
                  <a:pt x="1807" y="36"/>
                  <a:pt x="1807" y="36"/>
                </a:cubicBezTo>
                <a:cubicBezTo>
                  <a:pt x="1807" y="132"/>
                  <a:pt x="1807" y="132"/>
                  <a:pt x="1807" y="132"/>
                </a:cubicBezTo>
                <a:cubicBezTo>
                  <a:pt x="1834" y="132"/>
                  <a:pt x="1834" y="132"/>
                  <a:pt x="1834" y="132"/>
                </a:cubicBezTo>
                <a:cubicBezTo>
                  <a:pt x="1834" y="97"/>
                  <a:pt x="1834" y="97"/>
                  <a:pt x="1834" y="97"/>
                </a:cubicBezTo>
                <a:cubicBezTo>
                  <a:pt x="1834" y="74"/>
                  <a:pt x="1845" y="63"/>
                  <a:pt x="1863" y="63"/>
                </a:cubicBezTo>
                <a:cubicBezTo>
                  <a:pt x="1865" y="63"/>
                  <a:pt x="1865" y="63"/>
                  <a:pt x="1865" y="63"/>
                </a:cubicBezTo>
                <a:cubicBezTo>
                  <a:pt x="1865" y="34"/>
                  <a:pt x="1865" y="34"/>
                  <a:pt x="1865" y="34"/>
                </a:cubicBezTo>
                <a:cubicBezTo>
                  <a:pt x="1848" y="33"/>
                  <a:pt x="1839" y="42"/>
                  <a:pt x="1834" y="55"/>
                </a:cubicBezTo>
                <a:close/>
                <a:moveTo>
                  <a:pt x="1748" y="34"/>
                </a:moveTo>
                <a:cubicBezTo>
                  <a:pt x="1718" y="34"/>
                  <a:pt x="1696" y="56"/>
                  <a:pt x="1696" y="84"/>
                </a:cubicBezTo>
                <a:cubicBezTo>
                  <a:pt x="1696" y="84"/>
                  <a:pt x="1696" y="84"/>
                  <a:pt x="1696" y="84"/>
                </a:cubicBezTo>
                <a:cubicBezTo>
                  <a:pt x="1696" y="112"/>
                  <a:pt x="1718" y="134"/>
                  <a:pt x="1748" y="134"/>
                </a:cubicBezTo>
                <a:cubicBezTo>
                  <a:pt x="1778" y="134"/>
                  <a:pt x="1800" y="112"/>
                  <a:pt x="1800" y="84"/>
                </a:cubicBezTo>
                <a:cubicBezTo>
                  <a:pt x="1800" y="84"/>
                  <a:pt x="1800" y="84"/>
                  <a:pt x="1800" y="84"/>
                </a:cubicBezTo>
                <a:cubicBezTo>
                  <a:pt x="1800" y="56"/>
                  <a:pt x="1778" y="34"/>
                  <a:pt x="1748" y="34"/>
                </a:cubicBezTo>
                <a:close/>
                <a:moveTo>
                  <a:pt x="1773" y="84"/>
                </a:moveTo>
                <a:cubicBezTo>
                  <a:pt x="1773" y="99"/>
                  <a:pt x="1764" y="111"/>
                  <a:pt x="1748" y="111"/>
                </a:cubicBezTo>
                <a:cubicBezTo>
                  <a:pt x="1733" y="111"/>
                  <a:pt x="1723" y="98"/>
                  <a:pt x="1723" y="84"/>
                </a:cubicBezTo>
                <a:cubicBezTo>
                  <a:pt x="1723" y="84"/>
                  <a:pt x="1723" y="84"/>
                  <a:pt x="1723" y="84"/>
                </a:cubicBezTo>
                <a:cubicBezTo>
                  <a:pt x="1723" y="70"/>
                  <a:pt x="1732" y="58"/>
                  <a:pt x="1748" y="58"/>
                </a:cubicBezTo>
                <a:cubicBezTo>
                  <a:pt x="1763" y="58"/>
                  <a:pt x="1773" y="70"/>
                  <a:pt x="1773" y="84"/>
                </a:cubicBezTo>
                <a:close/>
                <a:moveTo>
                  <a:pt x="1465" y="48"/>
                </a:moveTo>
                <a:cubicBezTo>
                  <a:pt x="1458" y="40"/>
                  <a:pt x="1449" y="34"/>
                  <a:pt x="1434" y="34"/>
                </a:cubicBezTo>
                <a:cubicBezTo>
                  <a:pt x="1412" y="34"/>
                  <a:pt x="1391" y="50"/>
                  <a:pt x="1391" y="79"/>
                </a:cubicBezTo>
                <a:cubicBezTo>
                  <a:pt x="1391" y="79"/>
                  <a:pt x="1391" y="79"/>
                  <a:pt x="1391" y="79"/>
                </a:cubicBezTo>
                <a:cubicBezTo>
                  <a:pt x="1391" y="108"/>
                  <a:pt x="1412" y="124"/>
                  <a:pt x="1434" y="124"/>
                </a:cubicBezTo>
                <a:cubicBezTo>
                  <a:pt x="1448" y="124"/>
                  <a:pt x="1457" y="118"/>
                  <a:pt x="1465" y="109"/>
                </a:cubicBezTo>
                <a:cubicBezTo>
                  <a:pt x="1465" y="113"/>
                  <a:pt x="1465" y="113"/>
                  <a:pt x="1465" y="113"/>
                </a:cubicBezTo>
                <a:cubicBezTo>
                  <a:pt x="1465" y="130"/>
                  <a:pt x="1457" y="139"/>
                  <a:pt x="1438" y="139"/>
                </a:cubicBezTo>
                <a:cubicBezTo>
                  <a:pt x="1425" y="139"/>
                  <a:pt x="1415" y="136"/>
                  <a:pt x="1405" y="131"/>
                </a:cubicBezTo>
                <a:cubicBezTo>
                  <a:pt x="1396" y="151"/>
                  <a:pt x="1396" y="151"/>
                  <a:pt x="1396" y="151"/>
                </a:cubicBezTo>
                <a:cubicBezTo>
                  <a:pt x="1408" y="158"/>
                  <a:pt x="1423" y="161"/>
                  <a:pt x="1439" y="161"/>
                </a:cubicBezTo>
                <a:cubicBezTo>
                  <a:pt x="1457" y="161"/>
                  <a:pt x="1471" y="157"/>
                  <a:pt x="1480" y="148"/>
                </a:cubicBezTo>
                <a:cubicBezTo>
                  <a:pt x="1488" y="140"/>
                  <a:pt x="1492" y="128"/>
                  <a:pt x="1492" y="110"/>
                </a:cubicBezTo>
                <a:cubicBezTo>
                  <a:pt x="1492" y="36"/>
                  <a:pt x="1492" y="36"/>
                  <a:pt x="1492" y="36"/>
                </a:cubicBezTo>
                <a:cubicBezTo>
                  <a:pt x="1465" y="36"/>
                  <a:pt x="1465" y="36"/>
                  <a:pt x="1465" y="36"/>
                </a:cubicBezTo>
                <a:lnTo>
                  <a:pt x="1465" y="48"/>
                </a:lnTo>
                <a:close/>
                <a:moveTo>
                  <a:pt x="1465" y="79"/>
                </a:moveTo>
                <a:cubicBezTo>
                  <a:pt x="1465" y="92"/>
                  <a:pt x="1455" y="102"/>
                  <a:pt x="1442" y="102"/>
                </a:cubicBezTo>
                <a:cubicBezTo>
                  <a:pt x="1429" y="102"/>
                  <a:pt x="1419" y="93"/>
                  <a:pt x="1419" y="79"/>
                </a:cubicBezTo>
                <a:cubicBezTo>
                  <a:pt x="1419" y="79"/>
                  <a:pt x="1419" y="79"/>
                  <a:pt x="1419" y="79"/>
                </a:cubicBezTo>
                <a:cubicBezTo>
                  <a:pt x="1419" y="66"/>
                  <a:pt x="1429" y="57"/>
                  <a:pt x="1442" y="57"/>
                </a:cubicBezTo>
                <a:cubicBezTo>
                  <a:pt x="1455" y="57"/>
                  <a:pt x="1465" y="66"/>
                  <a:pt x="1465" y="79"/>
                </a:cubicBezTo>
                <a:close/>
                <a:moveTo>
                  <a:pt x="1697" y="37"/>
                </a:moveTo>
                <a:cubicBezTo>
                  <a:pt x="1675" y="37"/>
                  <a:pt x="1675" y="37"/>
                  <a:pt x="1675" y="37"/>
                </a:cubicBezTo>
                <a:cubicBezTo>
                  <a:pt x="1675" y="33"/>
                  <a:pt x="1675" y="33"/>
                  <a:pt x="1675" y="33"/>
                </a:cubicBezTo>
                <a:cubicBezTo>
                  <a:pt x="1675" y="26"/>
                  <a:pt x="1678" y="23"/>
                  <a:pt x="1684" y="23"/>
                </a:cubicBezTo>
                <a:cubicBezTo>
                  <a:pt x="1689" y="23"/>
                  <a:pt x="1693" y="24"/>
                  <a:pt x="1697" y="25"/>
                </a:cubicBezTo>
                <a:cubicBezTo>
                  <a:pt x="1697" y="2"/>
                  <a:pt x="1697" y="2"/>
                  <a:pt x="1697" y="2"/>
                </a:cubicBezTo>
                <a:cubicBezTo>
                  <a:pt x="1692" y="1"/>
                  <a:pt x="1686" y="0"/>
                  <a:pt x="1677" y="0"/>
                </a:cubicBezTo>
                <a:cubicBezTo>
                  <a:pt x="1668" y="0"/>
                  <a:pt x="1660" y="2"/>
                  <a:pt x="1655" y="7"/>
                </a:cubicBezTo>
                <a:cubicBezTo>
                  <a:pt x="1650" y="12"/>
                  <a:pt x="1648" y="20"/>
                  <a:pt x="1648" y="31"/>
                </a:cubicBezTo>
                <a:cubicBezTo>
                  <a:pt x="1648" y="37"/>
                  <a:pt x="1648" y="37"/>
                  <a:pt x="1648" y="37"/>
                </a:cubicBezTo>
                <a:cubicBezTo>
                  <a:pt x="1636" y="37"/>
                  <a:pt x="1636" y="37"/>
                  <a:pt x="1636" y="37"/>
                </a:cubicBezTo>
                <a:cubicBezTo>
                  <a:pt x="1636" y="59"/>
                  <a:pt x="1636" y="59"/>
                  <a:pt x="1636" y="59"/>
                </a:cubicBezTo>
                <a:cubicBezTo>
                  <a:pt x="1648" y="59"/>
                  <a:pt x="1648" y="59"/>
                  <a:pt x="1648" y="59"/>
                </a:cubicBezTo>
                <a:cubicBezTo>
                  <a:pt x="1648" y="132"/>
                  <a:pt x="1648" y="132"/>
                  <a:pt x="1648" y="132"/>
                </a:cubicBezTo>
                <a:cubicBezTo>
                  <a:pt x="1675" y="132"/>
                  <a:pt x="1675" y="132"/>
                  <a:pt x="1675" y="132"/>
                </a:cubicBezTo>
                <a:cubicBezTo>
                  <a:pt x="1675" y="59"/>
                  <a:pt x="1675" y="59"/>
                  <a:pt x="1675" y="59"/>
                </a:cubicBezTo>
                <a:cubicBezTo>
                  <a:pt x="1697" y="59"/>
                  <a:pt x="1697" y="59"/>
                  <a:pt x="1697" y="59"/>
                </a:cubicBezTo>
                <a:lnTo>
                  <a:pt x="1697" y="37"/>
                </a:lnTo>
                <a:close/>
                <a:moveTo>
                  <a:pt x="1548" y="101"/>
                </a:moveTo>
                <a:cubicBezTo>
                  <a:pt x="1526" y="36"/>
                  <a:pt x="1526" y="36"/>
                  <a:pt x="1526" y="36"/>
                </a:cubicBezTo>
                <a:cubicBezTo>
                  <a:pt x="1497" y="36"/>
                  <a:pt x="1497" y="36"/>
                  <a:pt x="1497" y="36"/>
                </a:cubicBezTo>
                <a:cubicBezTo>
                  <a:pt x="1535" y="132"/>
                  <a:pt x="1535" y="132"/>
                  <a:pt x="1535" y="132"/>
                </a:cubicBezTo>
                <a:cubicBezTo>
                  <a:pt x="1532" y="137"/>
                  <a:pt x="1530" y="139"/>
                  <a:pt x="1525" y="139"/>
                </a:cubicBezTo>
                <a:cubicBezTo>
                  <a:pt x="1521" y="139"/>
                  <a:pt x="1517" y="137"/>
                  <a:pt x="1513" y="135"/>
                </a:cubicBezTo>
                <a:cubicBezTo>
                  <a:pt x="1504" y="155"/>
                  <a:pt x="1504" y="155"/>
                  <a:pt x="1504" y="155"/>
                </a:cubicBezTo>
                <a:cubicBezTo>
                  <a:pt x="1511" y="159"/>
                  <a:pt x="1519" y="161"/>
                  <a:pt x="1528" y="161"/>
                </a:cubicBezTo>
                <a:cubicBezTo>
                  <a:pt x="1545" y="161"/>
                  <a:pt x="1553" y="154"/>
                  <a:pt x="1560" y="134"/>
                </a:cubicBezTo>
                <a:cubicBezTo>
                  <a:pt x="1597" y="36"/>
                  <a:pt x="1597" y="36"/>
                  <a:pt x="1597" y="36"/>
                </a:cubicBezTo>
                <a:cubicBezTo>
                  <a:pt x="1569" y="36"/>
                  <a:pt x="1569" y="36"/>
                  <a:pt x="1569" y="36"/>
                </a:cubicBezTo>
                <a:lnTo>
                  <a:pt x="1548" y="101"/>
                </a:lnTo>
                <a:close/>
                <a:moveTo>
                  <a:pt x="1008" y="34"/>
                </a:moveTo>
                <a:cubicBezTo>
                  <a:pt x="994" y="34"/>
                  <a:pt x="986" y="41"/>
                  <a:pt x="980" y="49"/>
                </a:cubicBezTo>
                <a:cubicBezTo>
                  <a:pt x="980" y="1"/>
                  <a:pt x="980" y="1"/>
                  <a:pt x="980" y="1"/>
                </a:cubicBezTo>
                <a:cubicBezTo>
                  <a:pt x="952" y="1"/>
                  <a:pt x="952" y="1"/>
                  <a:pt x="952" y="1"/>
                </a:cubicBezTo>
                <a:cubicBezTo>
                  <a:pt x="952" y="132"/>
                  <a:pt x="952" y="132"/>
                  <a:pt x="952" y="132"/>
                </a:cubicBezTo>
                <a:cubicBezTo>
                  <a:pt x="980" y="132"/>
                  <a:pt x="980" y="132"/>
                  <a:pt x="980" y="132"/>
                </a:cubicBezTo>
                <a:cubicBezTo>
                  <a:pt x="980" y="78"/>
                  <a:pt x="980" y="78"/>
                  <a:pt x="980" y="78"/>
                </a:cubicBezTo>
                <a:cubicBezTo>
                  <a:pt x="980" y="65"/>
                  <a:pt x="986" y="59"/>
                  <a:pt x="997" y="59"/>
                </a:cubicBezTo>
                <a:cubicBezTo>
                  <a:pt x="1007" y="59"/>
                  <a:pt x="1013" y="65"/>
                  <a:pt x="1013" y="78"/>
                </a:cubicBezTo>
                <a:cubicBezTo>
                  <a:pt x="1013" y="132"/>
                  <a:pt x="1013" y="132"/>
                  <a:pt x="1013" y="132"/>
                </a:cubicBezTo>
                <a:cubicBezTo>
                  <a:pt x="1040" y="132"/>
                  <a:pt x="1040" y="132"/>
                  <a:pt x="1040" y="132"/>
                </a:cubicBezTo>
                <a:cubicBezTo>
                  <a:pt x="1040" y="70"/>
                  <a:pt x="1040" y="70"/>
                  <a:pt x="1040" y="70"/>
                </a:cubicBezTo>
                <a:cubicBezTo>
                  <a:pt x="1040" y="48"/>
                  <a:pt x="1028" y="34"/>
                  <a:pt x="1008" y="34"/>
                </a:cubicBezTo>
                <a:close/>
                <a:moveTo>
                  <a:pt x="1250" y="132"/>
                </a:moveTo>
                <a:cubicBezTo>
                  <a:pt x="1278" y="132"/>
                  <a:pt x="1278" y="132"/>
                  <a:pt x="1278" y="132"/>
                </a:cubicBezTo>
                <a:cubicBezTo>
                  <a:pt x="1278" y="1"/>
                  <a:pt x="1278" y="1"/>
                  <a:pt x="1278" y="1"/>
                </a:cubicBezTo>
                <a:cubicBezTo>
                  <a:pt x="1250" y="1"/>
                  <a:pt x="1250" y="1"/>
                  <a:pt x="1250" y="1"/>
                </a:cubicBezTo>
                <a:lnTo>
                  <a:pt x="1250" y="132"/>
                </a:lnTo>
                <a:close/>
                <a:moveTo>
                  <a:pt x="1103" y="34"/>
                </a:moveTo>
                <a:cubicBezTo>
                  <a:pt x="1089" y="34"/>
                  <a:pt x="1081" y="41"/>
                  <a:pt x="1075" y="49"/>
                </a:cubicBezTo>
                <a:cubicBezTo>
                  <a:pt x="1075" y="36"/>
                  <a:pt x="1075" y="36"/>
                  <a:pt x="1075" y="36"/>
                </a:cubicBezTo>
                <a:cubicBezTo>
                  <a:pt x="1047" y="36"/>
                  <a:pt x="1047" y="36"/>
                  <a:pt x="1047" y="36"/>
                </a:cubicBezTo>
                <a:cubicBezTo>
                  <a:pt x="1047" y="132"/>
                  <a:pt x="1047" y="132"/>
                  <a:pt x="1047" y="132"/>
                </a:cubicBezTo>
                <a:cubicBezTo>
                  <a:pt x="1075" y="132"/>
                  <a:pt x="1075" y="132"/>
                  <a:pt x="1075" y="132"/>
                </a:cubicBezTo>
                <a:cubicBezTo>
                  <a:pt x="1075" y="78"/>
                  <a:pt x="1075" y="78"/>
                  <a:pt x="1075" y="78"/>
                </a:cubicBezTo>
                <a:cubicBezTo>
                  <a:pt x="1075" y="65"/>
                  <a:pt x="1081" y="59"/>
                  <a:pt x="1092" y="59"/>
                </a:cubicBezTo>
                <a:cubicBezTo>
                  <a:pt x="1102" y="59"/>
                  <a:pt x="1108" y="65"/>
                  <a:pt x="1108" y="78"/>
                </a:cubicBezTo>
                <a:cubicBezTo>
                  <a:pt x="1108" y="132"/>
                  <a:pt x="1108" y="132"/>
                  <a:pt x="1108" y="132"/>
                </a:cubicBezTo>
                <a:cubicBezTo>
                  <a:pt x="1135" y="132"/>
                  <a:pt x="1135" y="132"/>
                  <a:pt x="1135" y="132"/>
                </a:cubicBezTo>
                <a:cubicBezTo>
                  <a:pt x="1135" y="70"/>
                  <a:pt x="1135" y="70"/>
                  <a:pt x="1135" y="70"/>
                </a:cubicBezTo>
                <a:cubicBezTo>
                  <a:pt x="1135" y="48"/>
                  <a:pt x="1123" y="34"/>
                  <a:pt x="1103" y="34"/>
                </a:cubicBezTo>
                <a:close/>
                <a:moveTo>
                  <a:pt x="910" y="111"/>
                </a:moveTo>
                <a:cubicBezTo>
                  <a:pt x="895" y="111"/>
                  <a:pt x="885" y="99"/>
                  <a:pt x="885" y="84"/>
                </a:cubicBezTo>
                <a:cubicBezTo>
                  <a:pt x="885" y="84"/>
                  <a:pt x="885" y="84"/>
                  <a:pt x="885" y="84"/>
                </a:cubicBezTo>
                <a:cubicBezTo>
                  <a:pt x="885" y="70"/>
                  <a:pt x="895" y="58"/>
                  <a:pt x="909" y="58"/>
                </a:cubicBezTo>
                <a:cubicBezTo>
                  <a:pt x="918" y="58"/>
                  <a:pt x="925" y="62"/>
                  <a:pt x="931" y="68"/>
                </a:cubicBezTo>
                <a:cubicBezTo>
                  <a:pt x="947" y="50"/>
                  <a:pt x="947" y="50"/>
                  <a:pt x="947" y="50"/>
                </a:cubicBezTo>
                <a:cubicBezTo>
                  <a:pt x="938" y="40"/>
                  <a:pt x="927" y="34"/>
                  <a:pt x="909" y="34"/>
                </a:cubicBezTo>
                <a:cubicBezTo>
                  <a:pt x="880" y="34"/>
                  <a:pt x="859" y="57"/>
                  <a:pt x="859" y="84"/>
                </a:cubicBezTo>
                <a:cubicBezTo>
                  <a:pt x="859" y="84"/>
                  <a:pt x="859" y="84"/>
                  <a:pt x="859" y="84"/>
                </a:cubicBezTo>
                <a:cubicBezTo>
                  <a:pt x="859" y="112"/>
                  <a:pt x="880" y="134"/>
                  <a:pt x="909" y="134"/>
                </a:cubicBezTo>
                <a:cubicBezTo>
                  <a:pt x="928" y="134"/>
                  <a:pt x="939" y="127"/>
                  <a:pt x="948" y="117"/>
                </a:cubicBezTo>
                <a:cubicBezTo>
                  <a:pt x="932" y="100"/>
                  <a:pt x="932" y="100"/>
                  <a:pt x="932" y="100"/>
                </a:cubicBezTo>
                <a:cubicBezTo>
                  <a:pt x="925" y="107"/>
                  <a:pt x="919" y="111"/>
                  <a:pt x="910" y="111"/>
                </a:cubicBezTo>
                <a:close/>
                <a:moveTo>
                  <a:pt x="1945" y="35"/>
                </a:moveTo>
                <a:cubicBezTo>
                  <a:pt x="1929" y="35"/>
                  <a:pt x="1918" y="38"/>
                  <a:pt x="1908" y="42"/>
                </a:cubicBezTo>
                <a:cubicBezTo>
                  <a:pt x="1915" y="63"/>
                  <a:pt x="1915" y="63"/>
                  <a:pt x="1915" y="63"/>
                </a:cubicBezTo>
                <a:cubicBezTo>
                  <a:pt x="1923" y="60"/>
                  <a:pt x="1931" y="58"/>
                  <a:pt x="1941" y="58"/>
                </a:cubicBezTo>
                <a:cubicBezTo>
                  <a:pt x="1955" y="58"/>
                  <a:pt x="1962" y="64"/>
                  <a:pt x="1962" y="76"/>
                </a:cubicBezTo>
                <a:cubicBezTo>
                  <a:pt x="1962" y="77"/>
                  <a:pt x="1962" y="77"/>
                  <a:pt x="1962" y="77"/>
                </a:cubicBezTo>
                <a:cubicBezTo>
                  <a:pt x="1955" y="75"/>
                  <a:pt x="1948" y="73"/>
                  <a:pt x="1938" y="73"/>
                </a:cubicBezTo>
                <a:cubicBezTo>
                  <a:pt x="1915" y="73"/>
                  <a:pt x="1899" y="83"/>
                  <a:pt x="1899" y="104"/>
                </a:cubicBezTo>
                <a:cubicBezTo>
                  <a:pt x="1899" y="104"/>
                  <a:pt x="1899" y="104"/>
                  <a:pt x="1899" y="104"/>
                </a:cubicBezTo>
                <a:cubicBezTo>
                  <a:pt x="1899" y="123"/>
                  <a:pt x="1914" y="134"/>
                  <a:pt x="1932" y="134"/>
                </a:cubicBezTo>
                <a:cubicBezTo>
                  <a:pt x="1946" y="134"/>
                  <a:pt x="1955" y="129"/>
                  <a:pt x="1962" y="122"/>
                </a:cubicBezTo>
                <a:cubicBezTo>
                  <a:pt x="1962" y="132"/>
                  <a:pt x="1962" y="132"/>
                  <a:pt x="1962" y="132"/>
                </a:cubicBezTo>
                <a:cubicBezTo>
                  <a:pt x="1988" y="132"/>
                  <a:pt x="1988" y="132"/>
                  <a:pt x="1988" y="132"/>
                </a:cubicBezTo>
                <a:cubicBezTo>
                  <a:pt x="1988" y="76"/>
                  <a:pt x="1988" y="76"/>
                  <a:pt x="1988" y="76"/>
                </a:cubicBezTo>
                <a:cubicBezTo>
                  <a:pt x="1988" y="63"/>
                  <a:pt x="1985" y="53"/>
                  <a:pt x="1978" y="46"/>
                </a:cubicBezTo>
                <a:cubicBezTo>
                  <a:pt x="1971" y="39"/>
                  <a:pt x="1960" y="35"/>
                  <a:pt x="1945" y="35"/>
                </a:cubicBezTo>
                <a:close/>
                <a:moveTo>
                  <a:pt x="1962" y="98"/>
                </a:moveTo>
                <a:cubicBezTo>
                  <a:pt x="1962" y="108"/>
                  <a:pt x="1953" y="115"/>
                  <a:pt x="1941" y="115"/>
                </a:cubicBezTo>
                <a:cubicBezTo>
                  <a:pt x="1932" y="115"/>
                  <a:pt x="1926" y="111"/>
                  <a:pt x="1926" y="103"/>
                </a:cubicBezTo>
                <a:cubicBezTo>
                  <a:pt x="1926" y="103"/>
                  <a:pt x="1926" y="103"/>
                  <a:pt x="1926" y="103"/>
                </a:cubicBezTo>
                <a:cubicBezTo>
                  <a:pt x="1926" y="94"/>
                  <a:pt x="1933" y="90"/>
                  <a:pt x="1945" y="90"/>
                </a:cubicBezTo>
                <a:cubicBezTo>
                  <a:pt x="1951" y="90"/>
                  <a:pt x="1957" y="91"/>
                  <a:pt x="1962" y="93"/>
                </a:cubicBezTo>
                <a:lnTo>
                  <a:pt x="1962" y="98"/>
                </a:lnTo>
                <a:close/>
                <a:moveTo>
                  <a:pt x="1193" y="34"/>
                </a:moveTo>
                <a:cubicBezTo>
                  <a:pt x="1163" y="34"/>
                  <a:pt x="1141" y="56"/>
                  <a:pt x="1141" y="84"/>
                </a:cubicBezTo>
                <a:cubicBezTo>
                  <a:pt x="1141" y="84"/>
                  <a:pt x="1141" y="84"/>
                  <a:pt x="1141" y="84"/>
                </a:cubicBezTo>
                <a:cubicBezTo>
                  <a:pt x="1141" y="112"/>
                  <a:pt x="1163" y="134"/>
                  <a:pt x="1193" y="134"/>
                </a:cubicBezTo>
                <a:cubicBezTo>
                  <a:pt x="1223" y="134"/>
                  <a:pt x="1245" y="112"/>
                  <a:pt x="1245" y="84"/>
                </a:cubicBezTo>
                <a:cubicBezTo>
                  <a:pt x="1245" y="84"/>
                  <a:pt x="1245" y="84"/>
                  <a:pt x="1245" y="84"/>
                </a:cubicBezTo>
                <a:cubicBezTo>
                  <a:pt x="1245" y="56"/>
                  <a:pt x="1223" y="34"/>
                  <a:pt x="1193" y="34"/>
                </a:cubicBezTo>
                <a:close/>
                <a:moveTo>
                  <a:pt x="1218" y="84"/>
                </a:moveTo>
                <a:cubicBezTo>
                  <a:pt x="1218" y="99"/>
                  <a:pt x="1209" y="111"/>
                  <a:pt x="1193" y="111"/>
                </a:cubicBezTo>
                <a:cubicBezTo>
                  <a:pt x="1178" y="111"/>
                  <a:pt x="1168" y="98"/>
                  <a:pt x="1168" y="84"/>
                </a:cubicBezTo>
                <a:cubicBezTo>
                  <a:pt x="1168" y="84"/>
                  <a:pt x="1168" y="84"/>
                  <a:pt x="1168" y="84"/>
                </a:cubicBezTo>
                <a:cubicBezTo>
                  <a:pt x="1168" y="70"/>
                  <a:pt x="1177" y="58"/>
                  <a:pt x="1193" y="58"/>
                </a:cubicBezTo>
                <a:cubicBezTo>
                  <a:pt x="1208" y="58"/>
                  <a:pt x="1218" y="70"/>
                  <a:pt x="1218" y="8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80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D0375F64-E651-1A0A-ABF1-9C38BA663F9F}"/>
              </a:ext>
            </a:extLst>
          </p:cNvPr>
          <p:cNvSpPr txBox="1"/>
          <p:nvPr userDrawn="1"/>
        </p:nvSpPr>
        <p:spPr>
          <a:xfrm>
            <a:off x="750529" y="6401580"/>
            <a:ext cx="411587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2023 Lenovo Internal.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320530355"/>
      </p:ext>
    </p:extLst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_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 descr="Background pattern&#10;&#10;Description automatically generated">
            <a:extLst>
              <a:ext uri="{FF2B5EF4-FFF2-40B4-BE49-F238E27FC236}">
                <a16:creationId xmlns:a16="http://schemas.microsoft.com/office/drawing/2014/main" id="{C08B439B-E84A-4380-B725-5C2E2A3578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36"/>
            <a:ext cx="12192000" cy="685792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D813522-5B75-F893-0706-7E3AB7106AE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100"/>
          <a:stretch/>
        </p:blipFill>
        <p:spPr>
          <a:xfrm flipH="1">
            <a:off x="7618809" y="35"/>
            <a:ext cx="4573191" cy="685796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9C3EB64-A851-71DD-8882-1FDB7C2E99CB}"/>
              </a:ext>
            </a:extLst>
          </p:cNvPr>
          <p:cNvSpPr txBox="1"/>
          <p:nvPr userDrawn="1"/>
        </p:nvSpPr>
        <p:spPr>
          <a:xfrm>
            <a:off x="1603772" y="6401580"/>
            <a:ext cx="411587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2023 Lenovo Internal. All rights reserved.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6E4C2BE-620B-6B7D-1426-F9CB0B9DB688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611" y="6348283"/>
            <a:ext cx="777442" cy="259316"/>
            <a:chOff x="547688" y="952500"/>
            <a:chExt cx="12190413" cy="4067175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C002FA1-87AB-10E7-DF14-BCD2904245D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9" name="Freeform 7">
              <a:extLst>
                <a:ext uri="{FF2B5EF4-FFF2-40B4-BE49-F238E27FC236}">
                  <a16:creationId xmlns:a16="http://schemas.microsoft.com/office/drawing/2014/main" id="{AFC16D85-BEED-1820-DFF9-5D8B0AACAC2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1F2566FE-64C0-16F6-945D-2961668799E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1" name="Freeform 9">
              <a:extLst>
                <a:ext uri="{FF2B5EF4-FFF2-40B4-BE49-F238E27FC236}">
                  <a16:creationId xmlns:a16="http://schemas.microsoft.com/office/drawing/2014/main" id="{D3B60C47-FE53-B519-B5B0-91907EAADB5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2" name="Freeform 10">
              <a:extLst>
                <a:ext uri="{FF2B5EF4-FFF2-40B4-BE49-F238E27FC236}">
                  <a16:creationId xmlns:a16="http://schemas.microsoft.com/office/drawing/2014/main" id="{51BD7309-4598-0B4D-F955-25A4778655B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3" name="Freeform 10">
              <a:extLst>
                <a:ext uri="{FF2B5EF4-FFF2-40B4-BE49-F238E27FC236}">
                  <a16:creationId xmlns:a16="http://schemas.microsoft.com/office/drawing/2014/main" id="{3AB317A1-606F-084E-CD32-A64A53D259C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4" name="Freeform 11">
              <a:extLst>
                <a:ext uri="{FF2B5EF4-FFF2-40B4-BE49-F238E27FC236}">
                  <a16:creationId xmlns:a16="http://schemas.microsoft.com/office/drawing/2014/main" id="{3ECEF077-D5E5-A906-C26A-748935BA5E8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</p:grpSp>
      <p:sp>
        <p:nvSpPr>
          <p:cNvPr id="46" name="Title 16"/>
          <p:cNvSpPr>
            <a:spLocks noGrp="1"/>
          </p:cNvSpPr>
          <p:nvPr>
            <p:ph type="title" hasCustomPrompt="1"/>
          </p:nvPr>
        </p:nvSpPr>
        <p:spPr bwMode="gray">
          <a:xfrm>
            <a:off x="750528" y="1549492"/>
            <a:ext cx="6265272" cy="2405203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algn="l" defTabSz="1218987" rtl="0" eaLnBrk="1" latinLnBrk="0" hangingPunct="1">
              <a:lnSpc>
                <a:spcPct val="75000"/>
              </a:lnSpc>
              <a:spcBef>
                <a:spcPct val="0"/>
              </a:spcBef>
              <a:buNone/>
              <a:defRPr lang="en-US" sz="6000" b="1" kern="1200" cap="none" spc="-150" baseline="0" dirty="0">
                <a:solidFill>
                  <a:schemeClr val="accent4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Section header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idx="1" hasCustomPrompt="1"/>
          </p:nvPr>
        </p:nvSpPr>
        <p:spPr bwMode="white">
          <a:xfrm>
            <a:off x="750528" y="4328650"/>
            <a:ext cx="6265272" cy="327013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2500" spc="0" baseline="0">
                <a:solidFill>
                  <a:schemeClr val="accent4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Subhead here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C22F89-ADF9-0A52-8877-914CA372E2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632029"/>
      </p:ext>
    </p:extLst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_White_Al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 descr="Background pattern&#10;&#10;Description automatically generated">
            <a:extLst>
              <a:ext uri="{FF2B5EF4-FFF2-40B4-BE49-F238E27FC236}">
                <a16:creationId xmlns:a16="http://schemas.microsoft.com/office/drawing/2014/main" id="{D5C4C27E-C20F-40CB-85CF-27223BC9C55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36"/>
            <a:ext cx="12192000" cy="6857929"/>
          </a:xfrm>
          <a:prstGeom prst="rect">
            <a:avLst/>
          </a:prstGeom>
        </p:spPr>
      </p:pic>
      <p:pic>
        <p:nvPicPr>
          <p:cNvPr id="4" name="Picture 3" descr="A person in a white dress&#10;&#10;Description automatically generated with low confidence">
            <a:extLst>
              <a:ext uri="{FF2B5EF4-FFF2-40B4-BE49-F238E27FC236}">
                <a16:creationId xmlns:a16="http://schemas.microsoft.com/office/drawing/2014/main" id="{1852C0BD-7572-C8B3-D29B-44B7409BB26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8809" y="0"/>
            <a:ext cx="4573191" cy="68580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9C3EB64-A851-71DD-8882-1FDB7C2E99CB}"/>
              </a:ext>
            </a:extLst>
          </p:cNvPr>
          <p:cNvSpPr txBox="1"/>
          <p:nvPr userDrawn="1"/>
        </p:nvSpPr>
        <p:spPr>
          <a:xfrm>
            <a:off x="1603772" y="6401580"/>
            <a:ext cx="411587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2023 Lenovo Internal. All rights reserved.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6E4C2BE-620B-6B7D-1426-F9CB0B9DB688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611" y="6348283"/>
            <a:ext cx="777442" cy="259316"/>
            <a:chOff x="547688" y="952500"/>
            <a:chExt cx="12190413" cy="4067175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C002FA1-87AB-10E7-DF14-BCD2904245D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9" name="Freeform 7">
              <a:extLst>
                <a:ext uri="{FF2B5EF4-FFF2-40B4-BE49-F238E27FC236}">
                  <a16:creationId xmlns:a16="http://schemas.microsoft.com/office/drawing/2014/main" id="{AFC16D85-BEED-1820-DFF9-5D8B0AACAC2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1F2566FE-64C0-16F6-945D-2961668799E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1" name="Freeform 9">
              <a:extLst>
                <a:ext uri="{FF2B5EF4-FFF2-40B4-BE49-F238E27FC236}">
                  <a16:creationId xmlns:a16="http://schemas.microsoft.com/office/drawing/2014/main" id="{D3B60C47-FE53-B519-B5B0-91907EAADB5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2" name="Freeform 10">
              <a:extLst>
                <a:ext uri="{FF2B5EF4-FFF2-40B4-BE49-F238E27FC236}">
                  <a16:creationId xmlns:a16="http://schemas.microsoft.com/office/drawing/2014/main" id="{51BD7309-4598-0B4D-F955-25A4778655B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3" name="Freeform 10">
              <a:extLst>
                <a:ext uri="{FF2B5EF4-FFF2-40B4-BE49-F238E27FC236}">
                  <a16:creationId xmlns:a16="http://schemas.microsoft.com/office/drawing/2014/main" id="{3AB317A1-606F-084E-CD32-A64A53D259C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4" name="Freeform 11">
              <a:extLst>
                <a:ext uri="{FF2B5EF4-FFF2-40B4-BE49-F238E27FC236}">
                  <a16:creationId xmlns:a16="http://schemas.microsoft.com/office/drawing/2014/main" id="{3ECEF077-D5E5-A906-C26A-748935BA5E8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</p:grpSp>
      <p:sp>
        <p:nvSpPr>
          <p:cNvPr id="46" name="Title 16"/>
          <p:cNvSpPr>
            <a:spLocks noGrp="1"/>
          </p:cNvSpPr>
          <p:nvPr>
            <p:ph type="title" hasCustomPrompt="1"/>
          </p:nvPr>
        </p:nvSpPr>
        <p:spPr bwMode="gray">
          <a:xfrm>
            <a:off x="750528" y="1549492"/>
            <a:ext cx="6265272" cy="2405203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algn="l" defTabSz="1218987" rtl="0" eaLnBrk="1" latinLnBrk="0" hangingPunct="1">
              <a:lnSpc>
                <a:spcPct val="75000"/>
              </a:lnSpc>
              <a:spcBef>
                <a:spcPct val="0"/>
              </a:spcBef>
              <a:buNone/>
              <a:defRPr lang="en-US" sz="6000" b="1" kern="1200" cap="none" spc="-150" baseline="0" dirty="0">
                <a:solidFill>
                  <a:schemeClr val="accent4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Section header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idx="1" hasCustomPrompt="1"/>
          </p:nvPr>
        </p:nvSpPr>
        <p:spPr bwMode="white">
          <a:xfrm>
            <a:off x="750528" y="4328650"/>
            <a:ext cx="6265272" cy="327013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2500" spc="0" baseline="0">
                <a:solidFill>
                  <a:schemeClr val="accent4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Subhead here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C22F89-ADF9-0A52-8877-914CA372E2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361299"/>
      </p:ext>
    </p:extLst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_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 descr="Background pattern&#10;&#10;Description automatically generated">
            <a:extLst>
              <a:ext uri="{FF2B5EF4-FFF2-40B4-BE49-F238E27FC236}">
                <a16:creationId xmlns:a16="http://schemas.microsoft.com/office/drawing/2014/main" id="{BCB70D7F-DA6D-4CCD-81E9-90248EF641E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72"/>
            <a:ext cx="12192000" cy="6857929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4E412EDD-C562-F92D-41A2-18849B2F30C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618809" y="36"/>
            <a:ext cx="4573191" cy="6857929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50D814F-EE5B-C084-7424-D39C0DE54FF7}"/>
              </a:ext>
            </a:extLst>
          </p:cNvPr>
          <p:cNvSpPr txBox="1"/>
          <p:nvPr userDrawn="1"/>
        </p:nvSpPr>
        <p:spPr>
          <a:xfrm>
            <a:off x="1603772" y="6401580"/>
            <a:ext cx="411587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2023 Lenovo Internal. All rights reserved.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C498D60-2F6C-6ADE-BB9A-D957660E0731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611" y="6348283"/>
            <a:ext cx="777442" cy="259316"/>
            <a:chOff x="547688" y="952500"/>
            <a:chExt cx="12190413" cy="4067175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8414641-DA5A-BDF2-889C-1430A63E358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9" name="Freeform 7">
              <a:extLst>
                <a:ext uri="{FF2B5EF4-FFF2-40B4-BE49-F238E27FC236}">
                  <a16:creationId xmlns:a16="http://schemas.microsoft.com/office/drawing/2014/main" id="{6CAA72E6-FAE3-6740-34C0-7A08091254B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0EE70422-5E10-8634-79CC-15428116CD0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1" name="Freeform 9">
              <a:extLst>
                <a:ext uri="{FF2B5EF4-FFF2-40B4-BE49-F238E27FC236}">
                  <a16:creationId xmlns:a16="http://schemas.microsoft.com/office/drawing/2014/main" id="{F9B9866C-878A-3BAE-D601-6317EEEB78A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2" name="Freeform 10">
              <a:extLst>
                <a:ext uri="{FF2B5EF4-FFF2-40B4-BE49-F238E27FC236}">
                  <a16:creationId xmlns:a16="http://schemas.microsoft.com/office/drawing/2014/main" id="{20DD7C9B-A88C-7ECB-27AE-CB4579CDB90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3" name="Freeform 10">
              <a:extLst>
                <a:ext uri="{FF2B5EF4-FFF2-40B4-BE49-F238E27FC236}">
                  <a16:creationId xmlns:a16="http://schemas.microsoft.com/office/drawing/2014/main" id="{084B2859-A58F-9171-5328-94CFD162F58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4" name="Freeform 11">
              <a:extLst>
                <a:ext uri="{FF2B5EF4-FFF2-40B4-BE49-F238E27FC236}">
                  <a16:creationId xmlns:a16="http://schemas.microsoft.com/office/drawing/2014/main" id="{DC1829C2-6CD9-FE35-3F45-EEC10E2F169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</p:grpSp>
      <p:sp>
        <p:nvSpPr>
          <p:cNvPr id="46" name="Title 16"/>
          <p:cNvSpPr>
            <a:spLocks noGrp="1"/>
          </p:cNvSpPr>
          <p:nvPr>
            <p:ph type="title" hasCustomPrompt="1"/>
          </p:nvPr>
        </p:nvSpPr>
        <p:spPr bwMode="gray">
          <a:xfrm>
            <a:off x="750529" y="1549492"/>
            <a:ext cx="6265272" cy="2405203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lang="en-US" sz="60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Section header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idx="1" hasCustomPrompt="1"/>
          </p:nvPr>
        </p:nvSpPr>
        <p:spPr bwMode="white">
          <a:xfrm>
            <a:off x="750529" y="4328650"/>
            <a:ext cx="6265272" cy="327013"/>
          </a:xfrm>
          <a:prstGeom prst="rect">
            <a:avLst/>
          </a:prstGeom>
        </p:spPr>
        <p:txBody>
          <a:bodyPr lIns="0" tIns="0" rIns="0" bIns="0" anchor="t" anchorCtr="0">
            <a:sp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2500" spc="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Subhead here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01CC465-FDF1-C0A2-5A83-FB03B2F0F4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845839"/>
      </p:ext>
    </p:extLst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_Black_Al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 descr="Background pattern&#10;&#10;Description automatically generated">
            <a:extLst>
              <a:ext uri="{FF2B5EF4-FFF2-40B4-BE49-F238E27FC236}">
                <a16:creationId xmlns:a16="http://schemas.microsoft.com/office/drawing/2014/main" id="{D2ED0643-8C31-4A20-AE73-693EFF66546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36"/>
            <a:ext cx="12192000" cy="6857929"/>
          </a:xfrm>
          <a:prstGeom prst="rect">
            <a:avLst/>
          </a:prstGeom>
        </p:spPr>
      </p:pic>
      <p:pic>
        <p:nvPicPr>
          <p:cNvPr id="28" name="Picture 27" descr="A picture containing tree, plant&#10;&#10;Description automatically generated">
            <a:extLst>
              <a:ext uri="{FF2B5EF4-FFF2-40B4-BE49-F238E27FC236}">
                <a16:creationId xmlns:a16="http://schemas.microsoft.com/office/drawing/2014/main" id="{9C99B980-13C4-5E34-911C-94CDEEA6063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8809" y="0"/>
            <a:ext cx="4573191" cy="68580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50D814F-EE5B-C084-7424-D39C0DE54FF7}"/>
              </a:ext>
            </a:extLst>
          </p:cNvPr>
          <p:cNvSpPr txBox="1"/>
          <p:nvPr userDrawn="1"/>
        </p:nvSpPr>
        <p:spPr>
          <a:xfrm>
            <a:off x="1603772" y="6401580"/>
            <a:ext cx="411587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2023 Lenovo Internal. All rights reserved.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C498D60-2F6C-6ADE-BB9A-D957660E0731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611" y="6348283"/>
            <a:ext cx="777442" cy="259316"/>
            <a:chOff x="547688" y="952500"/>
            <a:chExt cx="12190413" cy="4067175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8414641-DA5A-BDF2-889C-1430A63E358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9" name="Freeform 7">
              <a:extLst>
                <a:ext uri="{FF2B5EF4-FFF2-40B4-BE49-F238E27FC236}">
                  <a16:creationId xmlns:a16="http://schemas.microsoft.com/office/drawing/2014/main" id="{6CAA72E6-FAE3-6740-34C0-7A08091254B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0EE70422-5E10-8634-79CC-15428116CD0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1" name="Freeform 9">
              <a:extLst>
                <a:ext uri="{FF2B5EF4-FFF2-40B4-BE49-F238E27FC236}">
                  <a16:creationId xmlns:a16="http://schemas.microsoft.com/office/drawing/2014/main" id="{F9B9866C-878A-3BAE-D601-6317EEEB78A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2" name="Freeform 10">
              <a:extLst>
                <a:ext uri="{FF2B5EF4-FFF2-40B4-BE49-F238E27FC236}">
                  <a16:creationId xmlns:a16="http://schemas.microsoft.com/office/drawing/2014/main" id="{20DD7C9B-A88C-7ECB-27AE-CB4579CDB90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3" name="Freeform 10">
              <a:extLst>
                <a:ext uri="{FF2B5EF4-FFF2-40B4-BE49-F238E27FC236}">
                  <a16:creationId xmlns:a16="http://schemas.microsoft.com/office/drawing/2014/main" id="{084B2859-A58F-9171-5328-94CFD162F58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4" name="Freeform 11">
              <a:extLst>
                <a:ext uri="{FF2B5EF4-FFF2-40B4-BE49-F238E27FC236}">
                  <a16:creationId xmlns:a16="http://schemas.microsoft.com/office/drawing/2014/main" id="{DC1829C2-6CD9-FE35-3F45-EEC10E2F169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</p:grpSp>
      <p:sp>
        <p:nvSpPr>
          <p:cNvPr id="46" name="Title 16"/>
          <p:cNvSpPr>
            <a:spLocks noGrp="1"/>
          </p:cNvSpPr>
          <p:nvPr>
            <p:ph type="title" hasCustomPrompt="1"/>
          </p:nvPr>
        </p:nvSpPr>
        <p:spPr bwMode="gray">
          <a:xfrm>
            <a:off x="750529" y="1549492"/>
            <a:ext cx="6265272" cy="2405203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lang="en-US" sz="60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Section header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idx="1" hasCustomPrompt="1"/>
          </p:nvPr>
        </p:nvSpPr>
        <p:spPr bwMode="white">
          <a:xfrm>
            <a:off x="750529" y="4328650"/>
            <a:ext cx="6265272" cy="327013"/>
          </a:xfrm>
          <a:prstGeom prst="rect">
            <a:avLst/>
          </a:prstGeom>
        </p:spPr>
        <p:txBody>
          <a:bodyPr lIns="0" tIns="0" rIns="0" bIns="0" anchor="t" anchorCtr="0">
            <a:sp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2500" spc="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Subhead here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01CC465-FDF1-C0A2-5A83-FB03B2F0F4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8514582"/>
      </p:ext>
    </p:extLst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1" y="442528"/>
            <a:ext cx="10670780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9A0C0A2-1C95-CF60-15E7-57B445A899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18884"/>
      </p:ext>
    </p:extLst>
  </p:cSld>
  <p:clrMapOvr>
    <a:masterClrMapping/>
  </p:clrMapOvr>
  <p:transition spd="med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1" y="442528"/>
            <a:ext cx="10670780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BEE098D-3AB1-76DB-7D94-47416B95B315}"/>
              </a:ext>
            </a:extLst>
          </p:cNvPr>
          <p:cNvSpPr txBox="1"/>
          <p:nvPr userDrawn="1"/>
        </p:nvSpPr>
        <p:spPr>
          <a:xfrm>
            <a:off x="1602706" y="6401580"/>
            <a:ext cx="411587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2023 Lenovo Internal. All rights reserved.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7D3A8838-C4DB-A234-AE13-77FD359114A0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611" y="6348283"/>
            <a:ext cx="777442" cy="259316"/>
            <a:chOff x="547688" y="952500"/>
            <a:chExt cx="12190413" cy="4067175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27C46987-CA04-04BE-C5FA-56E293EEB90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8" name="Freeform 7">
              <a:extLst>
                <a:ext uri="{FF2B5EF4-FFF2-40B4-BE49-F238E27FC236}">
                  <a16:creationId xmlns:a16="http://schemas.microsoft.com/office/drawing/2014/main" id="{91EA1B80-EF2A-EAE6-2B00-FF82A140564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9" name="Freeform 8">
              <a:extLst>
                <a:ext uri="{FF2B5EF4-FFF2-40B4-BE49-F238E27FC236}">
                  <a16:creationId xmlns:a16="http://schemas.microsoft.com/office/drawing/2014/main" id="{679F583A-C57A-3239-E8A4-1C575A0EA73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30" name="Freeform 9">
              <a:extLst>
                <a:ext uri="{FF2B5EF4-FFF2-40B4-BE49-F238E27FC236}">
                  <a16:creationId xmlns:a16="http://schemas.microsoft.com/office/drawing/2014/main" id="{36324797-C488-8192-F77E-9F600E5490D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31" name="Freeform 10">
              <a:extLst>
                <a:ext uri="{FF2B5EF4-FFF2-40B4-BE49-F238E27FC236}">
                  <a16:creationId xmlns:a16="http://schemas.microsoft.com/office/drawing/2014/main" id="{6A067FCF-35DE-4E09-CCD5-280D653D4A6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32" name="Freeform 10">
              <a:extLst>
                <a:ext uri="{FF2B5EF4-FFF2-40B4-BE49-F238E27FC236}">
                  <a16:creationId xmlns:a16="http://schemas.microsoft.com/office/drawing/2014/main" id="{65171654-F4B2-F1B9-6AF4-18F3A499E48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33" name="Freeform 11">
              <a:extLst>
                <a:ext uri="{FF2B5EF4-FFF2-40B4-BE49-F238E27FC236}">
                  <a16:creationId xmlns:a16="http://schemas.microsoft.com/office/drawing/2014/main" id="{7E3A5950-4507-5E83-F8E2-F78AD0930D0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245D89D-54AB-A7D6-4141-95E6B3C3695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671671"/>
      </p:ext>
    </p:extLst>
  </p:cSld>
  <p:clrMapOvr>
    <a:masterClrMapping/>
  </p:clrMapOvr>
  <p:transition spd="med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Sub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"/>
          <p:cNvSpPr>
            <a:spLocks noGrp="1"/>
          </p:cNvSpPr>
          <p:nvPr>
            <p:ph type="body" idx="10" hasCustomPrompt="1"/>
          </p:nvPr>
        </p:nvSpPr>
        <p:spPr bwMode="gray">
          <a:xfrm>
            <a:off x="760610" y="931563"/>
            <a:ext cx="10673828" cy="26161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2000" b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1" y="442528"/>
            <a:ext cx="10670780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55B6443-4299-282C-565B-68E5F970278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884728"/>
      </p:ext>
    </p:extLst>
  </p:cSld>
  <p:clrMapOvr>
    <a:masterClrMapping/>
  </p:clrMapOvr>
  <p:transition spd="med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Subtitle Only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"/>
          <p:cNvSpPr>
            <a:spLocks noGrp="1"/>
          </p:cNvSpPr>
          <p:nvPr>
            <p:ph type="body" idx="10" hasCustomPrompt="1"/>
          </p:nvPr>
        </p:nvSpPr>
        <p:spPr bwMode="gray">
          <a:xfrm>
            <a:off x="760610" y="931563"/>
            <a:ext cx="10673828" cy="26161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2000" b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0" y="442528"/>
            <a:ext cx="10673828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C296FD5-38BC-1E97-5513-17F333DF59B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A10E5A7-B9D3-4A2B-DE64-11D11241AC78}"/>
              </a:ext>
            </a:extLst>
          </p:cNvPr>
          <p:cNvSpPr txBox="1"/>
          <p:nvPr userDrawn="1"/>
        </p:nvSpPr>
        <p:spPr>
          <a:xfrm>
            <a:off x="1602706" y="6401580"/>
            <a:ext cx="411587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2023 Lenovo Internal. All rights reserved.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1153D81-7548-F581-513D-B7CD48FD3635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611" y="6348283"/>
            <a:ext cx="777442" cy="259316"/>
            <a:chOff x="547688" y="952500"/>
            <a:chExt cx="12190413" cy="4067175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C2984EA1-BF8F-D5A5-11B3-9FD6DD75D1A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2" name="Freeform 7">
              <a:extLst>
                <a:ext uri="{FF2B5EF4-FFF2-40B4-BE49-F238E27FC236}">
                  <a16:creationId xmlns:a16="http://schemas.microsoft.com/office/drawing/2014/main" id="{303FC84A-8F52-5F1D-38A9-C64EE5C6B59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4" name="Freeform 8">
              <a:extLst>
                <a:ext uri="{FF2B5EF4-FFF2-40B4-BE49-F238E27FC236}">
                  <a16:creationId xmlns:a16="http://schemas.microsoft.com/office/drawing/2014/main" id="{51547846-5B73-A894-F0B4-466A292FE8B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5" name="Freeform 9">
              <a:extLst>
                <a:ext uri="{FF2B5EF4-FFF2-40B4-BE49-F238E27FC236}">
                  <a16:creationId xmlns:a16="http://schemas.microsoft.com/office/drawing/2014/main" id="{39F5F64D-B9AA-2AAA-21F6-2CAF46B091C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6" name="Freeform 10">
              <a:extLst>
                <a:ext uri="{FF2B5EF4-FFF2-40B4-BE49-F238E27FC236}">
                  <a16:creationId xmlns:a16="http://schemas.microsoft.com/office/drawing/2014/main" id="{E093FA7E-6243-55E3-A1D8-E9A2E7479C2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7" name="Freeform 10">
              <a:extLst>
                <a:ext uri="{FF2B5EF4-FFF2-40B4-BE49-F238E27FC236}">
                  <a16:creationId xmlns:a16="http://schemas.microsoft.com/office/drawing/2014/main" id="{882876AE-214A-F90F-FAE5-C3E50982F47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8" name="Freeform 11">
              <a:extLst>
                <a:ext uri="{FF2B5EF4-FFF2-40B4-BE49-F238E27FC236}">
                  <a16:creationId xmlns:a16="http://schemas.microsoft.com/office/drawing/2014/main" id="{75EC1C0B-EC3B-C973-9828-360528AEB96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1353551273"/>
      </p:ext>
    </p:extLst>
  </p:cSld>
  <p:clrMapOvr>
    <a:masterClrMapping/>
  </p:clrMapOvr>
  <p:transition spd="med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0" y="442528"/>
            <a:ext cx="10673828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2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760611" y="1308880"/>
            <a:ext cx="10673828" cy="4787120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BC5559F-D4D6-DA53-A720-07C2A2D68F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5081742"/>
      </p:ext>
    </p:extLst>
  </p:cSld>
  <p:clrMapOvr>
    <a:masterClrMapping/>
  </p:clrMapOvr>
  <p:transition spd="med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BC5559F-D4D6-DA53-A720-07C2A2D68F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5" name="Title 28">
            <a:extLst>
              <a:ext uri="{FF2B5EF4-FFF2-40B4-BE49-F238E27FC236}">
                <a16:creationId xmlns:a16="http://schemas.microsoft.com/office/drawing/2014/main" id="{4D06AA26-F915-4482-943C-39E44C973F8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760610" y="442528"/>
            <a:ext cx="10673828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5A67503-2ED6-44DE-98E0-2006F15675F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65436" y="1144588"/>
            <a:ext cx="1263979" cy="15113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 sz="1400"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37" name="Picture Placeholder 3">
            <a:extLst>
              <a:ext uri="{FF2B5EF4-FFF2-40B4-BE49-F238E27FC236}">
                <a16:creationId xmlns:a16="http://schemas.microsoft.com/office/drawing/2014/main" id="{AA124289-2FC5-49CB-AA11-01D5543A680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235415" y="1144588"/>
            <a:ext cx="1263979" cy="15113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 sz="1400"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1709443"/>
      </p:ext>
    </p:extLst>
  </p:cSld>
  <p:clrMapOvr>
    <a:masterClrMapping/>
  </p:clrMapOvr>
  <p:transition spd="med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lide Number Placeholder 7">
            <a:extLst>
              <a:ext uri="{FF2B5EF4-FFF2-40B4-BE49-F238E27FC236}">
                <a16:creationId xmlns:a16="http://schemas.microsoft.com/office/drawing/2014/main" id="{F91207CA-3BE9-4C17-8CC2-5FD0216FF7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672569" y="6400800"/>
            <a:ext cx="439026" cy="155448"/>
          </a:xfrm>
        </p:spPr>
        <p:txBody>
          <a:bodyPr/>
          <a:lstStyle/>
          <a:p>
            <a:pPr defTabSz="1218987">
              <a:defRPr/>
            </a:pPr>
            <a:fld id="{6D22F896-40B5-4ADD-8801-0D06FADFA095}" type="slidenum">
              <a:rPr lang="en-US" smtClean="0">
                <a:solidFill>
                  <a:srgbClr val="000000"/>
                </a:solidFill>
              </a:rPr>
              <a:pPr defTabSz="1218987"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89" name="Picture Placeholder 3">
            <a:extLst>
              <a:ext uri="{FF2B5EF4-FFF2-40B4-BE49-F238E27FC236}">
                <a16:creationId xmlns:a16="http://schemas.microsoft.com/office/drawing/2014/main" id="{071DFB7E-59D3-44DE-8996-FAE5A47FF11D}"/>
              </a:ext>
            </a:extLst>
          </p:cNvPr>
          <p:cNvSpPr>
            <a:spLocks noGrp="1"/>
          </p:cNvSpPr>
          <p:nvPr userDrawn="1">
            <p:ph type="pic" sz="quarter" idx="11"/>
          </p:nvPr>
        </p:nvSpPr>
        <p:spPr>
          <a:xfrm>
            <a:off x="765436" y="1144457"/>
            <a:ext cx="1263979" cy="15113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 sz="1400"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90" name="Title 28">
            <a:extLst>
              <a:ext uri="{FF2B5EF4-FFF2-40B4-BE49-F238E27FC236}">
                <a16:creationId xmlns:a16="http://schemas.microsoft.com/office/drawing/2014/main" id="{BBA47EC1-ECF7-4028-8512-0085B63E617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 bwMode="gray">
          <a:xfrm>
            <a:off x="760610" y="442528"/>
            <a:ext cx="10673828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93" name="Picture Placeholder 3">
            <a:extLst>
              <a:ext uri="{FF2B5EF4-FFF2-40B4-BE49-F238E27FC236}">
                <a16:creationId xmlns:a16="http://schemas.microsoft.com/office/drawing/2014/main" id="{97942604-6A6D-4300-9F5E-F665021CDD91}"/>
              </a:ext>
            </a:extLst>
          </p:cNvPr>
          <p:cNvSpPr>
            <a:spLocks noGrp="1"/>
          </p:cNvSpPr>
          <p:nvPr userDrawn="1">
            <p:ph type="pic" sz="quarter" idx="12"/>
          </p:nvPr>
        </p:nvSpPr>
        <p:spPr>
          <a:xfrm>
            <a:off x="765436" y="2867087"/>
            <a:ext cx="1263979" cy="15113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 sz="1400"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94" name="Picture Placeholder 3">
            <a:extLst>
              <a:ext uri="{FF2B5EF4-FFF2-40B4-BE49-F238E27FC236}">
                <a16:creationId xmlns:a16="http://schemas.microsoft.com/office/drawing/2014/main" id="{AA2E7F24-9350-4567-945B-9474BC4996F5}"/>
              </a:ext>
            </a:extLst>
          </p:cNvPr>
          <p:cNvSpPr>
            <a:spLocks noGrp="1"/>
          </p:cNvSpPr>
          <p:nvPr userDrawn="1">
            <p:ph type="pic" sz="quarter" idx="13"/>
          </p:nvPr>
        </p:nvSpPr>
        <p:spPr>
          <a:xfrm>
            <a:off x="765436" y="4589717"/>
            <a:ext cx="1263979" cy="15113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 sz="1400"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98" name="Picture Placeholder 3">
            <a:extLst>
              <a:ext uri="{FF2B5EF4-FFF2-40B4-BE49-F238E27FC236}">
                <a16:creationId xmlns:a16="http://schemas.microsoft.com/office/drawing/2014/main" id="{A79280A8-55A4-44A0-B321-26E1046FFB5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23984" y="1144457"/>
            <a:ext cx="1263979" cy="15113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 sz="1400"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99" name="Picture Placeholder 3">
            <a:extLst>
              <a:ext uri="{FF2B5EF4-FFF2-40B4-BE49-F238E27FC236}">
                <a16:creationId xmlns:a16="http://schemas.microsoft.com/office/drawing/2014/main" id="{B7DDBE6E-17A6-42A7-9C9B-D064BB45CEE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23984" y="2867087"/>
            <a:ext cx="1263979" cy="15113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 sz="1400"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100" name="Picture Placeholder 3">
            <a:extLst>
              <a:ext uri="{FF2B5EF4-FFF2-40B4-BE49-F238E27FC236}">
                <a16:creationId xmlns:a16="http://schemas.microsoft.com/office/drawing/2014/main" id="{BA9A3BED-9269-49B7-B2AF-6027C5A3964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223984" y="4589717"/>
            <a:ext cx="1263979" cy="15113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 sz="1400"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043116"/>
      </p:ext>
    </p:extLst>
  </p:cSld>
  <p:clrMapOvr>
    <a:masterClrMapping/>
  </p:clrMapOvr>
  <p:transition spd="med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E319A93-1EE8-4DF0-8C0F-BA2E40F23D79}"/>
              </a:ext>
            </a:extLst>
          </p:cNvPr>
          <p:cNvCxnSpPr>
            <a:cxnSpLocks/>
          </p:cNvCxnSpPr>
          <p:nvPr userDrawn="1"/>
        </p:nvCxnSpPr>
        <p:spPr>
          <a:xfrm>
            <a:off x="5680679" y="2343150"/>
            <a:ext cx="0" cy="591618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03C8B807-1945-4D9E-B448-C1E97436D660}"/>
              </a:ext>
            </a:extLst>
          </p:cNvPr>
          <p:cNvCxnSpPr>
            <a:cxnSpLocks/>
          </p:cNvCxnSpPr>
          <p:nvPr userDrawn="1"/>
        </p:nvCxnSpPr>
        <p:spPr>
          <a:xfrm>
            <a:off x="1152675" y="2704148"/>
            <a:ext cx="0" cy="230620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F2703DD-1A37-453B-892F-8C17D1969445}"/>
              </a:ext>
            </a:extLst>
          </p:cNvPr>
          <p:cNvCxnSpPr>
            <a:cxnSpLocks/>
          </p:cNvCxnSpPr>
          <p:nvPr userDrawn="1"/>
        </p:nvCxnSpPr>
        <p:spPr>
          <a:xfrm>
            <a:off x="3410659" y="2720182"/>
            <a:ext cx="0" cy="214587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9A54B372-2AE9-4F06-AB8D-563121DAED07}"/>
              </a:ext>
            </a:extLst>
          </p:cNvPr>
          <p:cNvCxnSpPr>
            <a:cxnSpLocks/>
          </p:cNvCxnSpPr>
          <p:nvPr userDrawn="1"/>
        </p:nvCxnSpPr>
        <p:spPr>
          <a:xfrm>
            <a:off x="7934988" y="2720182"/>
            <a:ext cx="0" cy="214587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2AB52C25-74F9-41DD-8CB1-FED7D59A9D4E}"/>
              </a:ext>
            </a:extLst>
          </p:cNvPr>
          <p:cNvCxnSpPr>
            <a:cxnSpLocks/>
          </p:cNvCxnSpPr>
          <p:nvPr userDrawn="1"/>
        </p:nvCxnSpPr>
        <p:spPr>
          <a:xfrm>
            <a:off x="10183971" y="2704148"/>
            <a:ext cx="0" cy="230620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BF9FF1D9-795C-4CBA-B6AD-0D44C487DF2B}"/>
              </a:ext>
            </a:extLst>
          </p:cNvPr>
          <p:cNvCxnSpPr>
            <a:cxnSpLocks/>
          </p:cNvCxnSpPr>
          <p:nvPr userDrawn="1"/>
        </p:nvCxnSpPr>
        <p:spPr>
          <a:xfrm>
            <a:off x="1152675" y="2711965"/>
            <a:ext cx="9031296" cy="0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0AA6CBBA-3F36-4849-8752-93C041F6423F}"/>
              </a:ext>
            </a:extLst>
          </p:cNvPr>
          <p:cNvSpPr/>
          <p:nvPr userDrawn="1"/>
        </p:nvSpPr>
        <p:spPr>
          <a:xfrm>
            <a:off x="4843425" y="1973898"/>
            <a:ext cx="1674508" cy="360099"/>
          </a:xfrm>
          <a:custGeom>
            <a:avLst/>
            <a:gdLst>
              <a:gd name="connsiteX0" fmla="*/ 0 w 1510574"/>
              <a:gd name="connsiteY0" fmla="*/ 0 h 755287"/>
              <a:gd name="connsiteX1" fmla="*/ 1510574 w 1510574"/>
              <a:gd name="connsiteY1" fmla="*/ 0 h 755287"/>
              <a:gd name="connsiteX2" fmla="*/ 1510574 w 1510574"/>
              <a:gd name="connsiteY2" fmla="*/ 755287 h 755287"/>
              <a:gd name="connsiteX3" fmla="*/ 0 w 1510574"/>
              <a:gd name="connsiteY3" fmla="*/ 755287 h 755287"/>
              <a:gd name="connsiteX4" fmla="*/ 0 w 1510574"/>
              <a:gd name="connsiteY4" fmla="*/ 0 h 755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10574" h="755287">
                <a:moveTo>
                  <a:pt x="0" y="0"/>
                </a:moveTo>
                <a:lnTo>
                  <a:pt x="1510574" y="0"/>
                </a:lnTo>
                <a:lnTo>
                  <a:pt x="1510574" y="755287"/>
                </a:lnTo>
                <a:lnTo>
                  <a:pt x="0" y="755287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rgbClr r="0" g="0" b="0"/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ctr" anchorCtr="0">
            <a:sp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lang="en-GB" sz="1400" b="1">
                <a:solidFill>
                  <a:srgbClr val="1E0113"/>
                </a:solidFill>
                <a:latin typeface="Arial"/>
              </a:rPr>
              <a:t>First Last</a:t>
            </a:r>
            <a:br>
              <a:rPr lang="en-US" sz="1400">
                <a:solidFill>
                  <a:srgbClr val="1E0113"/>
                </a:solidFill>
                <a:latin typeface="Arial"/>
              </a:rPr>
            </a:br>
            <a:r>
              <a:rPr lang="en-US" sz="1200">
                <a:solidFill>
                  <a:srgbClr val="1E0113"/>
                </a:solidFill>
                <a:latin typeface="Arial"/>
              </a:rPr>
              <a:t>Title</a:t>
            </a:r>
            <a:endParaRPr lang="en-GB" sz="1200">
              <a:solidFill>
                <a:srgbClr val="1E0113"/>
              </a:solidFill>
              <a:latin typeface="Arial"/>
            </a:endParaRPr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8D85AFB8-023B-4759-BD5F-6073003FD8E0}"/>
              </a:ext>
            </a:extLst>
          </p:cNvPr>
          <p:cNvSpPr/>
          <p:nvPr userDrawn="1"/>
        </p:nvSpPr>
        <p:spPr>
          <a:xfrm>
            <a:off x="303385" y="3719622"/>
            <a:ext cx="1674508" cy="360099"/>
          </a:xfrm>
          <a:custGeom>
            <a:avLst/>
            <a:gdLst>
              <a:gd name="connsiteX0" fmla="*/ 0 w 1510574"/>
              <a:gd name="connsiteY0" fmla="*/ 0 h 755287"/>
              <a:gd name="connsiteX1" fmla="*/ 1510574 w 1510574"/>
              <a:gd name="connsiteY1" fmla="*/ 0 h 755287"/>
              <a:gd name="connsiteX2" fmla="*/ 1510574 w 1510574"/>
              <a:gd name="connsiteY2" fmla="*/ 755287 h 755287"/>
              <a:gd name="connsiteX3" fmla="*/ 0 w 1510574"/>
              <a:gd name="connsiteY3" fmla="*/ 755287 h 755287"/>
              <a:gd name="connsiteX4" fmla="*/ 0 w 1510574"/>
              <a:gd name="connsiteY4" fmla="*/ 0 h 755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10574" h="755287">
                <a:moveTo>
                  <a:pt x="0" y="0"/>
                </a:moveTo>
                <a:lnTo>
                  <a:pt x="1510574" y="0"/>
                </a:lnTo>
                <a:lnTo>
                  <a:pt x="1510574" y="755287"/>
                </a:lnTo>
                <a:lnTo>
                  <a:pt x="0" y="755287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rgbClr r="0" g="0" b="0"/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ctr" anchorCtr="0">
            <a:sp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lang="en-GB" sz="1400" b="1">
                <a:solidFill>
                  <a:srgbClr val="1E0113"/>
                </a:solidFill>
                <a:latin typeface="Arial"/>
              </a:rPr>
              <a:t>First Last</a:t>
            </a:r>
            <a:br>
              <a:rPr lang="en-US" sz="1400">
                <a:solidFill>
                  <a:srgbClr val="1E0113"/>
                </a:solidFill>
                <a:latin typeface="Arial"/>
              </a:rPr>
            </a:br>
            <a:r>
              <a:rPr lang="en-US" sz="1200">
                <a:solidFill>
                  <a:srgbClr val="1E0113"/>
                </a:solidFill>
                <a:latin typeface="Arial"/>
              </a:rPr>
              <a:t>Title</a:t>
            </a:r>
            <a:endParaRPr lang="en-GB" sz="1200">
              <a:solidFill>
                <a:srgbClr val="1E0113"/>
              </a:solidFill>
              <a:latin typeface="Arial"/>
            </a:endParaRPr>
          </a:p>
        </p:txBody>
      </p:sp>
      <p:sp>
        <p:nvSpPr>
          <p:cNvPr id="57" name="Freeform: Shape 56">
            <a:extLst>
              <a:ext uri="{FF2B5EF4-FFF2-40B4-BE49-F238E27FC236}">
                <a16:creationId xmlns:a16="http://schemas.microsoft.com/office/drawing/2014/main" id="{5618C1B6-F9C7-4982-A888-0B0BB5F00D51}"/>
              </a:ext>
            </a:extLst>
          </p:cNvPr>
          <p:cNvSpPr/>
          <p:nvPr userDrawn="1"/>
        </p:nvSpPr>
        <p:spPr>
          <a:xfrm>
            <a:off x="2573405" y="3719622"/>
            <a:ext cx="1674508" cy="360099"/>
          </a:xfrm>
          <a:custGeom>
            <a:avLst/>
            <a:gdLst>
              <a:gd name="connsiteX0" fmla="*/ 0 w 1510574"/>
              <a:gd name="connsiteY0" fmla="*/ 0 h 755287"/>
              <a:gd name="connsiteX1" fmla="*/ 1510574 w 1510574"/>
              <a:gd name="connsiteY1" fmla="*/ 0 h 755287"/>
              <a:gd name="connsiteX2" fmla="*/ 1510574 w 1510574"/>
              <a:gd name="connsiteY2" fmla="*/ 755287 h 755287"/>
              <a:gd name="connsiteX3" fmla="*/ 0 w 1510574"/>
              <a:gd name="connsiteY3" fmla="*/ 755287 h 755287"/>
              <a:gd name="connsiteX4" fmla="*/ 0 w 1510574"/>
              <a:gd name="connsiteY4" fmla="*/ 0 h 755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10574" h="755287">
                <a:moveTo>
                  <a:pt x="0" y="0"/>
                </a:moveTo>
                <a:lnTo>
                  <a:pt x="1510574" y="0"/>
                </a:lnTo>
                <a:lnTo>
                  <a:pt x="1510574" y="755287"/>
                </a:lnTo>
                <a:lnTo>
                  <a:pt x="0" y="755287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rgbClr r="0" g="0" b="0"/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ctr" anchorCtr="0">
            <a:sp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lang="en-GB" sz="1400" b="1">
                <a:solidFill>
                  <a:srgbClr val="1E0113"/>
                </a:solidFill>
                <a:latin typeface="Arial"/>
              </a:rPr>
              <a:t>First Last</a:t>
            </a:r>
            <a:br>
              <a:rPr lang="en-US" sz="1400">
                <a:solidFill>
                  <a:srgbClr val="1E0113"/>
                </a:solidFill>
                <a:latin typeface="Arial"/>
              </a:rPr>
            </a:br>
            <a:r>
              <a:rPr lang="en-US" sz="1200">
                <a:solidFill>
                  <a:srgbClr val="1E0113"/>
                </a:solidFill>
                <a:latin typeface="Arial"/>
              </a:rPr>
              <a:t>Title</a:t>
            </a:r>
            <a:endParaRPr lang="en-GB" sz="1200">
              <a:solidFill>
                <a:srgbClr val="1E0113"/>
              </a:solidFill>
              <a:latin typeface="Arial"/>
            </a:endParaRPr>
          </a:p>
        </p:txBody>
      </p:sp>
      <p:sp>
        <p:nvSpPr>
          <p:cNvPr id="58" name="Freeform: Shape 57">
            <a:extLst>
              <a:ext uri="{FF2B5EF4-FFF2-40B4-BE49-F238E27FC236}">
                <a16:creationId xmlns:a16="http://schemas.microsoft.com/office/drawing/2014/main" id="{868CDBCA-61FA-4B54-A0E6-14E1BA521845}"/>
              </a:ext>
            </a:extLst>
          </p:cNvPr>
          <p:cNvSpPr/>
          <p:nvPr userDrawn="1"/>
        </p:nvSpPr>
        <p:spPr>
          <a:xfrm>
            <a:off x="4843425" y="3719622"/>
            <a:ext cx="1674508" cy="360099"/>
          </a:xfrm>
          <a:custGeom>
            <a:avLst/>
            <a:gdLst>
              <a:gd name="connsiteX0" fmla="*/ 0 w 1510574"/>
              <a:gd name="connsiteY0" fmla="*/ 0 h 755287"/>
              <a:gd name="connsiteX1" fmla="*/ 1510574 w 1510574"/>
              <a:gd name="connsiteY1" fmla="*/ 0 h 755287"/>
              <a:gd name="connsiteX2" fmla="*/ 1510574 w 1510574"/>
              <a:gd name="connsiteY2" fmla="*/ 755287 h 755287"/>
              <a:gd name="connsiteX3" fmla="*/ 0 w 1510574"/>
              <a:gd name="connsiteY3" fmla="*/ 755287 h 755287"/>
              <a:gd name="connsiteX4" fmla="*/ 0 w 1510574"/>
              <a:gd name="connsiteY4" fmla="*/ 0 h 755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10574" h="755287">
                <a:moveTo>
                  <a:pt x="0" y="0"/>
                </a:moveTo>
                <a:lnTo>
                  <a:pt x="1510574" y="0"/>
                </a:lnTo>
                <a:lnTo>
                  <a:pt x="1510574" y="755287"/>
                </a:lnTo>
                <a:lnTo>
                  <a:pt x="0" y="755287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rgbClr r="0" g="0" b="0"/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ctr" anchorCtr="0">
            <a:sp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lang="en-GB" sz="1400" b="1">
                <a:solidFill>
                  <a:srgbClr val="1E0113"/>
                </a:solidFill>
                <a:latin typeface="Arial"/>
              </a:rPr>
              <a:t>First Last</a:t>
            </a:r>
            <a:br>
              <a:rPr lang="en-US" sz="1400">
                <a:solidFill>
                  <a:srgbClr val="1E0113"/>
                </a:solidFill>
                <a:latin typeface="Arial"/>
              </a:rPr>
            </a:br>
            <a:r>
              <a:rPr lang="en-US" sz="1200">
                <a:solidFill>
                  <a:srgbClr val="1E0113"/>
                </a:solidFill>
                <a:latin typeface="Arial"/>
              </a:rPr>
              <a:t>Title</a:t>
            </a:r>
            <a:endParaRPr lang="en-GB" sz="1200">
              <a:solidFill>
                <a:srgbClr val="1E0113"/>
              </a:solidFill>
              <a:latin typeface="Arial"/>
            </a:endParaRPr>
          </a:p>
        </p:txBody>
      </p:sp>
      <p:sp>
        <p:nvSpPr>
          <p:cNvPr id="74" name="Freeform: Shape 73">
            <a:extLst>
              <a:ext uri="{FF2B5EF4-FFF2-40B4-BE49-F238E27FC236}">
                <a16:creationId xmlns:a16="http://schemas.microsoft.com/office/drawing/2014/main" id="{B29C83C2-A111-43E1-8F3B-989F7BF56538}"/>
              </a:ext>
            </a:extLst>
          </p:cNvPr>
          <p:cNvSpPr/>
          <p:nvPr userDrawn="1"/>
        </p:nvSpPr>
        <p:spPr>
          <a:xfrm>
            <a:off x="7092493" y="3719622"/>
            <a:ext cx="1674508" cy="360099"/>
          </a:xfrm>
          <a:custGeom>
            <a:avLst/>
            <a:gdLst>
              <a:gd name="connsiteX0" fmla="*/ 0 w 1510574"/>
              <a:gd name="connsiteY0" fmla="*/ 0 h 755287"/>
              <a:gd name="connsiteX1" fmla="*/ 1510574 w 1510574"/>
              <a:gd name="connsiteY1" fmla="*/ 0 h 755287"/>
              <a:gd name="connsiteX2" fmla="*/ 1510574 w 1510574"/>
              <a:gd name="connsiteY2" fmla="*/ 755287 h 755287"/>
              <a:gd name="connsiteX3" fmla="*/ 0 w 1510574"/>
              <a:gd name="connsiteY3" fmla="*/ 755287 h 755287"/>
              <a:gd name="connsiteX4" fmla="*/ 0 w 1510574"/>
              <a:gd name="connsiteY4" fmla="*/ 0 h 755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10574" h="755287">
                <a:moveTo>
                  <a:pt x="0" y="0"/>
                </a:moveTo>
                <a:lnTo>
                  <a:pt x="1510574" y="0"/>
                </a:lnTo>
                <a:lnTo>
                  <a:pt x="1510574" y="755287"/>
                </a:lnTo>
                <a:lnTo>
                  <a:pt x="0" y="755287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rgbClr r="0" g="0" b="0"/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ctr" anchorCtr="0">
            <a:sp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lang="en-GB" sz="1400" b="1">
                <a:solidFill>
                  <a:srgbClr val="1E0113"/>
                </a:solidFill>
                <a:latin typeface="Arial"/>
              </a:rPr>
              <a:t>First Last</a:t>
            </a:r>
            <a:br>
              <a:rPr lang="en-US" sz="1400">
                <a:solidFill>
                  <a:srgbClr val="1E0113"/>
                </a:solidFill>
                <a:latin typeface="Arial"/>
              </a:rPr>
            </a:br>
            <a:r>
              <a:rPr lang="en-US" sz="1200">
                <a:solidFill>
                  <a:srgbClr val="1E0113"/>
                </a:solidFill>
                <a:latin typeface="Arial"/>
              </a:rPr>
              <a:t>Title</a:t>
            </a:r>
            <a:endParaRPr lang="en-GB" sz="1200">
              <a:solidFill>
                <a:srgbClr val="1E0113"/>
              </a:solidFill>
              <a:latin typeface="Arial"/>
            </a:endParaRPr>
          </a:p>
        </p:txBody>
      </p:sp>
      <p:sp>
        <p:nvSpPr>
          <p:cNvPr id="75" name="Freeform: Shape 74">
            <a:extLst>
              <a:ext uri="{FF2B5EF4-FFF2-40B4-BE49-F238E27FC236}">
                <a16:creationId xmlns:a16="http://schemas.microsoft.com/office/drawing/2014/main" id="{932D43CA-F312-44A4-BF7E-B6F2CA37B861}"/>
              </a:ext>
            </a:extLst>
          </p:cNvPr>
          <p:cNvSpPr/>
          <p:nvPr userDrawn="1"/>
        </p:nvSpPr>
        <p:spPr>
          <a:xfrm>
            <a:off x="9341562" y="3719622"/>
            <a:ext cx="1674508" cy="360099"/>
          </a:xfrm>
          <a:custGeom>
            <a:avLst/>
            <a:gdLst>
              <a:gd name="connsiteX0" fmla="*/ 0 w 1510574"/>
              <a:gd name="connsiteY0" fmla="*/ 0 h 755287"/>
              <a:gd name="connsiteX1" fmla="*/ 1510574 w 1510574"/>
              <a:gd name="connsiteY1" fmla="*/ 0 h 755287"/>
              <a:gd name="connsiteX2" fmla="*/ 1510574 w 1510574"/>
              <a:gd name="connsiteY2" fmla="*/ 755287 h 755287"/>
              <a:gd name="connsiteX3" fmla="*/ 0 w 1510574"/>
              <a:gd name="connsiteY3" fmla="*/ 755287 h 755287"/>
              <a:gd name="connsiteX4" fmla="*/ 0 w 1510574"/>
              <a:gd name="connsiteY4" fmla="*/ 0 h 755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10574" h="755287">
                <a:moveTo>
                  <a:pt x="0" y="0"/>
                </a:moveTo>
                <a:lnTo>
                  <a:pt x="1510574" y="0"/>
                </a:lnTo>
                <a:lnTo>
                  <a:pt x="1510574" y="755287"/>
                </a:lnTo>
                <a:lnTo>
                  <a:pt x="0" y="755287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rgbClr r="0" g="0" b="0"/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ctr" anchorCtr="0">
            <a:sp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lang="en-GB" sz="1400" b="1">
                <a:solidFill>
                  <a:srgbClr val="1E0113"/>
                </a:solidFill>
                <a:latin typeface="Arial"/>
              </a:rPr>
              <a:t>First Last</a:t>
            </a:r>
            <a:br>
              <a:rPr lang="en-US" sz="1400">
                <a:solidFill>
                  <a:srgbClr val="1E0113"/>
                </a:solidFill>
                <a:latin typeface="Arial"/>
              </a:rPr>
            </a:br>
            <a:r>
              <a:rPr lang="en-US" sz="1200">
                <a:solidFill>
                  <a:srgbClr val="1E0113"/>
                </a:solidFill>
                <a:latin typeface="Arial"/>
              </a:rPr>
              <a:t>Title</a:t>
            </a:r>
            <a:endParaRPr lang="en-GB" sz="1200">
              <a:solidFill>
                <a:srgbClr val="1E0113"/>
              </a:solidFill>
              <a:latin typeface="Arial"/>
            </a:endParaRPr>
          </a:p>
        </p:txBody>
      </p:sp>
      <p:sp>
        <p:nvSpPr>
          <p:cNvPr id="76" name="Slide Number Placeholder 7">
            <a:extLst>
              <a:ext uri="{FF2B5EF4-FFF2-40B4-BE49-F238E27FC236}">
                <a16:creationId xmlns:a16="http://schemas.microsoft.com/office/drawing/2014/main" id="{F107877D-C19A-4401-ABC7-138FE32BF944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1672569" y="6400800"/>
            <a:ext cx="439026" cy="155448"/>
          </a:xfrm>
        </p:spPr>
        <p:txBody>
          <a:bodyPr/>
          <a:lstStyle/>
          <a:p>
            <a:pPr defTabSz="1218987">
              <a:defRPr/>
            </a:pPr>
            <a:fld id="{6D22F896-40B5-4ADD-8801-0D06FADFA095}" type="slidenum">
              <a:rPr lang="en-US" smtClean="0">
                <a:solidFill>
                  <a:srgbClr val="000000"/>
                </a:solidFill>
              </a:rPr>
              <a:pPr defTabSz="1218987"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C235E94D-CADF-4E5F-B8F0-84363353F63B}"/>
              </a:ext>
            </a:extLst>
          </p:cNvPr>
          <p:cNvCxnSpPr>
            <a:cxnSpLocks/>
          </p:cNvCxnSpPr>
          <p:nvPr userDrawn="1"/>
        </p:nvCxnSpPr>
        <p:spPr>
          <a:xfrm>
            <a:off x="7934988" y="4102323"/>
            <a:ext cx="0" cy="1743307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Freeform: Shape 103">
            <a:extLst>
              <a:ext uri="{FF2B5EF4-FFF2-40B4-BE49-F238E27FC236}">
                <a16:creationId xmlns:a16="http://schemas.microsoft.com/office/drawing/2014/main" id="{4E54939A-84E9-4F35-9FF6-945AACB3302A}"/>
              </a:ext>
            </a:extLst>
          </p:cNvPr>
          <p:cNvSpPr/>
          <p:nvPr userDrawn="1"/>
        </p:nvSpPr>
        <p:spPr>
          <a:xfrm>
            <a:off x="8263394" y="4327113"/>
            <a:ext cx="795964" cy="304699"/>
          </a:xfrm>
          <a:custGeom>
            <a:avLst/>
            <a:gdLst>
              <a:gd name="connsiteX0" fmla="*/ 0 w 1510574"/>
              <a:gd name="connsiteY0" fmla="*/ 0 h 755287"/>
              <a:gd name="connsiteX1" fmla="*/ 1510574 w 1510574"/>
              <a:gd name="connsiteY1" fmla="*/ 0 h 755287"/>
              <a:gd name="connsiteX2" fmla="*/ 1510574 w 1510574"/>
              <a:gd name="connsiteY2" fmla="*/ 755287 h 755287"/>
              <a:gd name="connsiteX3" fmla="*/ 0 w 1510574"/>
              <a:gd name="connsiteY3" fmla="*/ 755287 h 755287"/>
              <a:gd name="connsiteX4" fmla="*/ 0 w 1510574"/>
              <a:gd name="connsiteY4" fmla="*/ 0 h 755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10574" h="755287">
                <a:moveTo>
                  <a:pt x="0" y="0"/>
                </a:moveTo>
                <a:lnTo>
                  <a:pt x="1510574" y="0"/>
                </a:lnTo>
                <a:lnTo>
                  <a:pt x="1510574" y="755287"/>
                </a:lnTo>
                <a:lnTo>
                  <a:pt x="0" y="755287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rgbClr r="0" g="0" b="0"/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ctr" anchorCtr="0">
            <a:spAutoFit/>
          </a:bodyPr>
          <a:lstStyle/>
          <a:p>
            <a:pPr marL="0" marR="0" lvl="0" indent="0" defTabSz="7112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lang="en-GB" sz="1200" b="1">
                <a:solidFill>
                  <a:srgbClr val="1E0113"/>
                </a:solidFill>
                <a:latin typeface="Arial"/>
              </a:rPr>
              <a:t>First Last</a:t>
            </a:r>
            <a:br>
              <a:rPr lang="en-US" sz="1200">
                <a:solidFill>
                  <a:srgbClr val="1E0113"/>
                </a:solidFill>
                <a:latin typeface="Arial"/>
              </a:rPr>
            </a:br>
            <a:r>
              <a:rPr lang="en-US" sz="1000">
                <a:solidFill>
                  <a:srgbClr val="1E0113"/>
                </a:solidFill>
                <a:latin typeface="Arial"/>
              </a:rPr>
              <a:t>Title</a:t>
            </a:r>
            <a:endParaRPr lang="en-GB" sz="1000">
              <a:solidFill>
                <a:srgbClr val="1E0113"/>
              </a:solidFill>
              <a:latin typeface="Arial"/>
            </a:endParaRPr>
          </a:p>
        </p:txBody>
      </p: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7D7329E0-5381-4C80-AE9A-23F76C2D2451}"/>
              </a:ext>
            </a:extLst>
          </p:cNvPr>
          <p:cNvCxnSpPr>
            <a:cxnSpLocks/>
          </p:cNvCxnSpPr>
          <p:nvPr userDrawn="1"/>
        </p:nvCxnSpPr>
        <p:spPr>
          <a:xfrm>
            <a:off x="7934988" y="4398782"/>
            <a:ext cx="253114" cy="0"/>
          </a:xfrm>
          <a:prstGeom prst="line">
            <a:avLst/>
          </a:prstGeom>
          <a:ln w="12700"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7E1EB878-546E-4D96-B99A-6B1BD9CF7961}"/>
              </a:ext>
            </a:extLst>
          </p:cNvPr>
          <p:cNvCxnSpPr>
            <a:cxnSpLocks/>
          </p:cNvCxnSpPr>
          <p:nvPr userDrawn="1"/>
        </p:nvCxnSpPr>
        <p:spPr>
          <a:xfrm>
            <a:off x="7934988" y="4896330"/>
            <a:ext cx="253114" cy="0"/>
          </a:xfrm>
          <a:prstGeom prst="line">
            <a:avLst/>
          </a:prstGeom>
          <a:ln w="12700"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3379056A-852E-461F-A9C2-F37AE0D8CEB5}"/>
              </a:ext>
            </a:extLst>
          </p:cNvPr>
          <p:cNvCxnSpPr>
            <a:cxnSpLocks/>
          </p:cNvCxnSpPr>
          <p:nvPr userDrawn="1"/>
        </p:nvCxnSpPr>
        <p:spPr>
          <a:xfrm>
            <a:off x="7934988" y="5393878"/>
            <a:ext cx="253114" cy="0"/>
          </a:xfrm>
          <a:prstGeom prst="line">
            <a:avLst/>
          </a:prstGeom>
          <a:ln w="12700"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209D283C-6BDB-4C50-810F-D38B1FF3EB87}"/>
              </a:ext>
            </a:extLst>
          </p:cNvPr>
          <p:cNvCxnSpPr>
            <a:cxnSpLocks/>
          </p:cNvCxnSpPr>
          <p:nvPr userDrawn="1"/>
        </p:nvCxnSpPr>
        <p:spPr>
          <a:xfrm>
            <a:off x="7934988" y="5837085"/>
            <a:ext cx="253114" cy="0"/>
          </a:xfrm>
          <a:prstGeom prst="line">
            <a:avLst/>
          </a:prstGeom>
          <a:ln w="12700"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7CA3AF6A-064E-4CF7-8800-782A153C4091}"/>
              </a:ext>
            </a:extLst>
          </p:cNvPr>
          <p:cNvCxnSpPr>
            <a:cxnSpLocks/>
          </p:cNvCxnSpPr>
          <p:nvPr userDrawn="1"/>
        </p:nvCxnSpPr>
        <p:spPr>
          <a:xfrm>
            <a:off x="10172533" y="4102323"/>
            <a:ext cx="0" cy="1743307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D171AD49-684D-4404-A099-CE9057C88BDA}"/>
              </a:ext>
            </a:extLst>
          </p:cNvPr>
          <p:cNvCxnSpPr>
            <a:cxnSpLocks/>
          </p:cNvCxnSpPr>
          <p:nvPr userDrawn="1"/>
        </p:nvCxnSpPr>
        <p:spPr>
          <a:xfrm>
            <a:off x="10172533" y="4398782"/>
            <a:ext cx="253114" cy="0"/>
          </a:xfrm>
          <a:prstGeom prst="line">
            <a:avLst/>
          </a:prstGeom>
          <a:ln w="12700"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177B6B83-CEBC-446E-8E83-75F5C9E54A66}"/>
              </a:ext>
            </a:extLst>
          </p:cNvPr>
          <p:cNvCxnSpPr>
            <a:cxnSpLocks/>
          </p:cNvCxnSpPr>
          <p:nvPr userDrawn="1"/>
        </p:nvCxnSpPr>
        <p:spPr>
          <a:xfrm>
            <a:off x="10172533" y="4896330"/>
            <a:ext cx="253114" cy="0"/>
          </a:xfrm>
          <a:prstGeom prst="line">
            <a:avLst/>
          </a:prstGeom>
          <a:ln w="12700"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682D054B-E82B-4044-8240-C7D57E9344E3}"/>
              </a:ext>
            </a:extLst>
          </p:cNvPr>
          <p:cNvCxnSpPr>
            <a:cxnSpLocks/>
          </p:cNvCxnSpPr>
          <p:nvPr userDrawn="1"/>
        </p:nvCxnSpPr>
        <p:spPr>
          <a:xfrm>
            <a:off x="10172533" y="5393878"/>
            <a:ext cx="253114" cy="0"/>
          </a:xfrm>
          <a:prstGeom prst="line">
            <a:avLst/>
          </a:prstGeom>
          <a:ln w="12700"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9659EEAF-FE97-4EDC-AFD1-7D7918C1EB14}"/>
              </a:ext>
            </a:extLst>
          </p:cNvPr>
          <p:cNvCxnSpPr>
            <a:cxnSpLocks/>
          </p:cNvCxnSpPr>
          <p:nvPr userDrawn="1"/>
        </p:nvCxnSpPr>
        <p:spPr>
          <a:xfrm>
            <a:off x="10172533" y="5837085"/>
            <a:ext cx="253114" cy="0"/>
          </a:xfrm>
          <a:prstGeom prst="line">
            <a:avLst/>
          </a:prstGeom>
          <a:ln w="12700"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Freeform: Shape 113">
            <a:extLst>
              <a:ext uri="{FF2B5EF4-FFF2-40B4-BE49-F238E27FC236}">
                <a16:creationId xmlns:a16="http://schemas.microsoft.com/office/drawing/2014/main" id="{3D2C173A-8552-4DAA-A229-AE750AB4A8C7}"/>
              </a:ext>
            </a:extLst>
          </p:cNvPr>
          <p:cNvSpPr/>
          <p:nvPr userDrawn="1"/>
        </p:nvSpPr>
        <p:spPr>
          <a:xfrm>
            <a:off x="8263394" y="4824661"/>
            <a:ext cx="795964" cy="304699"/>
          </a:xfrm>
          <a:custGeom>
            <a:avLst/>
            <a:gdLst>
              <a:gd name="connsiteX0" fmla="*/ 0 w 1510574"/>
              <a:gd name="connsiteY0" fmla="*/ 0 h 755287"/>
              <a:gd name="connsiteX1" fmla="*/ 1510574 w 1510574"/>
              <a:gd name="connsiteY1" fmla="*/ 0 h 755287"/>
              <a:gd name="connsiteX2" fmla="*/ 1510574 w 1510574"/>
              <a:gd name="connsiteY2" fmla="*/ 755287 h 755287"/>
              <a:gd name="connsiteX3" fmla="*/ 0 w 1510574"/>
              <a:gd name="connsiteY3" fmla="*/ 755287 h 755287"/>
              <a:gd name="connsiteX4" fmla="*/ 0 w 1510574"/>
              <a:gd name="connsiteY4" fmla="*/ 0 h 755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10574" h="755287">
                <a:moveTo>
                  <a:pt x="0" y="0"/>
                </a:moveTo>
                <a:lnTo>
                  <a:pt x="1510574" y="0"/>
                </a:lnTo>
                <a:lnTo>
                  <a:pt x="1510574" y="755287"/>
                </a:lnTo>
                <a:lnTo>
                  <a:pt x="0" y="755287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rgbClr r="0" g="0" b="0"/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ctr" anchorCtr="0">
            <a:spAutoFit/>
          </a:bodyPr>
          <a:lstStyle/>
          <a:p>
            <a:pPr marL="0" marR="0" lvl="0" indent="0" defTabSz="7112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lang="en-GB" sz="1200" b="1">
                <a:solidFill>
                  <a:srgbClr val="1E0113"/>
                </a:solidFill>
                <a:latin typeface="Arial"/>
              </a:rPr>
              <a:t>First Last</a:t>
            </a:r>
            <a:br>
              <a:rPr lang="en-US" sz="1200">
                <a:solidFill>
                  <a:srgbClr val="1E0113"/>
                </a:solidFill>
                <a:latin typeface="Arial"/>
              </a:rPr>
            </a:br>
            <a:r>
              <a:rPr lang="en-US" sz="1000">
                <a:solidFill>
                  <a:srgbClr val="1E0113"/>
                </a:solidFill>
                <a:latin typeface="Arial"/>
              </a:rPr>
              <a:t>Title</a:t>
            </a:r>
            <a:endParaRPr lang="en-GB" sz="1000">
              <a:solidFill>
                <a:srgbClr val="1E0113"/>
              </a:solidFill>
              <a:latin typeface="Arial"/>
            </a:endParaRPr>
          </a:p>
        </p:txBody>
      </p:sp>
      <p:sp>
        <p:nvSpPr>
          <p:cNvPr id="115" name="Freeform: Shape 114">
            <a:extLst>
              <a:ext uri="{FF2B5EF4-FFF2-40B4-BE49-F238E27FC236}">
                <a16:creationId xmlns:a16="http://schemas.microsoft.com/office/drawing/2014/main" id="{8FF8F61F-5A07-46CE-A2CD-1CA373021F6B}"/>
              </a:ext>
            </a:extLst>
          </p:cNvPr>
          <p:cNvSpPr/>
          <p:nvPr userDrawn="1"/>
        </p:nvSpPr>
        <p:spPr>
          <a:xfrm>
            <a:off x="8263394" y="5322209"/>
            <a:ext cx="795964" cy="304699"/>
          </a:xfrm>
          <a:custGeom>
            <a:avLst/>
            <a:gdLst>
              <a:gd name="connsiteX0" fmla="*/ 0 w 1510574"/>
              <a:gd name="connsiteY0" fmla="*/ 0 h 755287"/>
              <a:gd name="connsiteX1" fmla="*/ 1510574 w 1510574"/>
              <a:gd name="connsiteY1" fmla="*/ 0 h 755287"/>
              <a:gd name="connsiteX2" fmla="*/ 1510574 w 1510574"/>
              <a:gd name="connsiteY2" fmla="*/ 755287 h 755287"/>
              <a:gd name="connsiteX3" fmla="*/ 0 w 1510574"/>
              <a:gd name="connsiteY3" fmla="*/ 755287 h 755287"/>
              <a:gd name="connsiteX4" fmla="*/ 0 w 1510574"/>
              <a:gd name="connsiteY4" fmla="*/ 0 h 755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10574" h="755287">
                <a:moveTo>
                  <a:pt x="0" y="0"/>
                </a:moveTo>
                <a:lnTo>
                  <a:pt x="1510574" y="0"/>
                </a:lnTo>
                <a:lnTo>
                  <a:pt x="1510574" y="755287"/>
                </a:lnTo>
                <a:lnTo>
                  <a:pt x="0" y="755287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rgbClr r="0" g="0" b="0"/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ctr" anchorCtr="0">
            <a:spAutoFit/>
          </a:bodyPr>
          <a:lstStyle/>
          <a:p>
            <a:pPr marL="0" marR="0" lvl="0" indent="0" defTabSz="7112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lang="en-GB" sz="1200" b="1">
                <a:solidFill>
                  <a:srgbClr val="1E0113"/>
                </a:solidFill>
                <a:latin typeface="Arial"/>
              </a:rPr>
              <a:t>First Last</a:t>
            </a:r>
            <a:br>
              <a:rPr lang="en-US" sz="1200">
                <a:solidFill>
                  <a:srgbClr val="1E0113"/>
                </a:solidFill>
                <a:latin typeface="Arial"/>
              </a:rPr>
            </a:br>
            <a:r>
              <a:rPr lang="en-US" sz="1000">
                <a:solidFill>
                  <a:srgbClr val="1E0113"/>
                </a:solidFill>
                <a:latin typeface="Arial"/>
              </a:rPr>
              <a:t>Title</a:t>
            </a:r>
            <a:endParaRPr lang="en-GB" sz="1000">
              <a:solidFill>
                <a:srgbClr val="1E0113"/>
              </a:solidFill>
              <a:latin typeface="Arial"/>
            </a:endParaRPr>
          </a:p>
        </p:txBody>
      </p:sp>
      <p:sp>
        <p:nvSpPr>
          <p:cNvPr id="116" name="Freeform: Shape 115">
            <a:extLst>
              <a:ext uri="{FF2B5EF4-FFF2-40B4-BE49-F238E27FC236}">
                <a16:creationId xmlns:a16="http://schemas.microsoft.com/office/drawing/2014/main" id="{EDF20F4C-C6C0-4C6C-B41B-1C4A23D39EEC}"/>
              </a:ext>
            </a:extLst>
          </p:cNvPr>
          <p:cNvSpPr/>
          <p:nvPr userDrawn="1"/>
        </p:nvSpPr>
        <p:spPr>
          <a:xfrm>
            <a:off x="8263394" y="5757434"/>
            <a:ext cx="795964" cy="304699"/>
          </a:xfrm>
          <a:custGeom>
            <a:avLst/>
            <a:gdLst>
              <a:gd name="connsiteX0" fmla="*/ 0 w 1510574"/>
              <a:gd name="connsiteY0" fmla="*/ 0 h 755287"/>
              <a:gd name="connsiteX1" fmla="*/ 1510574 w 1510574"/>
              <a:gd name="connsiteY1" fmla="*/ 0 h 755287"/>
              <a:gd name="connsiteX2" fmla="*/ 1510574 w 1510574"/>
              <a:gd name="connsiteY2" fmla="*/ 755287 h 755287"/>
              <a:gd name="connsiteX3" fmla="*/ 0 w 1510574"/>
              <a:gd name="connsiteY3" fmla="*/ 755287 h 755287"/>
              <a:gd name="connsiteX4" fmla="*/ 0 w 1510574"/>
              <a:gd name="connsiteY4" fmla="*/ 0 h 755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10574" h="755287">
                <a:moveTo>
                  <a:pt x="0" y="0"/>
                </a:moveTo>
                <a:lnTo>
                  <a:pt x="1510574" y="0"/>
                </a:lnTo>
                <a:lnTo>
                  <a:pt x="1510574" y="755287"/>
                </a:lnTo>
                <a:lnTo>
                  <a:pt x="0" y="755287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rgbClr r="0" g="0" b="0"/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ctr" anchorCtr="0">
            <a:spAutoFit/>
          </a:bodyPr>
          <a:lstStyle/>
          <a:p>
            <a:pPr marL="0" marR="0" lvl="0" indent="0" defTabSz="7112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lang="en-GB" sz="1200" b="1">
                <a:solidFill>
                  <a:srgbClr val="1E0113"/>
                </a:solidFill>
                <a:latin typeface="Arial"/>
              </a:rPr>
              <a:t>First Last</a:t>
            </a:r>
            <a:br>
              <a:rPr lang="en-US" sz="1200">
                <a:solidFill>
                  <a:srgbClr val="1E0113"/>
                </a:solidFill>
                <a:latin typeface="Arial"/>
              </a:rPr>
            </a:br>
            <a:r>
              <a:rPr lang="en-US" sz="1000">
                <a:solidFill>
                  <a:srgbClr val="1E0113"/>
                </a:solidFill>
                <a:latin typeface="Arial"/>
              </a:rPr>
              <a:t>Title</a:t>
            </a:r>
            <a:endParaRPr lang="en-GB" sz="1000">
              <a:solidFill>
                <a:srgbClr val="1E0113"/>
              </a:solidFill>
              <a:latin typeface="Arial"/>
            </a:endParaRPr>
          </a:p>
        </p:txBody>
      </p:sp>
      <p:sp>
        <p:nvSpPr>
          <p:cNvPr id="117" name="Freeform: Shape 116">
            <a:extLst>
              <a:ext uri="{FF2B5EF4-FFF2-40B4-BE49-F238E27FC236}">
                <a16:creationId xmlns:a16="http://schemas.microsoft.com/office/drawing/2014/main" id="{D8FF5578-D6DA-416C-B327-EE7602BDA77A}"/>
              </a:ext>
            </a:extLst>
          </p:cNvPr>
          <p:cNvSpPr/>
          <p:nvPr userDrawn="1"/>
        </p:nvSpPr>
        <p:spPr>
          <a:xfrm>
            <a:off x="10500937" y="4327113"/>
            <a:ext cx="795964" cy="304699"/>
          </a:xfrm>
          <a:custGeom>
            <a:avLst/>
            <a:gdLst>
              <a:gd name="connsiteX0" fmla="*/ 0 w 1510574"/>
              <a:gd name="connsiteY0" fmla="*/ 0 h 755287"/>
              <a:gd name="connsiteX1" fmla="*/ 1510574 w 1510574"/>
              <a:gd name="connsiteY1" fmla="*/ 0 h 755287"/>
              <a:gd name="connsiteX2" fmla="*/ 1510574 w 1510574"/>
              <a:gd name="connsiteY2" fmla="*/ 755287 h 755287"/>
              <a:gd name="connsiteX3" fmla="*/ 0 w 1510574"/>
              <a:gd name="connsiteY3" fmla="*/ 755287 h 755287"/>
              <a:gd name="connsiteX4" fmla="*/ 0 w 1510574"/>
              <a:gd name="connsiteY4" fmla="*/ 0 h 755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10574" h="755287">
                <a:moveTo>
                  <a:pt x="0" y="0"/>
                </a:moveTo>
                <a:lnTo>
                  <a:pt x="1510574" y="0"/>
                </a:lnTo>
                <a:lnTo>
                  <a:pt x="1510574" y="755287"/>
                </a:lnTo>
                <a:lnTo>
                  <a:pt x="0" y="755287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rgbClr r="0" g="0" b="0"/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ctr" anchorCtr="0">
            <a:spAutoFit/>
          </a:bodyPr>
          <a:lstStyle/>
          <a:p>
            <a:pPr marL="0" marR="0" lvl="0" indent="0" defTabSz="7112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lang="en-GB" sz="1200" b="1">
                <a:solidFill>
                  <a:srgbClr val="1E0113"/>
                </a:solidFill>
                <a:latin typeface="Arial"/>
              </a:rPr>
              <a:t>First Last</a:t>
            </a:r>
            <a:br>
              <a:rPr lang="en-US" sz="1200">
                <a:solidFill>
                  <a:srgbClr val="1E0113"/>
                </a:solidFill>
                <a:latin typeface="Arial"/>
              </a:rPr>
            </a:br>
            <a:r>
              <a:rPr lang="en-US" sz="1000">
                <a:solidFill>
                  <a:srgbClr val="1E0113"/>
                </a:solidFill>
                <a:latin typeface="Arial"/>
              </a:rPr>
              <a:t>Title</a:t>
            </a:r>
            <a:endParaRPr lang="en-GB" sz="1000">
              <a:solidFill>
                <a:srgbClr val="1E0113"/>
              </a:solidFill>
              <a:latin typeface="Arial"/>
            </a:endParaRPr>
          </a:p>
        </p:txBody>
      </p:sp>
      <p:sp>
        <p:nvSpPr>
          <p:cNvPr id="118" name="Freeform: Shape 117">
            <a:extLst>
              <a:ext uri="{FF2B5EF4-FFF2-40B4-BE49-F238E27FC236}">
                <a16:creationId xmlns:a16="http://schemas.microsoft.com/office/drawing/2014/main" id="{3439945D-FF95-43C7-8BA3-BC3D4BC84D1B}"/>
              </a:ext>
            </a:extLst>
          </p:cNvPr>
          <p:cNvSpPr/>
          <p:nvPr userDrawn="1"/>
        </p:nvSpPr>
        <p:spPr>
          <a:xfrm>
            <a:off x="10500937" y="4824661"/>
            <a:ext cx="795964" cy="304699"/>
          </a:xfrm>
          <a:custGeom>
            <a:avLst/>
            <a:gdLst>
              <a:gd name="connsiteX0" fmla="*/ 0 w 1510574"/>
              <a:gd name="connsiteY0" fmla="*/ 0 h 755287"/>
              <a:gd name="connsiteX1" fmla="*/ 1510574 w 1510574"/>
              <a:gd name="connsiteY1" fmla="*/ 0 h 755287"/>
              <a:gd name="connsiteX2" fmla="*/ 1510574 w 1510574"/>
              <a:gd name="connsiteY2" fmla="*/ 755287 h 755287"/>
              <a:gd name="connsiteX3" fmla="*/ 0 w 1510574"/>
              <a:gd name="connsiteY3" fmla="*/ 755287 h 755287"/>
              <a:gd name="connsiteX4" fmla="*/ 0 w 1510574"/>
              <a:gd name="connsiteY4" fmla="*/ 0 h 755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10574" h="755287">
                <a:moveTo>
                  <a:pt x="0" y="0"/>
                </a:moveTo>
                <a:lnTo>
                  <a:pt x="1510574" y="0"/>
                </a:lnTo>
                <a:lnTo>
                  <a:pt x="1510574" y="755287"/>
                </a:lnTo>
                <a:lnTo>
                  <a:pt x="0" y="755287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rgbClr r="0" g="0" b="0"/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ctr" anchorCtr="0">
            <a:spAutoFit/>
          </a:bodyPr>
          <a:lstStyle/>
          <a:p>
            <a:pPr marL="0" marR="0" lvl="0" indent="0" defTabSz="7112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lang="en-GB" sz="1200" b="1">
                <a:solidFill>
                  <a:srgbClr val="1E0113"/>
                </a:solidFill>
                <a:latin typeface="Arial"/>
              </a:rPr>
              <a:t>First Last</a:t>
            </a:r>
            <a:br>
              <a:rPr lang="en-US" sz="1200">
                <a:solidFill>
                  <a:srgbClr val="1E0113"/>
                </a:solidFill>
                <a:latin typeface="Arial"/>
              </a:rPr>
            </a:br>
            <a:r>
              <a:rPr lang="en-US" sz="1000">
                <a:solidFill>
                  <a:srgbClr val="1E0113"/>
                </a:solidFill>
                <a:latin typeface="Arial"/>
              </a:rPr>
              <a:t>Title</a:t>
            </a:r>
            <a:endParaRPr lang="en-GB" sz="1000">
              <a:solidFill>
                <a:srgbClr val="1E0113"/>
              </a:solidFill>
              <a:latin typeface="Arial"/>
            </a:endParaRPr>
          </a:p>
        </p:txBody>
      </p:sp>
      <p:sp>
        <p:nvSpPr>
          <p:cNvPr id="119" name="Freeform: Shape 118">
            <a:extLst>
              <a:ext uri="{FF2B5EF4-FFF2-40B4-BE49-F238E27FC236}">
                <a16:creationId xmlns:a16="http://schemas.microsoft.com/office/drawing/2014/main" id="{21B8EF45-066D-4642-86E2-B7A9D45254C6}"/>
              </a:ext>
            </a:extLst>
          </p:cNvPr>
          <p:cNvSpPr/>
          <p:nvPr userDrawn="1"/>
        </p:nvSpPr>
        <p:spPr>
          <a:xfrm>
            <a:off x="10500937" y="5322209"/>
            <a:ext cx="795964" cy="304699"/>
          </a:xfrm>
          <a:custGeom>
            <a:avLst/>
            <a:gdLst>
              <a:gd name="connsiteX0" fmla="*/ 0 w 1510574"/>
              <a:gd name="connsiteY0" fmla="*/ 0 h 755287"/>
              <a:gd name="connsiteX1" fmla="*/ 1510574 w 1510574"/>
              <a:gd name="connsiteY1" fmla="*/ 0 h 755287"/>
              <a:gd name="connsiteX2" fmla="*/ 1510574 w 1510574"/>
              <a:gd name="connsiteY2" fmla="*/ 755287 h 755287"/>
              <a:gd name="connsiteX3" fmla="*/ 0 w 1510574"/>
              <a:gd name="connsiteY3" fmla="*/ 755287 h 755287"/>
              <a:gd name="connsiteX4" fmla="*/ 0 w 1510574"/>
              <a:gd name="connsiteY4" fmla="*/ 0 h 755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10574" h="755287">
                <a:moveTo>
                  <a:pt x="0" y="0"/>
                </a:moveTo>
                <a:lnTo>
                  <a:pt x="1510574" y="0"/>
                </a:lnTo>
                <a:lnTo>
                  <a:pt x="1510574" y="755287"/>
                </a:lnTo>
                <a:lnTo>
                  <a:pt x="0" y="755287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rgbClr r="0" g="0" b="0"/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ctr" anchorCtr="0">
            <a:spAutoFit/>
          </a:bodyPr>
          <a:lstStyle/>
          <a:p>
            <a:pPr marL="0" marR="0" lvl="0" indent="0" defTabSz="7112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lang="en-GB" sz="1200" b="1">
                <a:solidFill>
                  <a:srgbClr val="1E0113"/>
                </a:solidFill>
                <a:latin typeface="Arial"/>
              </a:rPr>
              <a:t>First Last</a:t>
            </a:r>
            <a:br>
              <a:rPr lang="en-US" sz="1200">
                <a:solidFill>
                  <a:srgbClr val="1E0113"/>
                </a:solidFill>
                <a:latin typeface="Arial"/>
              </a:rPr>
            </a:br>
            <a:r>
              <a:rPr lang="en-US" sz="1000">
                <a:solidFill>
                  <a:srgbClr val="1E0113"/>
                </a:solidFill>
                <a:latin typeface="Arial"/>
              </a:rPr>
              <a:t>Title</a:t>
            </a:r>
            <a:endParaRPr lang="en-GB" sz="1000">
              <a:solidFill>
                <a:srgbClr val="1E0113"/>
              </a:solidFill>
              <a:latin typeface="Arial"/>
            </a:endParaRPr>
          </a:p>
        </p:txBody>
      </p:sp>
      <p:sp>
        <p:nvSpPr>
          <p:cNvPr id="120" name="Freeform: Shape 119">
            <a:extLst>
              <a:ext uri="{FF2B5EF4-FFF2-40B4-BE49-F238E27FC236}">
                <a16:creationId xmlns:a16="http://schemas.microsoft.com/office/drawing/2014/main" id="{C9943FDD-4199-42F0-B408-8B80A0E3EF00}"/>
              </a:ext>
            </a:extLst>
          </p:cNvPr>
          <p:cNvSpPr/>
          <p:nvPr userDrawn="1"/>
        </p:nvSpPr>
        <p:spPr>
          <a:xfrm>
            <a:off x="10500937" y="5757434"/>
            <a:ext cx="795964" cy="304699"/>
          </a:xfrm>
          <a:custGeom>
            <a:avLst/>
            <a:gdLst>
              <a:gd name="connsiteX0" fmla="*/ 0 w 1510574"/>
              <a:gd name="connsiteY0" fmla="*/ 0 h 755287"/>
              <a:gd name="connsiteX1" fmla="*/ 1510574 w 1510574"/>
              <a:gd name="connsiteY1" fmla="*/ 0 h 755287"/>
              <a:gd name="connsiteX2" fmla="*/ 1510574 w 1510574"/>
              <a:gd name="connsiteY2" fmla="*/ 755287 h 755287"/>
              <a:gd name="connsiteX3" fmla="*/ 0 w 1510574"/>
              <a:gd name="connsiteY3" fmla="*/ 755287 h 755287"/>
              <a:gd name="connsiteX4" fmla="*/ 0 w 1510574"/>
              <a:gd name="connsiteY4" fmla="*/ 0 h 755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10574" h="755287">
                <a:moveTo>
                  <a:pt x="0" y="0"/>
                </a:moveTo>
                <a:lnTo>
                  <a:pt x="1510574" y="0"/>
                </a:lnTo>
                <a:lnTo>
                  <a:pt x="1510574" y="755287"/>
                </a:lnTo>
                <a:lnTo>
                  <a:pt x="0" y="755287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rgbClr r="0" g="0" b="0"/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ctr" anchorCtr="0">
            <a:spAutoFit/>
          </a:bodyPr>
          <a:lstStyle/>
          <a:p>
            <a:pPr marL="0" marR="0" lvl="0" indent="0" defTabSz="7112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lang="en-GB" sz="1200" b="1">
                <a:solidFill>
                  <a:srgbClr val="1E0113"/>
                </a:solidFill>
                <a:latin typeface="Arial"/>
              </a:rPr>
              <a:t>First Last</a:t>
            </a:r>
            <a:br>
              <a:rPr lang="en-US" sz="1200">
                <a:solidFill>
                  <a:srgbClr val="1E0113"/>
                </a:solidFill>
                <a:latin typeface="Arial"/>
              </a:rPr>
            </a:br>
            <a:r>
              <a:rPr lang="en-US" sz="1000">
                <a:solidFill>
                  <a:srgbClr val="1E0113"/>
                </a:solidFill>
                <a:latin typeface="Arial"/>
              </a:rPr>
              <a:t>Title</a:t>
            </a:r>
            <a:endParaRPr lang="en-GB" sz="1000">
              <a:solidFill>
                <a:srgbClr val="1E0113"/>
              </a:solidFill>
              <a:latin typeface="Arial"/>
            </a:endParaRPr>
          </a:p>
        </p:txBody>
      </p: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69DB669D-48B5-4377-8380-97FC300434B8}"/>
              </a:ext>
            </a:extLst>
          </p:cNvPr>
          <p:cNvCxnSpPr>
            <a:cxnSpLocks/>
          </p:cNvCxnSpPr>
          <p:nvPr userDrawn="1"/>
        </p:nvCxnSpPr>
        <p:spPr>
          <a:xfrm>
            <a:off x="5675434" y="4102323"/>
            <a:ext cx="0" cy="1743307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Freeform: Shape 121">
            <a:extLst>
              <a:ext uri="{FF2B5EF4-FFF2-40B4-BE49-F238E27FC236}">
                <a16:creationId xmlns:a16="http://schemas.microsoft.com/office/drawing/2014/main" id="{271E7A89-C33E-4C14-B9CA-5E8D883DCB02}"/>
              </a:ext>
            </a:extLst>
          </p:cNvPr>
          <p:cNvSpPr/>
          <p:nvPr userDrawn="1"/>
        </p:nvSpPr>
        <p:spPr>
          <a:xfrm>
            <a:off x="6003839" y="4327113"/>
            <a:ext cx="795964" cy="304699"/>
          </a:xfrm>
          <a:custGeom>
            <a:avLst/>
            <a:gdLst>
              <a:gd name="connsiteX0" fmla="*/ 0 w 1510574"/>
              <a:gd name="connsiteY0" fmla="*/ 0 h 755287"/>
              <a:gd name="connsiteX1" fmla="*/ 1510574 w 1510574"/>
              <a:gd name="connsiteY1" fmla="*/ 0 h 755287"/>
              <a:gd name="connsiteX2" fmla="*/ 1510574 w 1510574"/>
              <a:gd name="connsiteY2" fmla="*/ 755287 h 755287"/>
              <a:gd name="connsiteX3" fmla="*/ 0 w 1510574"/>
              <a:gd name="connsiteY3" fmla="*/ 755287 h 755287"/>
              <a:gd name="connsiteX4" fmla="*/ 0 w 1510574"/>
              <a:gd name="connsiteY4" fmla="*/ 0 h 755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10574" h="755287">
                <a:moveTo>
                  <a:pt x="0" y="0"/>
                </a:moveTo>
                <a:lnTo>
                  <a:pt x="1510574" y="0"/>
                </a:lnTo>
                <a:lnTo>
                  <a:pt x="1510574" y="755287"/>
                </a:lnTo>
                <a:lnTo>
                  <a:pt x="0" y="755287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rgbClr r="0" g="0" b="0"/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ctr" anchorCtr="0">
            <a:spAutoFit/>
          </a:bodyPr>
          <a:lstStyle/>
          <a:p>
            <a:pPr marL="0" marR="0" lvl="0" indent="0" defTabSz="7112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lang="en-GB" sz="1200" b="1">
                <a:solidFill>
                  <a:srgbClr val="1E0113"/>
                </a:solidFill>
                <a:latin typeface="Arial"/>
              </a:rPr>
              <a:t>First Last</a:t>
            </a:r>
            <a:br>
              <a:rPr lang="en-US" sz="1200">
                <a:solidFill>
                  <a:srgbClr val="1E0113"/>
                </a:solidFill>
                <a:latin typeface="Arial"/>
              </a:rPr>
            </a:br>
            <a:r>
              <a:rPr lang="en-US" sz="1000">
                <a:solidFill>
                  <a:srgbClr val="1E0113"/>
                </a:solidFill>
                <a:latin typeface="Arial"/>
              </a:rPr>
              <a:t>Title</a:t>
            </a:r>
            <a:endParaRPr lang="en-GB" sz="1000">
              <a:solidFill>
                <a:srgbClr val="1E0113"/>
              </a:solidFill>
              <a:latin typeface="Arial"/>
            </a:endParaRPr>
          </a:p>
        </p:txBody>
      </p: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F2E0D984-07AE-448D-9C7E-50B02F8E444D}"/>
              </a:ext>
            </a:extLst>
          </p:cNvPr>
          <p:cNvCxnSpPr>
            <a:cxnSpLocks/>
          </p:cNvCxnSpPr>
          <p:nvPr userDrawn="1"/>
        </p:nvCxnSpPr>
        <p:spPr>
          <a:xfrm>
            <a:off x="5675434" y="4398782"/>
            <a:ext cx="253114" cy="0"/>
          </a:xfrm>
          <a:prstGeom prst="line">
            <a:avLst/>
          </a:prstGeom>
          <a:ln w="12700"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6606C868-A2D2-47ED-B76C-FE2B86DEE401}"/>
              </a:ext>
            </a:extLst>
          </p:cNvPr>
          <p:cNvCxnSpPr>
            <a:cxnSpLocks/>
          </p:cNvCxnSpPr>
          <p:nvPr userDrawn="1"/>
        </p:nvCxnSpPr>
        <p:spPr>
          <a:xfrm>
            <a:off x="5675434" y="4896330"/>
            <a:ext cx="253114" cy="0"/>
          </a:xfrm>
          <a:prstGeom prst="line">
            <a:avLst/>
          </a:prstGeom>
          <a:ln w="12700"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AB1CFCD3-6AA4-4835-8E33-10369F558C39}"/>
              </a:ext>
            </a:extLst>
          </p:cNvPr>
          <p:cNvCxnSpPr>
            <a:cxnSpLocks/>
          </p:cNvCxnSpPr>
          <p:nvPr userDrawn="1"/>
        </p:nvCxnSpPr>
        <p:spPr>
          <a:xfrm>
            <a:off x="5675434" y="5393878"/>
            <a:ext cx="253114" cy="0"/>
          </a:xfrm>
          <a:prstGeom prst="line">
            <a:avLst/>
          </a:prstGeom>
          <a:ln w="12700"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AB99BA7C-7499-4F69-8217-0E2BF8AC24B9}"/>
              </a:ext>
            </a:extLst>
          </p:cNvPr>
          <p:cNvCxnSpPr>
            <a:cxnSpLocks/>
          </p:cNvCxnSpPr>
          <p:nvPr userDrawn="1"/>
        </p:nvCxnSpPr>
        <p:spPr>
          <a:xfrm>
            <a:off x="5675434" y="5837085"/>
            <a:ext cx="253114" cy="0"/>
          </a:xfrm>
          <a:prstGeom prst="line">
            <a:avLst/>
          </a:prstGeom>
          <a:ln w="12700"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Freeform: Shape 126">
            <a:extLst>
              <a:ext uri="{FF2B5EF4-FFF2-40B4-BE49-F238E27FC236}">
                <a16:creationId xmlns:a16="http://schemas.microsoft.com/office/drawing/2014/main" id="{375A1060-ACC9-4B1B-8683-8E04F12B2625}"/>
              </a:ext>
            </a:extLst>
          </p:cNvPr>
          <p:cNvSpPr/>
          <p:nvPr userDrawn="1"/>
        </p:nvSpPr>
        <p:spPr>
          <a:xfrm>
            <a:off x="6003839" y="4824661"/>
            <a:ext cx="795964" cy="304699"/>
          </a:xfrm>
          <a:custGeom>
            <a:avLst/>
            <a:gdLst>
              <a:gd name="connsiteX0" fmla="*/ 0 w 1510574"/>
              <a:gd name="connsiteY0" fmla="*/ 0 h 755287"/>
              <a:gd name="connsiteX1" fmla="*/ 1510574 w 1510574"/>
              <a:gd name="connsiteY1" fmla="*/ 0 h 755287"/>
              <a:gd name="connsiteX2" fmla="*/ 1510574 w 1510574"/>
              <a:gd name="connsiteY2" fmla="*/ 755287 h 755287"/>
              <a:gd name="connsiteX3" fmla="*/ 0 w 1510574"/>
              <a:gd name="connsiteY3" fmla="*/ 755287 h 755287"/>
              <a:gd name="connsiteX4" fmla="*/ 0 w 1510574"/>
              <a:gd name="connsiteY4" fmla="*/ 0 h 755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10574" h="755287">
                <a:moveTo>
                  <a:pt x="0" y="0"/>
                </a:moveTo>
                <a:lnTo>
                  <a:pt x="1510574" y="0"/>
                </a:lnTo>
                <a:lnTo>
                  <a:pt x="1510574" y="755287"/>
                </a:lnTo>
                <a:lnTo>
                  <a:pt x="0" y="755287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rgbClr r="0" g="0" b="0"/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ctr" anchorCtr="0">
            <a:spAutoFit/>
          </a:bodyPr>
          <a:lstStyle/>
          <a:p>
            <a:pPr marL="0" marR="0" lvl="0" indent="0" defTabSz="7112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lang="en-GB" sz="1200" b="1">
                <a:solidFill>
                  <a:srgbClr val="1E0113"/>
                </a:solidFill>
                <a:latin typeface="Arial"/>
              </a:rPr>
              <a:t>First Last</a:t>
            </a:r>
            <a:br>
              <a:rPr lang="en-US" sz="1200">
                <a:solidFill>
                  <a:srgbClr val="1E0113"/>
                </a:solidFill>
                <a:latin typeface="Arial"/>
              </a:rPr>
            </a:br>
            <a:r>
              <a:rPr lang="en-US" sz="1000">
                <a:solidFill>
                  <a:srgbClr val="1E0113"/>
                </a:solidFill>
                <a:latin typeface="Arial"/>
              </a:rPr>
              <a:t>Title</a:t>
            </a:r>
            <a:endParaRPr lang="en-GB" sz="1000">
              <a:solidFill>
                <a:srgbClr val="1E0113"/>
              </a:solidFill>
              <a:latin typeface="Arial"/>
            </a:endParaRPr>
          </a:p>
        </p:txBody>
      </p:sp>
      <p:sp>
        <p:nvSpPr>
          <p:cNvPr id="128" name="Freeform: Shape 127">
            <a:extLst>
              <a:ext uri="{FF2B5EF4-FFF2-40B4-BE49-F238E27FC236}">
                <a16:creationId xmlns:a16="http://schemas.microsoft.com/office/drawing/2014/main" id="{60DF18DC-F5B6-454F-A388-1611F2BC55CD}"/>
              </a:ext>
            </a:extLst>
          </p:cNvPr>
          <p:cNvSpPr/>
          <p:nvPr userDrawn="1"/>
        </p:nvSpPr>
        <p:spPr>
          <a:xfrm>
            <a:off x="6003839" y="5322209"/>
            <a:ext cx="795964" cy="304699"/>
          </a:xfrm>
          <a:custGeom>
            <a:avLst/>
            <a:gdLst>
              <a:gd name="connsiteX0" fmla="*/ 0 w 1510574"/>
              <a:gd name="connsiteY0" fmla="*/ 0 h 755287"/>
              <a:gd name="connsiteX1" fmla="*/ 1510574 w 1510574"/>
              <a:gd name="connsiteY1" fmla="*/ 0 h 755287"/>
              <a:gd name="connsiteX2" fmla="*/ 1510574 w 1510574"/>
              <a:gd name="connsiteY2" fmla="*/ 755287 h 755287"/>
              <a:gd name="connsiteX3" fmla="*/ 0 w 1510574"/>
              <a:gd name="connsiteY3" fmla="*/ 755287 h 755287"/>
              <a:gd name="connsiteX4" fmla="*/ 0 w 1510574"/>
              <a:gd name="connsiteY4" fmla="*/ 0 h 755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10574" h="755287">
                <a:moveTo>
                  <a:pt x="0" y="0"/>
                </a:moveTo>
                <a:lnTo>
                  <a:pt x="1510574" y="0"/>
                </a:lnTo>
                <a:lnTo>
                  <a:pt x="1510574" y="755287"/>
                </a:lnTo>
                <a:lnTo>
                  <a:pt x="0" y="755287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rgbClr r="0" g="0" b="0"/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ctr" anchorCtr="0">
            <a:spAutoFit/>
          </a:bodyPr>
          <a:lstStyle/>
          <a:p>
            <a:pPr marL="0" marR="0" lvl="0" indent="0" defTabSz="7112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lang="en-GB" sz="1200" b="1">
                <a:solidFill>
                  <a:srgbClr val="1E0113"/>
                </a:solidFill>
                <a:latin typeface="Arial"/>
              </a:rPr>
              <a:t>First Last</a:t>
            </a:r>
            <a:br>
              <a:rPr lang="en-US" sz="1200">
                <a:solidFill>
                  <a:srgbClr val="1E0113"/>
                </a:solidFill>
                <a:latin typeface="Arial"/>
              </a:rPr>
            </a:br>
            <a:r>
              <a:rPr lang="en-US" sz="1000">
                <a:solidFill>
                  <a:srgbClr val="1E0113"/>
                </a:solidFill>
                <a:latin typeface="Arial"/>
              </a:rPr>
              <a:t>Title</a:t>
            </a:r>
            <a:endParaRPr lang="en-GB" sz="1000">
              <a:solidFill>
                <a:srgbClr val="1E0113"/>
              </a:solidFill>
              <a:latin typeface="Arial"/>
            </a:endParaRPr>
          </a:p>
        </p:txBody>
      </p:sp>
      <p:sp>
        <p:nvSpPr>
          <p:cNvPr id="129" name="Freeform: Shape 128">
            <a:extLst>
              <a:ext uri="{FF2B5EF4-FFF2-40B4-BE49-F238E27FC236}">
                <a16:creationId xmlns:a16="http://schemas.microsoft.com/office/drawing/2014/main" id="{3860DDE8-748E-4E50-83C8-2C503A20F0A3}"/>
              </a:ext>
            </a:extLst>
          </p:cNvPr>
          <p:cNvSpPr/>
          <p:nvPr userDrawn="1"/>
        </p:nvSpPr>
        <p:spPr>
          <a:xfrm>
            <a:off x="6003839" y="5757434"/>
            <a:ext cx="795964" cy="304699"/>
          </a:xfrm>
          <a:custGeom>
            <a:avLst/>
            <a:gdLst>
              <a:gd name="connsiteX0" fmla="*/ 0 w 1510574"/>
              <a:gd name="connsiteY0" fmla="*/ 0 h 755287"/>
              <a:gd name="connsiteX1" fmla="*/ 1510574 w 1510574"/>
              <a:gd name="connsiteY1" fmla="*/ 0 h 755287"/>
              <a:gd name="connsiteX2" fmla="*/ 1510574 w 1510574"/>
              <a:gd name="connsiteY2" fmla="*/ 755287 h 755287"/>
              <a:gd name="connsiteX3" fmla="*/ 0 w 1510574"/>
              <a:gd name="connsiteY3" fmla="*/ 755287 h 755287"/>
              <a:gd name="connsiteX4" fmla="*/ 0 w 1510574"/>
              <a:gd name="connsiteY4" fmla="*/ 0 h 755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10574" h="755287">
                <a:moveTo>
                  <a:pt x="0" y="0"/>
                </a:moveTo>
                <a:lnTo>
                  <a:pt x="1510574" y="0"/>
                </a:lnTo>
                <a:lnTo>
                  <a:pt x="1510574" y="755287"/>
                </a:lnTo>
                <a:lnTo>
                  <a:pt x="0" y="755287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rgbClr r="0" g="0" b="0"/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ctr" anchorCtr="0">
            <a:spAutoFit/>
          </a:bodyPr>
          <a:lstStyle/>
          <a:p>
            <a:pPr marL="0" marR="0" lvl="0" indent="0" defTabSz="7112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lang="en-GB" sz="1200" b="1">
                <a:solidFill>
                  <a:srgbClr val="1E0113"/>
                </a:solidFill>
                <a:latin typeface="Arial"/>
              </a:rPr>
              <a:t>First Last</a:t>
            </a:r>
            <a:br>
              <a:rPr lang="en-US" sz="1200">
                <a:solidFill>
                  <a:srgbClr val="1E0113"/>
                </a:solidFill>
                <a:latin typeface="Arial"/>
              </a:rPr>
            </a:br>
            <a:r>
              <a:rPr lang="en-US" sz="1000">
                <a:solidFill>
                  <a:srgbClr val="1E0113"/>
                </a:solidFill>
                <a:latin typeface="Arial"/>
              </a:rPr>
              <a:t>Title</a:t>
            </a:r>
            <a:endParaRPr lang="en-GB" sz="1000">
              <a:solidFill>
                <a:srgbClr val="1E0113"/>
              </a:solidFill>
              <a:latin typeface="Arial"/>
            </a:endParaRPr>
          </a:p>
        </p:txBody>
      </p: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AD3C215E-595B-4A6C-8498-393A7D361A98}"/>
              </a:ext>
            </a:extLst>
          </p:cNvPr>
          <p:cNvCxnSpPr>
            <a:cxnSpLocks/>
          </p:cNvCxnSpPr>
          <p:nvPr userDrawn="1"/>
        </p:nvCxnSpPr>
        <p:spPr>
          <a:xfrm>
            <a:off x="3412464" y="4102323"/>
            <a:ext cx="0" cy="1743307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Freeform: Shape 130">
            <a:extLst>
              <a:ext uri="{FF2B5EF4-FFF2-40B4-BE49-F238E27FC236}">
                <a16:creationId xmlns:a16="http://schemas.microsoft.com/office/drawing/2014/main" id="{F4E58212-6224-478E-97B7-818E7C23EBF9}"/>
              </a:ext>
            </a:extLst>
          </p:cNvPr>
          <p:cNvSpPr/>
          <p:nvPr userDrawn="1"/>
        </p:nvSpPr>
        <p:spPr>
          <a:xfrm>
            <a:off x="3740869" y="4327113"/>
            <a:ext cx="795964" cy="304699"/>
          </a:xfrm>
          <a:custGeom>
            <a:avLst/>
            <a:gdLst>
              <a:gd name="connsiteX0" fmla="*/ 0 w 1510574"/>
              <a:gd name="connsiteY0" fmla="*/ 0 h 755287"/>
              <a:gd name="connsiteX1" fmla="*/ 1510574 w 1510574"/>
              <a:gd name="connsiteY1" fmla="*/ 0 h 755287"/>
              <a:gd name="connsiteX2" fmla="*/ 1510574 w 1510574"/>
              <a:gd name="connsiteY2" fmla="*/ 755287 h 755287"/>
              <a:gd name="connsiteX3" fmla="*/ 0 w 1510574"/>
              <a:gd name="connsiteY3" fmla="*/ 755287 h 755287"/>
              <a:gd name="connsiteX4" fmla="*/ 0 w 1510574"/>
              <a:gd name="connsiteY4" fmla="*/ 0 h 755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10574" h="755287">
                <a:moveTo>
                  <a:pt x="0" y="0"/>
                </a:moveTo>
                <a:lnTo>
                  <a:pt x="1510574" y="0"/>
                </a:lnTo>
                <a:lnTo>
                  <a:pt x="1510574" y="755287"/>
                </a:lnTo>
                <a:lnTo>
                  <a:pt x="0" y="755287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rgbClr r="0" g="0" b="0"/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ctr" anchorCtr="0">
            <a:spAutoFit/>
          </a:bodyPr>
          <a:lstStyle/>
          <a:p>
            <a:pPr marL="0" marR="0" lvl="0" indent="0" defTabSz="7112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lang="en-GB" sz="1200" b="1">
                <a:solidFill>
                  <a:srgbClr val="1E0113"/>
                </a:solidFill>
                <a:latin typeface="Arial"/>
              </a:rPr>
              <a:t>First Last</a:t>
            </a:r>
            <a:br>
              <a:rPr lang="en-US" sz="1200">
                <a:solidFill>
                  <a:srgbClr val="1E0113"/>
                </a:solidFill>
                <a:latin typeface="Arial"/>
              </a:rPr>
            </a:br>
            <a:r>
              <a:rPr lang="en-US" sz="1000">
                <a:solidFill>
                  <a:srgbClr val="1E0113"/>
                </a:solidFill>
                <a:latin typeface="Arial"/>
              </a:rPr>
              <a:t>Title</a:t>
            </a:r>
            <a:endParaRPr lang="en-GB" sz="1000">
              <a:solidFill>
                <a:srgbClr val="1E0113"/>
              </a:solidFill>
              <a:latin typeface="Arial"/>
            </a:endParaRPr>
          </a:p>
        </p:txBody>
      </p: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8BD77DC3-4CA6-49B9-B9B3-B5732A273B3D}"/>
              </a:ext>
            </a:extLst>
          </p:cNvPr>
          <p:cNvCxnSpPr>
            <a:cxnSpLocks/>
          </p:cNvCxnSpPr>
          <p:nvPr userDrawn="1"/>
        </p:nvCxnSpPr>
        <p:spPr>
          <a:xfrm>
            <a:off x="3412464" y="4398782"/>
            <a:ext cx="253114" cy="0"/>
          </a:xfrm>
          <a:prstGeom prst="line">
            <a:avLst/>
          </a:prstGeom>
          <a:ln w="12700"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2FEE2FD7-2D0B-40A3-B9DD-1C5D61F30E00}"/>
              </a:ext>
            </a:extLst>
          </p:cNvPr>
          <p:cNvCxnSpPr>
            <a:cxnSpLocks/>
          </p:cNvCxnSpPr>
          <p:nvPr userDrawn="1"/>
        </p:nvCxnSpPr>
        <p:spPr>
          <a:xfrm>
            <a:off x="3412464" y="4896330"/>
            <a:ext cx="253114" cy="0"/>
          </a:xfrm>
          <a:prstGeom prst="line">
            <a:avLst/>
          </a:prstGeom>
          <a:ln w="12700"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9D256505-D8BB-4851-8136-344B9E4AF664}"/>
              </a:ext>
            </a:extLst>
          </p:cNvPr>
          <p:cNvCxnSpPr>
            <a:cxnSpLocks/>
          </p:cNvCxnSpPr>
          <p:nvPr userDrawn="1"/>
        </p:nvCxnSpPr>
        <p:spPr>
          <a:xfrm>
            <a:off x="3412464" y="5393878"/>
            <a:ext cx="253114" cy="0"/>
          </a:xfrm>
          <a:prstGeom prst="line">
            <a:avLst/>
          </a:prstGeom>
          <a:ln w="12700"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1D9595AA-BF17-4EA3-BD5B-E20BF54BC048}"/>
              </a:ext>
            </a:extLst>
          </p:cNvPr>
          <p:cNvCxnSpPr>
            <a:cxnSpLocks/>
          </p:cNvCxnSpPr>
          <p:nvPr userDrawn="1"/>
        </p:nvCxnSpPr>
        <p:spPr>
          <a:xfrm>
            <a:off x="3412464" y="5837085"/>
            <a:ext cx="253114" cy="0"/>
          </a:xfrm>
          <a:prstGeom prst="line">
            <a:avLst/>
          </a:prstGeom>
          <a:ln w="12700"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Freeform: Shape 135">
            <a:extLst>
              <a:ext uri="{FF2B5EF4-FFF2-40B4-BE49-F238E27FC236}">
                <a16:creationId xmlns:a16="http://schemas.microsoft.com/office/drawing/2014/main" id="{E894039B-213C-495E-AD99-46FE6BD73D28}"/>
              </a:ext>
            </a:extLst>
          </p:cNvPr>
          <p:cNvSpPr/>
          <p:nvPr userDrawn="1"/>
        </p:nvSpPr>
        <p:spPr>
          <a:xfrm>
            <a:off x="3740869" y="4824661"/>
            <a:ext cx="795964" cy="304699"/>
          </a:xfrm>
          <a:custGeom>
            <a:avLst/>
            <a:gdLst>
              <a:gd name="connsiteX0" fmla="*/ 0 w 1510574"/>
              <a:gd name="connsiteY0" fmla="*/ 0 h 755287"/>
              <a:gd name="connsiteX1" fmla="*/ 1510574 w 1510574"/>
              <a:gd name="connsiteY1" fmla="*/ 0 h 755287"/>
              <a:gd name="connsiteX2" fmla="*/ 1510574 w 1510574"/>
              <a:gd name="connsiteY2" fmla="*/ 755287 h 755287"/>
              <a:gd name="connsiteX3" fmla="*/ 0 w 1510574"/>
              <a:gd name="connsiteY3" fmla="*/ 755287 h 755287"/>
              <a:gd name="connsiteX4" fmla="*/ 0 w 1510574"/>
              <a:gd name="connsiteY4" fmla="*/ 0 h 755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10574" h="755287">
                <a:moveTo>
                  <a:pt x="0" y="0"/>
                </a:moveTo>
                <a:lnTo>
                  <a:pt x="1510574" y="0"/>
                </a:lnTo>
                <a:lnTo>
                  <a:pt x="1510574" y="755287"/>
                </a:lnTo>
                <a:lnTo>
                  <a:pt x="0" y="755287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rgbClr r="0" g="0" b="0"/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ctr" anchorCtr="0">
            <a:spAutoFit/>
          </a:bodyPr>
          <a:lstStyle/>
          <a:p>
            <a:pPr marL="0" marR="0" lvl="0" indent="0" defTabSz="7112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lang="en-GB" sz="1200" b="1">
                <a:solidFill>
                  <a:srgbClr val="1E0113"/>
                </a:solidFill>
                <a:latin typeface="Arial"/>
              </a:rPr>
              <a:t>First Last</a:t>
            </a:r>
            <a:br>
              <a:rPr lang="en-US" sz="1200">
                <a:solidFill>
                  <a:srgbClr val="1E0113"/>
                </a:solidFill>
                <a:latin typeface="Arial"/>
              </a:rPr>
            </a:br>
            <a:r>
              <a:rPr lang="en-US" sz="1000">
                <a:solidFill>
                  <a:srgbClr val="1E0113"/>
                </a:solidFill>
                <a:latin typeface="Arial"/>
              </a:rPr>
              <a:t>Title</a:t>
            </a:r>
            <a:endParaRPr lang="en-GB" sz="1000">
              <a:solidFill>
                <a:srgbClr val="1E0113"/>
              </a:solidFill>
              <a:latin typeface="Arial"/>
            </a:endParaRPr>
          </a:p>
        </p:txBody>
      </p:sp>
      <p:sp>
        <p:nvSpPr>
          <p:cNvPr id="137" name="Freeform: Shape 136">
            <a:extLst>
              <a:ext uri="{FF2B5EF4-FFF2-40B4-BE49-F238E27FC236}">
                <a16:creationId xmlns:a16="http://schemas.microsoft.com/office/drawing/2014/main" id="{DCC0C65F-2351-4EFA-93E0-64F18648548D}"/>
              </a:ext>
            </a:extLst>
          </p:cNvPr>
          <p:cNvSpPr/>
          <p:nvPr userDrawn="1"/>
        </p:nvSpPr>
        <p:spPr>
          <a:xfrm>
            <a:off x="3740869" y="5322209"/>
            <a:ext cx="795964" cy="304699"/>
          </a:xfrm>
          <a:custGeom>
            <a:avLst/>
            <a:gdLst>
              <a:gd name="connsiteX0" fmla="*/ 0 w 1510574"/>
              <a:gd name="connsiteY0" fmla="*/ 0 h 755287"/>
              <a:gd name="connsiteX1" fmla="*/ 1510574 w 1510574"/>
              <a:gd name="connsiteY1" fmla="*/ 0 h 755287"/>
              <a:gd name="connsiteX2" fmla="*/ 1510574 w 1510574"/>
              <a:gd name="connsiteY2" fmla="*/ 755287 h 755287"/>
              <a:gd name="connsiteX3" fmla="*/ 0 w 1510574"/>
              <a:gd name="connsiteY3" fmla="*/ 755287 h 755287"/>
              <a:gd name="connsiteX4" fmla="*/ 0 w 1510574"/>
              <a:gd name="connsiteY4" fmla="*/ 0 h 755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10574" h="755287">
                <a:moveTo>
                  <a:pt x="0" y="0"/>
                </a:moveTo>
                <a:lnTo>
                  <a:pt x="1510574" y="0"/>
                </a:lnTo>
                <a:lnTo>
                  <a:pt x="1510574" y="755287"/>
                </a:lnTo>
                <a:lnTo>
                  <a:pt x="0" y="755287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rgbClr r="0" g="0" b="0"/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ctr" anchorCtr="0">
            <a:spAutoFit/>
          </a:bodyPr>
          <a:lstStyle/>
          <a:p>
            <a:pPr marL="0" marR="0" lvl="0" indent="0" defTabSz="7112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lang="en-GB" sz="1200" b="1">
                <a:solidFill>
                  <a:srgbClr val="1E0113"/>
                </a:solidFill>
                <a:latin typeface="Arial"/>
              </a:rPr>
              <a:t>First Last</a:t>
            </a:r>
            <a:br>
              <a:rPr lang="en-US" sz="1200">
                <a:solidFill>
                  <a:srgbClr val="1E0113"/>
                </a:solidFill>
                <a:latin typeface="Arial"/>
              </a:rPr>
            </a:br>
            <a:r>
              <a:rPr lang="en-US" sz="1000">
                <a:solidFill>
                  <a:srgbClr val="1E0113"/>
                </a:solidFill>
                <a:latin typeface="Arial"/>
              </a:rPr>
              <a:t>Title</a:t>
            </a:r>
            <a:endParaRPr lang="en-GB" sz="1000">
              <a:solidFill>
                <a:srgbClr val="1E0113"/>
              </a:solidFill>
              <a:latin typeface="Arial"/>
            </a:endParaRPr>
          </a:p>
        </p:txBody>
      </p:sp>
      <p:sp>
        <p:nvSpPr>
          <p:cNvPr id="138" name="Freeform: Shape 137">
            <a:extLst>
              <a:ext uri="{FF2B5EF4-FFF2-40B4-BE49-F238E27FC236}">
                <a16:creationId xmlns:a16="http://schemas.microsoft.com/office/drawing/2014/main" id="{0F96021F-C2DF-4E6B-8BAC-0C3FE4F86BA6}"/>
              </a:ext>
            </a:extLst>
          </p:cNvPr>
          <p:cNvSpPr/>
          <p:nvPr userDrawn="1"/>
        </p:nvSpPr>
        <p:spPr>
          <a:xfrm>
            <a:off x="3740869" y="5757434"/>
            <a:ext cx="795964" cy="304699"/>
          </a:xfrm>
          <a:custGeom>
            <a:avLst/>
            <a:gdLst>
              <a:gd name="connsiteX0" fmla="*/ 0 w 1510574"/>
              <a:gd name="connsiteY0" fmla="*/ 0 h 755287"/>
              <a:gd name="connsiteX1" fmla="*/ 1510574 w 1510574"/>
              <a:gd name="connsiteY1" fmla="*/ 0 h 755287"/>
              <a:gd name="connsiteX2" fmla="*/ 1510574 w 1510574"/>
              <a:gd name="connsiteY2" fmla="*/ 755287 h 755287"/>
              <a:gd name="connsiteX3" fmla="*/ 0 w 1510574"/>
              <a:gd name="connsiteY3" fmla="*/ 755287 h 755287"/>
              <a:gd name="connsiteX4" fmla="*/ 0 w 1510574"/>
              <a:gd name="connsiteY4" fmla="*/ 0 h 755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10574" h="755287">
                <a:moveTo>
                  <a:pt x="0" y="0"/>
                </a:moveTo>
                <a:lnTo>
                  <a:pt x="1510574" y="0"/>
                </a:lnTo>
                <a:lnTo>
                  <a:pt x="1510574" y="755287"/>
                </a:lnTo>
                <a:lnTo>
                  <a:pt x="0" y="755287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rgbClr r="0" g="0" b="0"/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ctr" anchorCtr="0">
            <a:spAutoFit/>
          </a:bodyPr>
          <a:lstStyle/>
          <a:p>
            <a:pPr marL="0" marR="0" lvl="0" indent="0" defTabSz="7112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lang="en-GB" sz="1200" b="1">
                <a:solidFill>
                  <a:srgbClr val="1E0113"/>
                </a:solidFill>
                <a:latin typeface="Arial"/>
              </a:rPr>
              <a:t>First Last</a:t>
            </a:r>
            <a:br>
              <a:rPr lang="en-US" sz="1200">
                <a:solidFill>
                  <a:srgbClr val="1E0113"/>
                </a:solidFill>
                <a:latin typeface="Arial"/>
              </a:rPr>
            </a:br>
            <a:r>
              <a:rPr lang="en-US" sz="1000">
                <a:solidFill>
                  <a:srgbClr val="1E0113"/>
                </a:solidFill>
                <a:latin typeface="Arial"/>
              </a:rPr>
              <a:t>Title</a:t>
            </a:r>
            <a:endParaRPr lang="en-GB" sz="1000">
              <a:solidFill>
                <a:srgbClr val="1E0113"/>
              </a:solidFill>
              <a:latin typeface="Arial"/>
            </a:endParaRPr>
          </a:p>
        </p:txBody>
      </p: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798B1C53-B143-442C-BAE6-824E98727672}"/>
              </a:ext>
            </a:extLst>
          </p:cNvPr>
          <p:cNvCxnSpPr>
            <a:cxnSpLocks/>
          </p:cNvCxnSpPr>
          <p:nvPr userDrawn="1"/>
        </p:nvCxnSpPr>
        <p:spPr>
          <a:xfrm>
            <a:off x="1149494" y="4102323"/>
            <a:ext cx="0" cy="1743307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Freeform: Shape 139">
            <a:extLst>
              <a:ext uri="{FF2B5EF4-FFF2-40B4-BE49-F238E27FC236}">
                <a16:creationId xmlns:a16="http://schemas.microsoft.com/office/drawing/2014/main" id="{DB06DB5F-E021-4586-A963-5DBAD49BE888}"/>
              </a:ext>
            </a:extLst>
          </p:cNvPr>
          <p:cNvSpPr/>
          <p:nvPr userDrawn="1"/>
        </p:nvSpPr>
        <p:spPr>
          <a:xfrm>
            <a:off x="1477900" y="4327113"/>
            <a:ext cx="795964" cy="304699"/>
          </a:xfrm>
          <a:custGeom>
            <a:avLst/>
            <a:gdLst>
              <a:gd name="connsiteX0" fmla="*/ 0 w 1510574"/>
              <a:gd name="connsiteY0" fmla="*/ 0 h 755287"/>
              <a:gd name="connsiteX1" fmla="*/ 1510574 w 1510574"/>
              <a:gd name="connsiteY1" fmla="*/ 0 h 755287"/>
              <a:gd name="connsiteX2" fmla="*/ 1510574 w 1510574"/>
              <a:gd name="connsiteY2" fmla="*/ 755287 h 755287"/>
              <a:gd name="connsiteX3" fmla="*/ 0 w 1510574"/>
              <a:gd name="connsiteY3" fmla="*/ 755287 h 755287"/>
              <a:gd name="connsiteX4" fmla="*/ 0 w 1510574"/>
              <a:gd name="connsiteY4" fmla="*/ 0 h 755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10574" h="755287">
                <a:moveTo>
                  <a:pt x="0" y="0"/>
                </a:moveTo>
                <a:lnTo>
                  <a:pt x="1510574" y="0"/>
                </a:lnTo>
                <a:lnTo>
                  <a:pt x="1510574" y="755287"/>
                </a:lnTo>
                <a:lnTo>
                  <a:pt x="0" y="755287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rgbClr r="0" g="0" b="0"/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ctr" anchorCtr="0">
            <a:spAutoFit/>
          </a:bodyPr>
          <a:lstStyle/>
          <a:p>
            <a:pPr marL="0" marR="0" lvl="0" indent="0" defTabSz="7112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lang="en-GB" sz="1200" b="1">
                <a:solidFill>
                  <a:srgbClr val="1E0113"/>
                </a:solidFill>
                <a:latin typeface="Arial"/>
              </a:rPr>
              <a:t>First Last</a:t>
            </a:r>
            <a:br>
              <a:rPr lang="en-US" sz="1200">
                <a:solidFill>
                  <a:srgbClr val="1E0113"/>
                </a:solidFill>
                <a:latin typeface="Arial"/>
              </a:rPr>
            </a:br>
            <a:r>
              <a:rPr lang="en-US" sz="1000">
                <a:solidFill>
                  <a:srgbClr val="1E0113"/>
                </a:solidFill>
                <a:latin typeface="Arial"/>
              </a:rPr>
              <a:t>Title</a:t>
            </a:r>
            <a:endParaRPr lang="en-GB" sz="1000">
              <a:solidFill>
                <a:srgbClr val="1E0113"/>
              </a:solidFill>
              <a:latin typeface="Arial"/>
            </a:endParaRPr>
          </a:p>
        </p:txBody>
      </p: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A1A5AC41-26B6-45AC-B5F9-1B13B4A30815}"/>
              </a:ext>
            </a:extLst>
          </p:cNvPr>
          <p:cNvCxnSpPr>
            <a:cxnSpLocks/>
          </p:cNvCxnSpPr>
          <p:nvPr userDrawn="1"/>
        </p:nvCxnSpPr>
        <p:spPr>
          <a:xfrm>
            <a:off x="1149494" y="4398782"/>
            <a:ext cx="253114" cy="0"/>
          </a:xfrm>
          <a:prstGeom prst="line">
            <a:avLst/>
          </a:prstGeom>
          <a:ln w="12700"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509DA5A4-8AD5-4CEF-8C41-3BF7F07426E9}"/>
              </a:ext>
            </a:extLst>
          </p:cNvPr>
          <p:cNvCxnSpPr>
            <a:cxnSpLocks/>
          </p:cNvCxnSpPr>
          <p:nvPr userDrawn="1"/>
        </p:nvCxnSpPr>
        <p:spPr>
          <a:xfrm>
            <a:off x="1149494" y="4896330"/>
            <a:ext cx="253114" cy="0"/>
          </a:xfrm>
          <a:prstGeom prst="line">
            <a:avLst/>
          </a:prstGeom>
          <a:ln w="12700"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593E56D6-2D45-4211-B3FA-A5DE2909AE51}"/>
              </a:ext>
            </a:extLst>
          </p:cNvPr>
          <p:cNvCxnSpPr>
            <a:cxnSpLocks/>
          </p:cNvCxnSpPr>
          <p:nvPr userDrawn="1"/>
        </p:nvCxnSpPr>
        <p:spPr>
          <a:xfrm>
            <a:off x="1149494" y="5393878"/>
            <a:ext cx="253114" cy="0"/>
          </a:xfrm>
          <a:prstGeom prst="line">
            <a:avLst/>
          </a:prstGeom>
          <a:ln w="12700"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CB48DE18-4799-48C3-96EA-3329CB328ACA}"/>
              </a:ext>
            </a:extLst>
          </p:cNvPr>
          <p:cNvCxnSpPr>
            <a:cxnSpLocks/>
          </p:cNvCxnSpPr>
          <p:nvPr userDrawn="1"/>
        </p:nvCxnSpPr>
        <p:spPr>
          <a:xfrm>
            <a:off x="1149494" y="5837085"/>
            <a:ext cx="253114" cy="0"/>
          </a:xfrm>
          <a:prstGeom prst="line">
            <a:avLst/>
          </a:prstGeom>
          <a:ln w="12700"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Freeform: Shape 144">
            <a:extLst>
              <a:ext uri="{FF2B5EF4-FFF2-40B4-BE49-F238E27FC236}">
                <a16:creationId xmlns:a16="http://schemas.microsoft.com/office/drawing/2014/main" id="{384DBA32-DCEF-4DDD-A1A2-038A8963C847}"/>
              </a:ext>
            </a:extLst>
          </p:cNvPr>
          <p:cNvSpPr/>
          <p:nvPr userDrawn="1"/>
        </p:nvSpPr>
        <p:spPr>
          <a:xfrm>
            <a:off x="1477900" y="4824661"/>
            <a:ext cx="795964" cy="304699"/>
          </a:xfrm>
          <a:custGeom>
            <a:avLst/>
            <a:gdLst>
              <a:gd name="connsiteX0" fmla="*/ 0 w 1510574"/>
              <a:gd name="connsiteY0" fmla="*/ 0 h 755287"/>
              <a:gd name="connsiteX1" fmla="*/ 1510574 w 1510574"/>
              <a:gd name="connsiteY1" fmla="*/ 0 h 755287"/>
              <a:gd name="connsiteX2" fmla="*/ 1510574 w 1510574"/>
              <a:gd name="connsiteY2" fmla="*/ 755287 h 755287"/>
              <a:gd name="connsiteX3" fmla="*/ 0 w 1510574"/>
              <a:gd name="connsiteY3" fmla="*/ 755287 h 755287"/>
              <a:gd name="connsiteX4" fmla="*/ 0 w 1510574"/>
              <a:gd name="connsiteY4" fmla="*/ 0 h 755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10574" h="755287">
                <a:moveTo>
                  <a:pt x="0" y="0"/>
                </a:moveTo>
                <a:lnTo>
                  <a:pt x="1510574" y="0"/>
                </a:lnTo>
                <a:lnTo>
                  <a:pt x="1510574" y="755287"/>
                </a:lnTo>
                <a:lnTo>
                  <a:pt x="0" y="755287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rgbClr r="0" g="0" b="0"/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ctr" anchorCtr="0">
            <a:spAutoFit/>
          </a:bodyPr>
          <a:lstStyle/>
          <a:p>
            <a:pPr marL="0" marR="0" lvl="0" indent="0" defTabSz="7112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lang="en-GB" sz="1200" b="1">
                <a:solidFill>
                  <a:srgbClr val="1E0113"/>
                </a:solidFill>
                <a:latin typeface="Arial"/>
              </a:rPr>
              <a:t>First Last</a:t>
            </a:r>
            <a:br>
              <a:rPr lang="en-US" sz="1200">
                <a:solidFill>
                  <a:srgbClr val="1E0113"/>
                </a:solidFill>
                <a:latin typeface="Arial"/>
              </a:rPr>
            </a:br>
            <a:r>
              <a:rPr lang="en-US" sz="1000">
                <a:solidFill>
                  <a:srgbClr val="1E0113"/>
                </a:solidFill>
                <a:latin typeface="Arial"/>
              </a:rPr>
              <a:t>Title</a:t>
            </a:r>
            <a:endParaRPr lang="en-GB" sz="1000">
              <a:solidFill>
                <a:srgbClr val="1E0113"/>
              </a:solidFill>
              <a:latin typeface="Arial"/>
            </a:endParaRPr>
          </a:p>
        </p:txBody>
      </p:sp>
      <p:sp>
        <p:nvSpPr>
          <p:cNvPr id="146" name="Freeform: Shape 145">
            <a:extLst>
              <a:ext uri="{FF2B5EF4-FFF2-40B4-BE49-F238E27FC236}">
                <a16:creationId xmlns:a16="http://schemas.microsoft.com/office/drawing/2014/main" id="{BECD8A20-D75E-47E1-B5EC-D30A397F10A6}"/>
              </a:ext>
            </a:extLst>
          </p:cNvPr>
          <p:cNvSpPr/>
          <p:nvPr userDrawn="1"/>
        </p:nvSpPr>
        <p:spPr>
          <a:xfrm>
            <a:off x="1477900" y="5322209"/>
            <a:ext cx="795964" cy="304699"/>
          </a:xfrm>
          <a:custGeom>
            <a:avLst/>
            <a:gdLst>
              <a:gd name="connsiteX0" fmla="*/ 0 w 1510574"/>
              <a:gd name="connsiteY0" fmla="*/ 0 h 755287"/>
              <a:gd name="connsiteX1" fmla="*/ 1510574 w 1510574"/>
              <a:gd name="connsiteY1" fmla="*/ 0 h 755287"/>
              <a:gd name="connsiteX2" fmla="*/ 1510574 w 1510574"/>
              <a:gd name="connsiteY2" fmla="*/ 755287 h 755287"/>
              <a:gd name="connsiteX3" fmla="*/ 0 w 1510574"/>
              <a:gd name="connsiteY3" fmla="*/ 755287 h 755287"/>
              <a:gd name="connsiteX4" fmla="*/ 0 w 1510574"/>
              <a:gd name="connsiteY4" fmla="*/ 0 h 755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10574" h="755287">
                <a:moveTo>
                  <a:pt x="0" y="0"/>
                </a:moveTo>
                <a:lnTo>
                  <a:pt x="1510574" y="0"/>
                </a:lnTo>
                <a:lnTo>
                  <a:pt x="1510574" y="755287"/>
                </a:lnTo>
                <a:lnTo>
                  <a:pt x="0" y="755287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rgbClr r="0" g="0" b="0"/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ctr" anchorCtr="0">
            <a:spAutoFit/>
          </a:bodyPr>
          <a:lstStyle/>
          <a:p>
            <a:pPr marL="0" marR="0" lvl="0" indent="0" defTabSz="7112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lang="en-GB" sz="1200" b="1">
                <a:solidFill>
                  <a:srgbClr val="1E0113"/>
                </a:solidFill>
                <a:latin typeface="Arial"/>
              </a:rPr>
              <a:t>First Last</a:t>
            </a:r>
            <a:br>
              <a:rPr lang="en-US" sz="1200">
                <a:solidFill>
                  <a:srgbClr val="1E0113"/>
                </a:solidFill>
                <a:latin typeface="Arial"/>
              </a:rPr>
            </a:br>
            <a:r>
              <a:rPr lang="en-US" sz="1000">
                <a:solidFill>
                  <a:srgbClr val="1E0113"/>
                </a:solidFill>
                <a:latin typeface="Arial"/>
              </a:rPr>
              <a:t>Title</a:t>
            </a:r>
            <a:endParaRPr lang="en-GB" sz="1000">
              <a:solidFill>
                <a:srgbClr val="1E0113"/>
              </a:solidFill>
              <a:latin typeface="Arial"/>
            </a:endParaRPr>
          </a:p>
        </p:txBody>
      </p:sp>
      <p:sp>
        <p:nvSpPr>
          <p:cNvPr id="147" name="Freeform: Shape 146">
            <a:extLst>
              <a:ext uri="{FF2B5EF4-FFF2-40B4-BE49-F238E27FC236}">
                <a16:creationId xmlns:a16="http://schemas.microsoft.com/office/drawing/2014/main" id="{CAB5F801-25FB-490D-8F63-44C3C3A92809}"/>
              </a:ext>
            </a:extLst>
          </p:cNvPr>
          <p:cNvSpPr/>
          <p:nvPr userDrawn="1"/>
        </p:nvSpPr>
        <p:spPr>
          <a:xfrm>
            <a:off x="1477900" y="5757434"/>
            <a:ext cx="795964" cy="304699"/>
          </a:xfrm>
          <a:custGeom>
            <a:avLst/>
            <a:gdLst>
              <a:gd name="connsiteX0" fmla="*/ 0 w 1510574"/>
              <a:gd name="connsiteY0" fmla="*/ 0 h 755287"/>
              <a:gd name="connsiteX1" fmla="*/ 1510574 w 1510574"/>
              <a:gd name="connsiteY1" fmla="*/ 0 h 755287"/>
              <a:gd name="connsiteX2" fmla="*/ 1510574 w 1510574"/>
              <a:gd name="connsiteY2" fmla="*/ 755287 h 755287"/>
              <a:gd name="connsiteX3" fmla="*/ 0 w 1510574"/>
              <a:gd name="connsiteY3" fmla="*/ 755287 h 755287"/>
              <a:gd name="connsiteX4" fmla="*/ 0 w 1510574"/>
              <a:gd name="connsiteY4" fmla="*/ 0 h 755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10574" h="755287">
                <a:moveTo>
                  <a:pt x="0" y="0"/>
                </a:moveTo>
                <a:lnTo>
                  <a:pt x="1510574" y="0"/>
                </a:lnTo>
                <a:lnTo>
                  <a:pt x="1510574" y="755287"/>
                </a:lnTo>
                <a:lnTo>
                  <a:pt x="0" y="755287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rgbClr r="0" g="0" b="0"/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ctr" anchorCtr="0">
            <a:spAutoFit/>
          </a:bodyPr>
          <a:lstStyle/>
          <a:p>
            <a:pPr marL="0" marR="0" lvl="0" indent="0" defTabSz="7112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lang="en-GB" sz="1200" b="1">
                <a:solidFill>
                  <a:srgbClr val="1E0113"/>
                </a:solidFill>
                <a:latin typeface="Arial"/>
              </a:rPr>
              <a:t>First Last</a:t>
            </a:r>
            <a:br>
              <a:rPr lang="en-US" sz="1200">
                <a:solidFill>
                  <a:srgbClr val="1E0113"/>
                </a:solidFill>
                <a:latin typeface="Arial"/>
              </a:rPr>
            </a:br>
            <a:r>
              <a:rPr lang="en-US" sz="1000">
                <a:solidFill>
                  <a:srgbClr val="1E0113"/>
                </a:solidFill>
                <a:latin typeface="Arial"/>
              </a:rPr>
              <a:t>Title</a:t>
            </a:r>
            <a:endParaRPr lang="en-GB" sz="1000">
              <a:solidFill>
                <a:srgbClr val="1E0113"/>
              </a:solidFill>
              <a:latin typeface="Arial"/>
            </a:endParaRPr>
          </a:p>
        </p:txBody>
      </p:sp>
      <p:sp>
        <p:nvSpPr>
          <p:cNvPr id="148" name="Title 28">
            <a:extLst>
              <a:ext uri="{FF2B5EF4-FFF2-40B4-BE49-F238E27FC236}">
                <a16:creationId xmlns:a16="http://schemas.microsoft.com/office/drawing/2014/main" id="{EBFEB7CB-FE77-4157-860F-CF3CE457116A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 bwMode="gray">
          <a:xfrm>
            <a:off x="760610" y="442528"/>
            <a:ext cx="10673828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BA6E515-B04B-4EF7-B957-CEB747F091D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298868" y="1179514"/>
            <a:ext cx="763786" cy="763587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9050">
            <a:solidFill>
              <a:schemeClr val="tx2"/>
            </a:solidFill>
          </a:ln>
        </p:spPr>
        <p:txBody>
          <a:bodyPr lIns="0" rIns="0" anchor="ctr" anchorCtr="0"/>
          <a:lstStyle>
            <a:lvl1pPr marL="0" indent="0" algn="ctr">
              <a:buNone/>
              <a:defRPr sz="1200"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152" name="Picture Placeholder 2">
            <a:extLst>
              <a:ext uri="{FF2B5EF4-FFF2-40B4-BE49-F238E27FC236}">
                <a16:creationId xmlns:a16="http://schemas.microsoft.com/office/drawing/2014/main" id="{5CFAA97B-C003-4537-AA54-9DA07FB667A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67601" y="2934769"/>
            <a:ext cx="763786" cy="763587"/>
          </a:xfrm>
          <a:prstGeom prst="ellipse">
            <a:avLst/>
          </a:prstGeom>
          <a:solidFill>
            <a:schemeClr val="accent3"/>
          </a:solidFill>
          <a:ln w="19050">
            <a:solidFill>
              <a:srgbClr val="7A126B"/>
            </a:solidFill>
          </a:ln>
        </p:spPr>
        <p:txBody>
          <a:bodyPr lIns="0" rIns="0" anchor="ctr" anchorCtr="0"/>
          <a:lstStyle>
            <a:lvl1pPr marL="0" indent="0" algn="ctr">
              <a:buNone/>
              <a:defRPr sz="1200"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153" name="Picture Placeholder 2">
            <a:extLst>
              <a:ext uri="{FF2B5EF4-FFF2-40B4-BE49-F238E27FC236}">
                <a16:creationId xmlns:a16="http://schemas.microsoft.com/office/drawing/2014/main" id="{208C4BD3-34B3-4995-AD61-5759A728B6A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547769" y="2934769"/>
            <a:ext cx="763786" cy="763587"/>
          </a:xfrm>
          <a:prstGeom prst="ellipse">
            <a:avLst/>
          </a:prstGeom>
          <a:solidFill>
            <a:schemeClr val="accent5"/>
          </a:solidFill>
          <a:ln w="19050">
            <a:solidFill>
              <a:srgbClr val="294E95"/>
            </a:solidFill>
          </a:ln>
        </p:spPr>
        <p:txBody>
          <a:bodyPr lIns="0" rIns="0" anchor="ctr" anchorCtr="0"/>
          <a:lstStyle>
            <a:lvl1pPr marL="0" indent="0" algn="ctr">
              <a:buNone/>
              <a:defRPr sz="1200"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170" name="Picture Placeholder 2">
            <a:extLst>
              <a:ext uri="{FF2B5EF4-FFF2-40B4-BE49-F238E27FC236}">
                <a16:creationId xmlns:a16="http://schemas.microsoft.com/office/drawing/2014/main" id="{48A41CF6-6D0E-47F5-8C99-3D04407CE681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033234" y="2934769"/>
            <a:ext cx="763786" cy="763587"/>
          </a:xfrm>
          <a:prstGeom prst="ellipse">
            <a:avLst/>
          </a:prstGeom>
          <a:solidFill>
            <a:schemeClr val="accent3"/>
          </a:solidFill>
          <a:ln w="19050">
            <a:solidFill>
              <a:srgbClr val="7A126B"/>
            </a:solidFill>
          </a:ln>
        </p:spPr>
        <p:txBody>
          <a:bodyPr lIns="0" rIns="0" anchor="ctr" anchorCtr="0"/>
          <a:lstStyle>
            <a:lvl1pPr marL="0" indent="0" algn="ctr">
              <a:buNone/>
              <a:defRPr sz="1200"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171" name="Picture Placeholder 2">
            <a:extLst>
              <a:ext uri="{FF2B5EF4-FFF2-40B4-BE49-F238E27FC236}">
                <a16:creationId xmlns:a16="http://schemas.microsoft.com/office/drawing/2014/main" id="{FC259C05-A190-4462-AB1E-30AB08CBF294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796924" y="2934769"/>
            <a:ext cx="763786" cy="763587"/>
          </a:xfrm>
          <a:prstGeom prst="ellipse">
            <a:avLst/>
          </a:prstGeom>
          <a:solidFill>
            <a:schemeClr val="accent5"/>
          </a:solidFill>
          <a:ln w="19050">
            <a:solidFill>
              <a:srgbClr val="294E95"/>
            </a:solidFill>
          </a:ln>
        </p:spPr>
        <p:txBody>
          <a:bodyPr lIns="0" rIns="0" anchor="ctr" anchorCtr="0"/>
          <a:lstStyle>
            <a:lvl1pPr marL="0" indent="0" algn="ctr">
              <a:buNone/>
              <a:defRPr sz="1200"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172" name="Picture Placeholder 2">
            <a:extLst>
              <a:ext uri="{FF2B5EF4-FFF2-40B4-BE49-F238E27FC236}">
                <a16:creationId xmlns:a16="http://schemas.microsoft.com/office/drawing/2014/main" id="{289D417C-AB60-4049-9091-4586A4907C6A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5298868" y="2934769"/>
            <a:ext cx="763786" cy="763587"/>
          </a:xfrm>
          <a:prstGeom prst="ellipse">
            <a:avLst/>
          </a:prstGeom>
          <a:solidFill>
            <a:schemeClr val="accent5"/>
          </a:solidFill>
          <a:ln w="19050">
            <a:solidFill>
              <a:srgbClr val="294E95"/>
            </a:solidFill>
          </a:ln>
        </p:spPr>
        <p:txBody>
          <a:bodyPr lIns="0" rIns="0" anchor="ctr" anchorCtr="0"/>
          <a:lstStyle>
            <a:lvl1pPr marL="0" indent="0" algn="ctr">
              <a:buNone/>
              <a:defRPr sz="1200"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8782403"/>
      </p:ext>
    </p:extLst>
  </p:cSld>
  <p:clrMapOvr>
    <a:masterClrMapping/>
  </p:clrMapOvr>
  <p:transition spd="med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Only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1" y="442528"/>
            <a:ext cx="10670780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BEE098D-3AB1-76DB-7D94-47416B95B315}"/>
              </a:ext>
            </a:extLst>
          </p:cNvPr>
          <p:cNvSpPr txBox="1"/>
          <p:nvPr userDrawn="1"/>
        </p:nvSpPr>
        <p:spPr>
          <a:xfrm>
            <a:off x="1602706" y="6401580"/>
            <a:ext cx="411587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2023 Lenovo Internal. All rights reserved.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7D3A8838-C4DB-A234-AE13-77FD359114A0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611" y="6348283"/>
            <a:ext cx="777442" cy="259316"/>
            <a:chOff x="547688" y="952500"/>
            <a:chExt cx="12190413" cy="4067175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27C46987-CA04-04BE-C5FA-56E293EEB90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8" name="Freeform 7">
              <a:extLst>
                <a:ext uri="{FF2B5EF4-FFF2-40B4-BE49-F238E27FC236}">
                  <a16:creationId xmlns:a16="http://schemas.microsoft.com/office/drawing/2014/main" id="{91EA1B80-EF2A-EAE6-2B00-FF82A140564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9" name="Freeform 8">
              <a:extLst>
                <a:ext uri="{FF2B5EF4-FFF2-40B4-BE49-F238E27FC236}">
                  <a16:creationId xmlns:a16="http://schemas.microsoft.com/office/drawing/2014/main" id="{679F583A-C57A-3239-E8A4-1C575A0EA73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30" name="Freeform 9">
              <a:extLst>
                <a:ext uri="{FF2B5EF4-FFF2-40B4-BE49-F238E27FC236}">
                  <a16:creationId xmlns:a16="http://schemas.microsoft.com/office/drawing/2014/main" id="{36324797-C488-8192-F77E-9F600E5490D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31" name="Freeform 10">
              <a:extLst>
                <a:ext uri="{FF2B5EF4-FFF2-40B4-BE49-F238E27FC236}">
                  <a16:creationId xmlns:a16="http://schemas.microsoft.com/office/drawing/2014/main" id="{6A067FCF-35DE-4E09-CCD5-280D653D4A6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32" name="Freeform 10">
              <a:extLst>
                <a:ext uri="{FF2B5EF4-FFF2-40B4-BE49-F238E27FC236}">
                  <a16:creationId xmlns:a16="http://schemas.microsoft.com/office/drawing/2014/main" id="{65171654-F4B2-F1B9-6AF4-18F3A499E48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33" name="Freeform 11">
              <a:extLst>
                <a:ext uri="{FF2B5EF4-FFF2-40B4-BE49-F238E27FC236}">
                  <a16:creationId xmlns:a16="http://schemas.microsoft.com/office/drawing/2014/main" id="{7E3A5950-4507-5E83-F8E2-F78AD0930D0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245D89D-54AB-A7D6-4141-95E6B3C3695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186DA1A-820B-4321-911F-3EF035D58D91}"/>
              </a:ext>
            </a:extLst>
          </p:cNvPr>
          <p:cNvCxnSpPr>
            <a:cxnSpLocks/>
          </p:cNvCxnSpPr>
          <p:nvPr userDrawn="1"/>
        </p:nvCxnSpPr>
        <p:spPr>
          <a:xfrm>
            <a:off x="5680679" y="2343150"/>
            <a:ext cx="0" cy="591618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9C180FB-49EE-4361-92E7-46356836DA25}"/>
              </a:ext>
            </a:extLst>
          </p:cNvPr>
          <p:cNvCxnSpPr>
            <a:cxnSpLocks/>
          </p:cNvCxnSpPr>
          <p:nvPr userDrawn="1"/>
        </p:nvCxnSpPr>
        <p:spPr>
          <a:xfrm>
            <a:off x="1152675" y="2704148"/>
            <a:ext cx="0" cy="23062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447E45C-E26E-466D-A464-F0E3836415F6}"/>
              </a:ext>
            </a:extLst>
          </p:cNvPr>
          <p:cNvCxnSpPr>
            <a:cxnSpLocks/>
          </p:cNvCxnSpPr>
          <p:nvPr userDrawn="1"/>
        </p:nvCxnSpPr>
        <p:spPr>
          <a:xfrm>
            <a:off x="3410659" y="2711966"/>
            <a:ext cx="0" cy="222803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EE61731-B29F-4CAB-9A25-291C2DC6C84B}"/>
              </a:ext>
            </a:extLst>
          </p:cNvPr>
          <p:cNvCxnSpPr>
            <a:cxnSpLocks/>
          </p:cNvCxnSpPr>
          <p:nvPr userDrawn="1"/>
        </p:nvCxnSpPr>
        <p:spPr>
          <a:xfrm>
            <a:off x="7934988" y="2720182"/>
            <a:ext cx="0" cy="214587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99CA0B8-4AC2-4828-B0AF-ABA4BBB4386C}"/>
              </a:ext>
            </a:extLst>
          </p:cNvPr>
          <p:cNvCxnSpPr>
            <a:cxnSpLocks/>
          </p:cNvCxnSpPr>
          <p:nvPr userDrawn="1"/>
        </p:nvCxnSpPr>
        <p:spPr>
          <a:xfrm>
            <a:off x="10183971" y="2704148"/>
            <a:ext cx="0" cy="23062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BA30A1F-79CE-417C-849F-D83B11D27867}"/>
              </a:ext>
            </a:extLst>
          </p:cNvPr>
          <p:cNvCxnSpPr>
            <a:cxnSpLocks/>
          </p:cNvCxnSpPr>
          <p:nvPr userDrawn="1"/>
        </p:nvCxnSpPr>
        <p:spPr>
          <a:xfrm>
            <a:off x="1152675" y="2711965"/>
            <a:ext cx="9031296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E3B2D7A9-466E-438C-923D-ED8E32719F7F}"/>
              </a:ext>
            </a:extLst>
          </p:cNvPr>
          <p:cNvSpPr/>
          <p:nvPr userDrawn="1"/>
        </p:nvSpPr>
        <p:spPr>
          <a:xfrm>
            <a:off x="4843425" y="1973898"/>
            <a:ext cx="1674508" cy="360099"/>
          </a:xfrm>
          <a:custGeom>
            <a:avLst/>
            <a:gdLst>
              <a:gd name="connsiteX0" fmla="*/ 0 w 1510574"/>
              <a:gd name="connsiteY0" fmla="*/ 0 h 755287"/>
              <a:gd name="connsiteX1" fmla="*/ 1510574 w 1510574"/>
              <a:gd name="connsiteY1" fmla="*/ 0 h 755287"/>
              <a:gd name="connsiteX2" fmla="*/ 1510574 w 1510574"/>
              <a:gd name="connsiteY2" fmla="*/ 755287 h 755287"/>
              <a:gd name="connsiteX3" fmla="*/ 0 w 1510574"/>
              <a:gd name="connsiteY3" fmla="*/ 755287 h 755287"/>
              <a:gd name="connsiteX4" fmla="*/ 0 w 1510574"/>
              <a:gd name="connsiteY4" fmla="*/ 0 h 755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10574" h="755287">
                <a:moveTo>
                  <a:pt x="0" y="0"/>
                </a:moveTo>
                <a:lnTo>
                  <a:pt x="1510574" y="0"/>
                </a:lnTo>
                <a:lnTo>
                  <a:pt x="1510574" y="755287"/>
                </a:lnTo>
                <a:lnTo>
                  <a:pt x="0" y="755287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rgbClr r="0" g="0" b="0"/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ctr" anchorCtr="0">
            <a:sp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lang="en-GB" sz="1400" b="1">
                <a:solidFill>
                  <a:schemeClr val="bg1"/>
                </a:solidFill>
                <a:latin typeface="Arial"/>
              </a:rPr>
              <a:t>First Last</a:t>
            </a:r>
            <a:br>
              <a:rPr lang="en-US" sz="1400">
                <a:solidFill>
                  <a:schemeClr val="bg1"/>
                </a:solidFill>
                <a:latin typeface="Arial"/>
              </a:rPr>
            </a:br>
            <a:r>
              <a:rPr lang="en-US" sz="1200">
                <a:solidFill>
                  <a:schemeClr val="bg1"/>
                </a:solidFill>
                <a:latin typeface="Arial"/>
              </a:rPr>
              <a:t>Title</a:t>
            </a:r>
            <a:endParaRPr lang="en-GB" sz="1200">
              <a:solidFill>
                <a:schemeClr val="bg1"/>
              </a:solidFill>
              <a:latin typeface="Arial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EDE4494-0046-4E7E-87CB-0FE6B5B58F0C}"/>
              </a:ext>
            </a:extLst>
          </p:cNvPr>
          <p:cNvSpPr/>
          <p:nvPr userDrawn="1"/>
        </p:nvSpPr>
        <p:spPr>
          <a:xfrm>
            <a:off x="303385" y="3719622"/>
            <a:ext cx="1674508" cy="360099"/>
          </a:xfrm>
          <a:custGeom>
            <a:avLst/>
            <a:gdLst>
              <a:gd name="connsiteX0" fmla="*/ 0 w 1510574"/>
              <a:gd name="connsiteY0" fmla="*/ 0 h 755287"/>
              <a:gd name="connsiteX1" fmla="*/ 1510574 w 1510574"/>
              <a:gd name="connsiteY1" fmla="*/ 0 h 755287"/>
              <a:gd name="connsiteX2" fmla="*/ 1510574 w 1510574"/>
              <a:gd name="connsiteY2" fmla="*/ 755287 h 755287"/>
              <a:gd name="connsiteX3" fmla="*/ 0 w 1510574"/>
              <a:gd name="connsiteY3" fmla="*/ 755287 h 755287"/>
              <a:gd name="connsiteX4" fmla="*/ 0 w 1510574"/>
              <a:gd name="connsiteY4" fmla="*/ 0 h 755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10574" h="755287">
                <a:moveTo>
                  <a:pt x="0" y="0"/>
                </a:moveTo>
                <a:lnTo>
                  <a:pt x="1510574" y="0"/>
                </a:lnTo>
                <a:lnTo>
                  <a:pt x="1510574" y="755287"/>
                </a:lnTo>
                <a:lnTo>
                  <a:pt x="0" y="755287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rgbClr r="0" g="0" b="0"/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ctr" anchorCtr="0">
            <a:sp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lang="en-GB" sz="1400" b="1">
                <a:solidFill>
                  <a:schemeClr val="bg1"/>
                </a:solidFill>
                <a:latin typeface="Arial"/>
              </a:rPr>
              <a:t>First Last</a:t>
            </a:r>
            <a:br>
              <a:rPr lang="en-US" sz="1400">
                <a:solidFill>
                  <a:schemeClr val="bg1"/>
                </a:solidFill>
                <a:latin typeface="Arial"/>
              </a:rPr>
            </a:br>
            <a:r>
              <a:rPr lang="en-US" sz="1200">
                <a:solidFill>
                  <a:schemeClr val="bg1"/>
                </a:solidFill>
                <a:latin typeface="Arial"/>
              </a:rPr>
              <a:t>Title</a:t>
            </a:r>
            <a:endParaRPr lang="en-GB" sz="1200">
              <a:solidFill>
                <a:schemeClr val="bg1"/>
              </a:solidFill>
              <a:latin typeface="Arial"/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478C4AD1-CFB5-4D8E-A3DF-3CBEC93AB6B0}"/>
              </a:ext>
            </a:extLst>
          </p:cNvPr>
          <p:cNvSpPr/>
          <p:nvPr userDrawn="1"/>
        </p:nvSpPr>
        <p:spPr>
          <a:xfrm>
            <a:off x="2573405" y="3719622"/>
            <a:ext cx="1674508" cy="360099"/>
          </a:xfrm>
          <a:custGeom>
            <a:avLst/>
            <a:gdLst>
              <a:gd name="connsiteX0" fmla="*/ 0 w 1510574"/>
              <a:gd name="connsiteY0" fmla="*/ 0 h 755287"/>
              <a:gd name="connsiteX1" fmla="*/ 1510574 w 1510574"/>
              <a:gd name="connsiteY1" fmla="*/ 0 h 755287"/>
              <a:gd name="connsiteX2" fmla="*/ 1510574 w 1510574"/>
              <a:gd name="connsiteY2" fmla="*/ 755287 h 755287"/>
              <a:gd name="connsiteX3" fmla="*/ 0 w 1510574"/>
              <a:gd name="connsiteY3" fmla="*/ 755287 h 755287"/>
              <a:gd name="connsiteX4" fmla="*/ 0 w 1510574"/>
              <a:gd name="connsiteY4" fmla="*/ 0 h 755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10574" h="755287">
                <a:moveTo>
                  <a:pt x="0" y="0"/>
                </a:moveTo>
                <a:lnTo>
                  <a:pt x="1510574" y="0"/>
                </a:lnTo>
                <a:lnTo>
                  <a:pt x="1510574" y="755287"/>
                </a:lnTo>
                <a:lnTo>
                  <a:pt x="0" y="755287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rgbClr r="0" g="0" b="0"/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ctr" anchorCtr="0">
            <a:sp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lang="en-GB" sz="1400" b="1">
                <a:solidFill>
                  <a:schemeClr val="bg1"/>
                </a:solidFill>
                <a:latin typeface="Arial"/>
              </a:rPr>
              <a:t>First Last</a:t>
            </a:r>
            <a:br>
              <a:rPr lang="en-US" sz="1400">
                <a:solidFill>
                  <a:schemeClr val="bg1"/>
                </a:solidFill>
                <a:latin typeface="Arial"/>
              </a:rPr>
            </a:br>
            <a:r>
              <a:rPr lang="en-US" sz="1200">
                <a:solidFill>
                  <a:schemeClr val="bg1"/>
                </a:solidFill>
                <a:latin typeface="Arial"/>
              </a:rPr>
              <a:t>Title</a:t>
            </a:r>
            <a:endParaRPr lang="en-GB" sz="1200">
              <a:solidFill>
                <a:schemeClr val="bg1"/>
              </a:solidFill>
              <a:latin typeface="Arial"/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F5EBF781-3BB9-43AC-AFB6-D68D6DC8CF7D}"/>
              </a:ext>
            </a:extLst>
          </p:cNvPr>
          <p:cNvSpPr/>
          <p:nvPr userDrawn="1"/>
        </p:nvSpPr>
        <p:spPr>
          <a:xfrm>
            <a:off x="4843425" y="3719622"/>
            <a:ext cx="1674508" cy="360099"/>
          </a:xfrm>
          <a:custGeom>
            <a:avLst/>
            <a:gdLst>
              <a:gd name="connsiteX0" fmla="*/ 0 w 1510574"/>
              <a:gd name="connsiteY0" fmla="*/ 0 h 755287"/>
              <a:gd name="connsiteX1" fmla="*/ 1510574 w 1510574"/>
              <a:gd name="connsiteY1" fmla="*/ 0 h 755287"/>
              <a:gd name="connsiteX2" fmla="*/ 1510574 w 1510574"/>
              <a:gd name="connsiteY2" fmla="*/ 755287 h 755287"/>
              <a:gd name="connsiteX3" fmla="*/ 0 w 1510574"/>
              <a:gd name="connsiteY3" fmla="*/ 755287 h 755287"/>
              <a:gd name="connsiteX4" fmla="*/ 0 w 1510574"/>
              <a:gd name="connsiteY4" fmla="*/ 0 h 755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10574" h="755287">
                <a:moveTo>
                  <a:pt x="0" y="0"/>
                </a:moveTo>
                <a:lnTo>
                  <a:pt x="1510574" y="0"/>
                </a:lnTo>
                <a:lnTo>
                  <a:pt x="1510574" y="755287"/>
                </a:lnTo>
                <a:lnTo>
                  <a:pt x="0" y="755287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rgbClr r="0" g="0" b="0"/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ctr" anchorCtr="0">
            <a:sp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lang="en-GB" sz="1400" b="1">
                <a:solidFill>
                  <a:schemeClr val="bg1"/>
                </a:solidFill>
                <a:latin typeface="Arial"/>
              </a:rPr>
              <a:t>First Last</a:t>
            </a:r>
            <a:br>
              <a:rPr lang="en-US" sz="1400">
                <a:solidFill>
                  <a:schemeClr val="bg1"/>
                </a:solidFill>
                <a:latin typeface="Arial"/>
              </a:rPr>
            </a:br>
            <a:r>
              <a:rPr lang="en-US" sz="1200">
                <a:solidFill>
                  <a:schemeClr val="bg1"/>
                </a:solidFill>
                <a:latin typeface="Arial"/>
              </a:rPr>
              <a:t>Title</a:t>
            </a:r>
            <a:endParaRPr lang="en-GB" sz="1200">
              <a:solidFill>
                <a:schemeClr val="bg1"/>
              </a:solidFill>
              <a:latin typeface="Arial"/>
            </a:endParaRP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C1B29670-C82F-440A-B4AB-3FA32F581B7A}"/>
              </a:ext>
            </a:extLst>
          </p:cNvPr>
          <p:cNvSpPr/>
          <p:nvPr userDrawn="1"/>
        </p:nvSpPr>
        <p:spPr>
          <a:xfrm>
            <a:off x="7092493" y="3719622"/>
            <a:ext cx="1674508" cy="360099"/>
          </a:xfrm>
          <a:custGeom>
            <a:avLst/>
            <a:gdLst>
              <a:gd name="connsiteX0" fmla="*/ 0 w 1510574"/>
              <a:gd name="connsiteY0" fmla="*/ 0 h 755287"/>
              <a:gd name="connsiteX1" fmla="*/ 1510574 w 1510574"/>
              <a:gd name="connsiteY1" fmla="*/ 0 h 755287"/>
              <a:gd name="connsiteX2" fmla="*/ 1510574 w 1510574"/>
              <a:gd name="connsiteY2" fmla="*/ 755287 h 755287"/>
              <a:gd name="connsiteX3" fmla="*/ 0 w 1510574"/>
              <a:gd name="connsiteY3" fmla="*/ 755287 h 755287"/>
              <a:gd name="connsiteX4" fmla="*/ 0 w 1510574"/>
              <a:gd name="connsiteY4" fmla="*/ 0 h 755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10574" h="755287">
                <a:moveTo>
                  <a:pt x="0" y="0"/>
                </a:moveTo>
                <a:lnTo>
                  <a:pt x="1510574" y="0"/>
                </a:lnTo>
                <a:lnTo>
                  <a:pt x="1510574" y="755287"/>
                </a:lnTo>
                <a:lnTo>
                  <a:pt x="0" y="755287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rgbClr r="0" g="0" b="0"/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ctr" anchorCtr="0">
            <a:sp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lang="en-GB" sz="1400" b="1">
                <a:solidFill>
                  <a:schemeClr val="bg1"/>
                </a:solidFill>
                <a:latin typeface="Arial"/>
              </a:rPr>
              <a:t>First Last</a:t>
            </a:r>
            <a:br>
              <a:rPr lang="en-US" sz="1400">
                <a:solidFill>
                  <a:schemeClr val="bg1"/>
                </a:solidFill>
                <a:latin typeface="Arial"/>
              </a:rPr>
            </a:br>
            <a:r>
              <a:rPr lang="en-US" sz="1200">
                <a:solidFill>
                  <a:schemeClr val="bg1"/>
                </a:solidFill>
                <a:latin typeface="Arial"/>
              </a:rPr>
              <a:t>Title</a:t>
            </a:r>
            <a:endParaRPr lang="en-GB" sz="1200">
              <a:solidFill>
                <a:schemeClr val="bg1"/>
              </a:solidFill>
              <a:latin typeface="Arial"/>
            </a:endParaRP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5E16CDB5-DA7B-45AA-BD6D-12A4F2048F16}"/>
              </a:ext>
            </a:extLst>
          </p:cNvPr>
          <p:cNvSpPr/>
          <p:nvPr userDrawn="1"/>
        </p:nvSpPr>
        <p:spPr>
          <a:xfrm>
            <a:off x="9341562" y="3719622"/>
            <a:ext cx="1674508" cy="360099"/>
          </a:xfrm>
          <a:custGeom>
            <a:avLst/>
            <a:gdLst>
              <a:gd name="connsiteX0" fmla="*/ 0 w 1510574"/>
              <a:gd name="connsiteY0" fmla="*/ 0 h 755287"/>
              <a:gd name="connsiteX1" fmla="*/ 1510574 w 1510574"/>
              <a:gd name="connsiteY1" fmla="*/ 0 h 755287"/>
              <a:gd name="connsiteX2" fmla="*/ 1510574 w 1510574"/>
              <a:gd name="connsiteY2" fmla="*/ 755287 h 755287"/>
              <a:gd name="connsiteX3" fmla="*/ 0 w 1510574"/>
              <a:gd name="connsiteY3" fmla="*/ 755287 h 755287"/>
              <a:gd name="connsiteX4" fmla="*/ 0 w 1510574"/>
              <a:gd name="connsiteY4" fmla="*/ 0 h 755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10574" h="755287">
                <a:moveTo>
                  <a:pt x="0" y="0"/>
                </a:moveTo>
                <a:lnTo>
                  <a:pt x="1510574" y="0"/>
                </a:lnTo>
                <a:lnTo>
                  <a:pt x="1510574" y="755287"/>
                </a:lnTo>
                <a:lnTo>
                  <a:pt x="0" y="755287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rgbClr r="0" g="0" b="0"/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ctr" anchorCtr="0">
            <a:sp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lang="en-GB" sz="1400" b="1">
                <a:solidFill>
                  <a:schemeClr val="bg1"/>
                </a:solidFill>
                <a:latin typeface="Arial"/>
              </a:rPr>
              <a:t>First Last</a:t>
            </a:r>
            <a:br>
              <a:rPr lang="en-US" sz="1400">
                <a:solidFill>
                  <a:schemeClr val="bg1"/>
                </a:solidFill>
                <a:latin typeface="Arial"/>
              </a:rPr>
            </a:br>
            <a:r>
              <a:rPr lang="en-US" sz="1200">
                <a:solidFill>
                  <a:schemeClr val="bg1"/>
                </a:solidFill>
                <a:latin typeface="Arial"/>
              </a:rPr>
              <a:t>Title</a:t>
            </a:r>
            <a:endParaRPr lang="en-GB" sz="1200">
              <a:solidFill>
                <a:schemeClr val="bg1"/>
              </a:solidFill>
              <a:latin typeface="Arial"/>
            </a:endParaRP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2C78034F-25CD-4E12-89CB-86E80EAD310D}"/>
              </a:ext>
            </a:extLst>
          </p:cNvPr>
          <p:cNvCxnSpPr>
            <a:cxnSpLocks/>
          </p:cNvCxnSpPr>
          <p:nvPr userDrawn="1"/>
        </p:nvCxnSpPr>
        <p:spPr>
          <a:xfrm>
            <a:off x="7934988" y="4102323"/>
            <a:ext cx="0" cy="1743307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3DDA23D8-4972-4E8C-B895-2AC7168C1E2F}"/>
              </a:ext>
            </a:extLst>
          </p:cNvPr>
          <p:cNvSpPr/>
          <p:nvPr userDrawn="1"/>
        </p:nvSpPr>
        <p:spPr>
          <a:xfrm>
            <a:off x="8263394" y="4327113"/>
            <a:ext cx="795964" cy="304699"/>
          </a:xfrm>
          <a:custGeom>
            <a:avLst/>
            <a:gdLst>
              <a:gd name="connsiteX0" fmla="*/ 0 w 1510574"/>
              <a:gd name="connsiteY0" fmla="*/ 0 h 755287"/>
              <a:gd name="connsiteX1" fmla="*/ 1510574 w 1510574"/>
              <a:gd name="connsiteY1" fmla="*/ 0 h 755287"/>
              <a:gd name="connsiteX2" fmla="*/ 1510574 w 1510574"/>
              <a:gd name="connsiteY2" fmla="*/ 755287 h 755287"/>
              <a:gd name="connsiteX3" fmla="*/ 0 w 1510574"/>
              <a:gd name="connsiteY3" fmla="*/ 755287 h 755287"/>
              <a:gd name="connsiteX4" fmla="*/ 0 w 1510574"/>
              <a:gd name="connsiteY4" fmla="*/ 0 h 755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10574" h="755287">
                <a:moveTo>
                  <a:pt x="0" y="0"/>
                </a:moveTo>
                <a:lnTo>
                  <a:pt x="1510574" y="0"/>
                </a:lnTo>
                <a:lnTo>
                  <a:pt x="1510574" y="755287"/>
                </a:lnTo>
                <a:lnTo>
                  <a:pt x="0" y="755287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rgbClr r="0" g="0" b="0"/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ctr" anchorCtr="0">
            <a:spAutoFit/>
          </a:bodyPr>
          <a:lstStyle/>
          <a:p>
            <a:pPr marL="0" marR="0" lvl="0" indent="0" defTabSz="7112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lang="en-GB" sz="1200" b="1">
                <a:solidFill>
                  <a:schemeClr val="bg1"/>
                </a:solidFill>
                <a:latin typeface="Arial"/>
              </a:rPr>
              <a:t>First Last</a:t>
            </a:r>
            <a:br>
              <a:rPr lang="en-US" sz="1200">
                <a:solidFill>
                  <a:schemeClr val="bg1"/>
                </a:solidFill>
                <a:latin typeface="Arial"/>
              </a:rPr>
            </a:br>
            <a:r>
              <a:rPr lang="en-US" sz="1000">
                <a:solidFill>
                  <a:schemeClr val="bg1"/>
                </a:solidFill>
                <a:latin typeface="Arial"/>
              </a:rPr>
              <a:t>Title</a:t>
            </a:r>
            <a:endParaRPr lang="en-GB" sz="1000">
              <a:solidFill>
                <a:schemeClr val="bg1"/>
              </a:solidFill>
              <a:latin typeface="Arial"/>
            </a:endParaRP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7EF72E63-DA5E-4A04-9E9F-9A7B8D9FE168}"/>
              </a:ext>
            </a:extLst>
          </p:cNvPr>
          <p:cNvCxnSpPr>
            <a:cxnSpLocks/>
          </p:cNvCxnSpPr>
          <p:nvPr userDrawn="1"/>
        </p:nvCxnSpPr>
        <p:spPr>
          <a:xfrm>
            <a:off x="7934988" y="4398782"/>
            <a:ext cx="253114" cy="0"/>
          </a:xfrm>
          <a:prstGeom prst="line">
            <a:avLst/>
          </a:prstGeom>
          <a:ln w="9525">
            <a:solidFill>
              <a:schemeClr val="bg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CFEB4CEB-05E4-4103-9F28-F1B3E6491C5A}"/>
              </a:ext>
            </a:extLst>
          </p:cNvPr>
          <p:cNvCxnSpPr>
            <a:cxnSpLocks/>
          </p:cNvCxnSpPr>
          <p:nvPr userDrawn="1"/>
        </p:nvCxnSpPr>
        <p:spPr>
          <a:xfrm>
            <a:off x="7934988" y="4896330"/>
            <a:ext cx="253114" cy="0"/>
          </a:xfrm>
          <a:prstGeom prst="line">
            <a:avLst/>
          </a:prstGeom>
          <a:ln w="9525">
            <a:solidFill>
              <a:schemeClr val="bg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6F1CDD3E-0271-4B1C-99A0-97FAD5A306E8}"/>
              </a:ext>
            </a:extLst>
          </p:cNvPr>
          <p:cNvCxnSpPr>
            <a:cxnSpLocks/>
          </p:cNvCxnSpPr>
          <p:nvPr userDrawn="1"/>
        </p:nvCxnSpPr>
        <p:spPr>
          <a:xfrm>
            <a:off x="7934988" y="5393878"/>
            <a:ext cx="253114" cy="0"/>
          </a:xfrm>
          <a:prstGeom prst="line">
            <a:avLst/>
          </a:prstGeom>
          <a:ln w="9525">
            <a:solidFill>
              <a:schemeClr val="bg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F5BF293D-6A5B-4B75-BA13-F8E9F19C356F}"/>
              </a:ext>
            </a:extLst>
          </p:cNvPr>
          <p:cNvCxnSpPr>
            <a:cxnSpLocks/>
          </p:cNvCxnSpPr>
          <p:nvPr userDrawn="1"/>
        </p:nvCxnSpPr>
        <p:spPr>
          <a:xfrm>
            <a:off x="7934988" y="5837085"/>
            <a:ext cx="253114" cy="0"/>
          </a:xfrm>
          <a:prstGeom prst="line">
            <a:avLst/>
          </a:prstGeom>
          <a:ln w="9525">
            <a:solidFill>
              <a:schemeClr val="bg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3BEC553E-D930-4BD7-BF92-AF0A2E27C797}"/>
              </a:ext>
            </a:extLst>
          </p:cNvPr>
          <p:cNvCxnSpPr>
            <a:cxnSpLocks/>
          </p:cNvCxnSpPr>
          <p:nvPr userDrawn="1"/>
        </p:nvCxnSpPr>
        <p:spPr>
          <a:xfrm>
            <a:off x="10172533" y="4102323"/>
            <a:ext cx="0" cy="1743307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69786C00-B884-4652-A665-FD71406E3AF7}"/>
              </a:ext>
            </a:extLst>
          </p:cNvPr>
          <p:cNvCxnSpPr>
            <a:cxnSpLocks/>
          </p:cNvCxnSpPr>
          <p:nvPr userDrawn="1"/>
        </p:nvCxnSpPr>
        <p:spPr>
          <a:xfrm>
            <a:off x="10172533" y="4398782"/>
            <a:ext cx="253114" cy="0"/>
          </a:xfrm>
          <a:prstGeom prst="line">
            <a:avLst/>
          </a:prstGeom>
          <a:ln w="9525">
            <a:solidFill>
              <a:schemeClr val="bg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94838565-3184-4D62-9FDC-6E29F4BB2441}"/>
              </a:ext>
            </a:extLst>
          </p:cNvPr>
          <p:cNvCxnSpPr>
            <a:cxnSpLocks/>
          </p:cNvCxnSpPr>
          <p:nvPr userDrawn="1"/>
        </p:nvCxnSpPr>
        <p:spPr>
          <a:xfrm>
            <a:off x="10172533" y="4896330"/>
            <a:ext cx="253114" cy="0"/>
          </a:xfrm>
          <a:prstGeom prst="line">
            <a:avLst/>
          </a:prstGeom>
          <a:ln w="9525">
            <a:solidFill>
              <a:schemeClr val="bg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C3E256E9-4D05-4AA8-9991-8CBC48EBD2B4}"/>
              </a:ext>
            </a:extLst>
          </p:cNvPr>
          <p:cNvCxnSpPr>
            <a:cxnSpLocks/>
          </p:cNvCxnSpPr>
          <p:nvPr userDrawn="1"/>
        </p:nvCxnSpPr>
        <p:spPr>
          <a:xfrm>
            <a:off x="10172533" y="5393878"/>
            <a:ext cx="253114" cy="0"/>
          </a:xfrm>
          <a:prstGeom prst="line">
            <a:avLst/>
          </a:prstGeom>
          <a:ln w="9525">
            <a:solidFill>
              <a:schemeClr val="bg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0191B776-337C-4D18-8738-9453378D1FCA}"/>
              </a:ext>
            </a:extLst>
          </p:cNvPr>
          <p:cNvCxnSpPr>
            <a:cxnSpLocks/>
          </p:cNvCxnSpPr>
          <p:nvPr userDrawn="1"/>
        </p:nvCxnSpPr>
        <p:spPr>
          <a:xfrm>
            <a:off x="10172533" y="5837085"/>
            <a:ext cx="253114" cy="0"/>
          </a:xfrm>
          <a:prstGeom prst="line">
            <a:avLst/>
          </a:prstGeom>
          <a:ln w="9525">
            <a:solidFill>
              <a:schemeClr val="bg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C347E975-CE58-4036-B617-1D1802F5127E}"/>
              </a:ext>
            </a:extLst>
          </p:cNvPr>
          <p:cNvSpPr/>
          <p:nvPr userDrawn="1"/>
        </p:nvSpPr>
        <p:spPr>
          <a:xfrm>
            <a:off x="8263394" y="4824661"/>
            <a:ext cx="795964" cy="304699"/>
          </a:xfrm>
          <a:custGeom>
            <a:avLst/>
            <a:gdLst>
              <a:gd name="connsiteX0" fmla="*/ 0 w 1510574"/>
              <a:gd name="connsiteY0" fmla="*/ 0 h 755287"/>
              <a:gd name="connsiteX1" fmla="*/ 1510574 w 1510574"/>
              <a:gd name="connsiteY1" fmla="*/ 0 h 755287"/>
              <a:gd name="connsiteX2" fmla="*/ 1510574 w 1510574"/>
              <a:gd name="connsiteY2" fmla="*/ 755287 h 755287"/>
              <a:gd name="connsiteX3" fmla="*/ 0 w 1510574"/>
              <a:gd name="connsiteY3" fmla="*/ 755287 h 755287"/>
              <a:gd name="connsiteX4" fmla="*/ 0 w 1510574"/>
              <a:gd name="connsiteY4" fmla="*/ 0 h 755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10574" h="755287">
                <a:moveTo>
                  <a:pt x="0" y="0"/>
                </a:moveTo>
                <a:lnTo>
                  <a:pt x="1510574" y="0"/>
                </a:lnTo>
                <a:lnTo>
                  <a:pt x="1510574" y="755287"/>
                </a:lnTo>
                <a:lnTo>
                  <a:pt x="0" y="755287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rgbClr r="0" g="0" b="0"/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ctr" anchorCtr="0">
            <a:spAutoFit/>
          </a:bodyPr>
          <a:lstStyle/>
          <a:p>
            <a:pPr marL="0" marR="0" lvl="0" indent="0" defTabSz="7112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lang="en-GB" sz="1200" b="1">
                <a:solidFill>
                  <a:schemeClr val="bg1"/>
                </a:solidFill>
                <a:latin typeface="Arial"/>
              </a:rPr>
              <a:t>First Last</a:t>
            </a:r>
            <a:br>
              <a:rPr lang="en-US" sz="1200">
                <a:solidFill>
                  <a:schemeClr val="bg1"/>
                </a:solidFill>
                <a:latin typeface="Arial"/>
              </a:rPr>
            </a:br>
            <a:r>
              <a:rPr lang="en-US" sz="1000">
                <a:solidFill>
                  <a:schemeClr val="bg1"/>
                </a:solidFill>
                <a:latin typeface="Arial"/>
              </a:rPr>
              <a:t>Title</a:t>
            </a:r>
            <a:endParaRPr lang="en-GB" sz="1000">
              <a:solidFill>
                <a:schemeClr val="bg1"/>
              </a:solidFill>
              <a:latin typeface="Arial"/>
            </a:endParaRPr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41E44D1F-5002-454F-87F9-5D59E71A514A}"/>
              </a:ext>
            </a:extLst>
          </p:cNvPr>
          <p:cNvSpPr/>
          <p:nvPr userDrawn="1"/>
        </p:nvSpPr>
        <p:spPr>
          <a:xfrm>
            <a:off x="8263394" y="5322209"/>
            <a:ext cx="795964" cy="304699"/>
          </a:xfrm>
          <a:custGeom>
            <a:avLst/>
            <a:gdLst>
              <a:gd name="connsiteX0" fmla="*/ 0 w 1510574"/>
              <a:gd name="connsiteY0" fmla="*/ 0 h 755287"/>
              <a:gd name="connsiteX1" fmla="*/ 1510574 w 1510574"/>
              <a:gd name="connsiteY1" fmla="*/ 0 h 755287"/>
              <a:gd name="connsiteX2" fmla="*/ 1510574 w 1510574"/>
              <a:gd name="connsiteY2" fmla="*/ 755287 h 755287"/>
              <a:gd name="connsiteX3" fmla="*/ 0 w 1510574"/>
              <a:gd name="connsiteY3" fmla="*/ 755287 h 755287"/>
              <a:gd name="connsiteX4" fmla="*/ 0 w 1510574"/>
              <a:gd name="connsiteY4" fmla="*/ 0 h 755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10574" h="755287">
                <a:moveTo>
                  <a:pt x="0" y="0"/>
                </a:moveTo>
                <a:lnTo>
                  <a:pt x="1510574" y="0"/>
                </a:lnTo>
                <a:lnTo>
                  <a:pt x="1510574" y="755287"/>
                </a:lnTo>
                <a:lnTo>
                  <a:pt x="0" y="755287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rgbClr r="0" g="0" b="0"/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ctr" anchorCtr="0">
            <a:spAutoFit/>
          </a:bodyPr>
          <a:lstStyle/>
          <a:p>
            <a:pPr marL="0" marR="0" lvl="0" indent="0" defTabSz="7112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lang="en-GB" sz="1200" b="1">
                <a:solidFill>
                  <a:schemeClr val="bg1"/>
                </a:solidFill>
                <a:latin typeface="Arial"/>
              </a:rPr>
              <a:t>First Last</a:t>
            </a:r>
            <a:br>
              <a:rPr lang="en-US" sz="1200">
                <a:solidFill>
                  <a:schemeClr val="bg1"/>
                </a:solidFill>
                <a:latin typeface="Arial"/>
              </a:rPr>
            </a:br>
            <a:r>
              <a:rPr lang="en-US" sz="1000">
                <a:solidFill>
                  <a:schemeClr val="bg1"/>
                </a:solidFill>
                <a:latin typeface="Arial"/>
              </a:rPr>
              <a:t>Title</a:t>
            </a:r>
            <a:endParaRPr lang="en-GB" sz="1000">
              <a:solidFill>
                <a:schemeClr val="bg1"/>
              </a:solidFill>
              <a:latin typeface="Arial"/>
            </a:endParaRPr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C67A19E5-187A-46FE-B1C1-ECB68A048B63}"/>
              </a:ext>
            </a:extLst>
          </p:cNvPr>
          <p:cNvSpPr/>
          <p:nvPr userDrawn="1"/>
        </p:nvSpPr>
        <p:spPr>
          <a:xfrm>
            <a:off x="8263394" y="5757434"/>
            <a:ext cx="795964" cy="304699"/>
          </a:xfrm>
          <a:custGeom>
            <a:avLst/>
            <a:gdLst>
              <a:gd name="connsiteX0" fmla="*/ 0 w 1510574"/>
              <a:gd name="connsiteY0" fmla="*/ 0 h 755287"/>
              <a:gd name="connsiteX1" fmla="*/ 1510574 w 1510574"/>
              <a:gd name="connsiteY1" fmla="*/ 0 h 755287"/>
              <a:gd name="connsiteX2" fmla="*/ 1510574 w 1510574"/>
              <a:gd name="connsiteY2" fmla="*/ 755287 h 755287"/>
              <a:gd name="connsiteX3" fmla="*/ 0 w 1510574"/>
              <a:gd name="connsiteY3" fmla="*/ 755287 h 755287"/>
              <a:gd name="connsiteX4" fmla="*/ 0 w 1510574"/>
              <a:gd name="connsiteY4" fmla="*/ 0 h 755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10574" h="755287">
                <a:moveTo>
                  <a:pt x="0" y="0"/>
                </a:moveTo>
                <a:lnTo>
                  <a:pt x="1510574" y="0"/>
                </a:lnTo>
                <a:lnTo>
                  <a:pt x="1510574" y="755287"/>
                </a:lnTo>
                <a:lnTo>
                  <a:pt x="0" y="755287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rgbClr r="0" g="0" b="0"/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ctr" anchorCtr="0">
            <a:spAutoFit/>
          </a:bodyPr>
          <a:lstStyle/>
          <a:p>
            <a:pPr marL="0" marR="0" lvl="0" indent="0" defTabSz="7112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lang="en-GB" sz="1200" b="1">
                <a:solidFill>
                  <a:schemeClr val="bg1"/>
                </a:solidFill>
                <a:latin typeface="Arial"/>
              </a:rPr>
              <a:t>First Last</a:t>
            </a:r>
            <a:br>
              <a:rPr lang="en-US" sz="1200">
                <a:solidFill>
                  <a:schemeClr val="bg1"/>
                </a:solidFill>
                <a:latin typeface="Arial"/>
              </a:rPr>
            </a:br>
            <a:r>
              <a:rPr lang="en-US" sz="1000">
                <a:solidFill>
                  <a:schemeClr val="bg1"/>
                </a:solidFill>
                <a:latin typeface="Arial"/>
              </a:rPr>
              <a:t>Title</a:t>
            </a:r>
            <a:endParaRPr lang="en-GB" sz="1000">
              <a:solidFill>
                <a:schemeClr val="bg1"/>
              </a:solidFill>
              <a:latin typeface="Arial"/>
            </a:endParaRPr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3EE2EC86-ED01-47B2-A33C-6D7ABE425F9A}"/>
              </a:ext>
            </a:extLst>
          </p:cNvPr>
          <p:cNvSpPr/>
          <p:nvPr userDrawn="1"/>
        </p:nvSpPr>
        <p:spPr>
          <a:xfrm>
            <a:off x="10500937" y="4327113"/>
            <a:ext cx="795964" cy="304699"/>
          </a:xfrm>
          <a:custGeom>
            <a:avLst/>
            <a:gdLst>
              <a:gd name="connsiteX0" fmla="*/ 0 w 1510574"/>
              <a:gd name="connsiteY0" fmla="*/ 0 h 755287"/>
              <a:gd name="connsiteX1" fmla="*/ 1510574 w 1510574"/>
              <a:gd name="connsiteY1" fmla="*/ 0 h 755287"/>
              <a:gd name="connsiteX2" fmla="*/ 1510574 w 1510574"/>
              <a:gd name="connsiteY2" fmla="*/ 755287 h 755287"/>
              <a:gd name="connsiteX3" fmla="*/ 0 w 1510574"/>
              <a:gd name="connsiteY3" fmla="*/ 755287 h 755287"/>
              <a:gd name="connsiteX4" fmla="*/ 0 w 1510574"/>
              <a:gd name="connsiteY4" fmla="*/ 0 h 755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10574" h="755287">
                <a:moveTo>
                  <a:pt x="0" y="0"/>
                </a:moveTo>
                <a:lnTo>
                  <a:pt x="1510574" y="0"/>
                </a:lnTo>
                <a:lnTo>
                  <a:pt x="1510574" y="755287"/>
                </a:lnTo>
                <a:lnTo>
                  <a:pt x="0" y="755287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rgbClr r="0" g="0" b="0"/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ctr" anchorCtr="0">
            <a:spAutoFit/>
          </a:bodyPr>
          <a:lstStyle/>
          <a:p>
            <a:pPr marL="0" marR="0" lvl="0" indent="0" defTabSz="7112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lang="en-GB" sz="1200" b="1">
                <a:solidFill>
                  <a:schemeClr val="bg1"/>
                </a:solidFill>
                <a:latin typeface="Arial"/>
              </a:rPr>
              <a:t>First Last</a:t>
            </a:r>
            <a:br>
              <a:rPr lang="en-US" sz="1200">
                <a:solidFill>
                  <a:schemeClr val="bg1"/>
                </a:solidFill>
                <a:latin typeface="Arial"/>
              </a:rPr>
            </a:br>
            <a:r>
              <a:rPr lang="en-US" sz="1000">
                <a:solidFill>
                  <a:schemeClr val="bg1"/>
                </a:solidFill>
                <a:latin typeface="Arial"/>
              </a:rPr>
              <a:t>Title</a:t>
            </a:r>
            <a:endParaRPr lang="en-GB" sz="1000">
              <a:solidFill>
                <a:schemeClr val="bg1"/>
              </a:solidFill>
              <a:latin typeface="Arial"/>
            </a:endParaRPr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69F1EDBD-C510-478C-A232-F2EB6ADCEA3D}"/>
              </a:ext>
            </a:extLst>
          </p:cNvPr>
          <p:cNvSpPr/>
          <p:nvPr userDrawn="1"/>
        </p:nvSpPr>
        <p:spPr>
          <a:xfrm>
            <a:off x="10500937" y="4824661"/>
            <a:ext cx="795964" cy="304699"/>
          </a:xfrm>
          <a:custGeom>
            <a:avLst/>
            <a:gdLst>
              <a:gd name="connsiteX0" fmla="*/ 0 w 1510574"/>
              <a:gd name="connsiteY0" fmla="*/ 0 h 755287"/>
              <a:gd name="connsiteX1" fmla="*/ 1510574 w 1510574"/>
              <a:gd name="connsiteY1" fmla="*/ 0 h 755287"/>
              <a:gd name="connsiteX2" fmla="*/ 1510574 w 1510574"/>
              <a:gd name="connsiteY2" fmla="*/ 755287 h 755287"/>
              <a:gd name="connsiteX3" fmla="*/ 0 w 1510574"/>
              <a:gd name="connsiteY3" fmla="*/ 755287 h 755287"/>
              <a:gd name="connsiteX4" fmla="*/ 0 w 1510574"/>
              <a:gd name="connsiteY4" fmla="*/ 0 h 755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10574" h="755287">
                <a:moveTo>
                  <a:pt x="0" y="0"/>
                </a:moveTo>
                <a:lnTo>
                  <a:pt x="1510574" y="0"/>
                </a:lnTo>
                <a:lnTo>
                  <a:pt x="1510574" y="755287"/>
                </a:lnTo>
                <a:lnTo>
                  <a:pt x="0" y="755287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rgbClr r="0" g="0" b="0"/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ctr" anchorCtr="0">
            <a:spAutoFit/>
          </a:bodyPr>
          <a:lstStyle/>
          <a:p>
            <a:pPr marL="0" marR="0" lvl="0" indent="0" defTabSz="7112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lang="en-GB" sz="1200" b="1">
                <a:solidFill>
                  <a:schemeClr val="bg1"/>
                </a:solidFill>
                <a:latin typeface="Arial"/>
              </a:rPr>
              <a:t>First Last</a:t>
            </a:r>
            <a:br>
              <a:rPr lang="en-US" sz="1200">
                <a:solidFill>
                  <a:schemeClr val="bg1"/>
                </a:solidFill>
                <a:latin typeface="Arial"/>
              </a:rPr>
            </a:br>
            <a:r>
              <a:rPr lang="en-US" sz="1000">
                <a:solidFill>
                  <a:schemeClr val="bg1"/>
                </a:solidFill>
                <a:latin typeface="Arial"/>
              </a:rPr>
              <a:t>Title</a:t>
            </a:r>
            <a:endParaRPr lang="en-GB" sz="1000">
              <a:solidFill>
                <a:schemeClr val="bg1"/>
              </a:solidFill>
              <a:latin typeface="Arial"/>
            </a:endParaRPr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D1635A4D-837D-4063-A3F1-890C812DC4F8}"/>
              </a:ext>
            </a:extLst>
          </p:cNvPr>
          <p:cNvSpPr/>
          <p:nvPr userDrawn="1"/>
        </p:nvSpPr>
        <p:spPr>
          <a:xfrm>
            <a:off x="10500937" y="5322209"/>
            <a:ext cx="795964" cy="304699"/>
          </a:xfrm>
          <a:custGeom>
            <a:avLst/>
            <a:gdLst>
              <a:gd name="connsiteX0" fmla="*/ 0 w 1510574"/>
              <a:gd name="connsiteY0" fmla="*/ 0 h 755287"/>
              <a:gd name="connsiteX1" fmla="*/ 1510574 w 1510574"/>
              <a:gd name="connsiteY1" fmla="*/ 0 h 755287"/>
              <a:gd name="connsiteX2" fmla="*/ 1510574 w 1510574"/>
              <a:gd name="connsiteY2" fmla="*/ 755287 h 755287"/>
              <a:gd name="connsiteX3" fmla="*/ 0 w 1510574"/>
              <a:gd name="connsiteY3" fmla="*/ 755287 h 755287"/>
              <a:gd name="connsiteX4" fmla="*/ 0 w 1510574"/>
              <a:gd name="connsiteY4" fmla="*/ 0 h 755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10574" h="755287">
                <a:moveTo>
                  <a:pt x="0" y="0"/>
                </a:moveTo>
                <a:lnTo>
                  <a:pt x="1510574" y="0"/>
                </a:lnTo>
                <a:lnTo>
                  <a:pt x="1510574" y="755287"/>
                </a:lnTo>
                <a:lnTo>
                  <a:pt x="0" y="755287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rgbClr r="0" g="0" b="0"/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ctr" anchorCtr="0">
            <a:spAutoFit/>
          </a:bodyPr>
          <a:lstStyle/>
          <a:p>
            <a:pPr marL="0" marR="0" lvl="0" indent="0" defTabSz="7112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lang="en-GB" sz="1200" b="1">
                <a:solidFill>
                  <a:schemeClr val="bg1"/>
                </a:solidFill>
                <a:latin typeface="Arial"/>
              </a:rPr>
              <a:t>First Last</a:t>
            </a:r>
            <a:br>
              <a:rPr lang="en-US" sz="1200">
                <a:solidFill>
                  <a:schemeClr val="bg1"/>
                </a:solidFill>
                <a:latin typeface="Arial"/>
              </a:rPr>
            </a:br>
            <a:r>
              <a:rPr lang="en-US" sz="1000">
                <a:solidFill>
                  <a:schemeClr val="bg1"/>
                </a:solidFill>
                <a:latin typeface="Arial"/>
              </a:rPr>
              <a:t>Title</a:t>
            </a:r>
            <a:endParaRPr lang="en-GB" sz="1000">
              <a:solidFill>
                <a:schemeClr val="bg1"/>
              </a:solidFill>
              <a:latin typeface="Arial"/>
            </a:endParaRPr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44954049-A12D-4D35-8C96-8D7B8C0ABE5A}"/>
              </a:ext>
            </a:extLst>
          </p:cNvPr>
          <p:cNvSpPr/>
          <p:nvPr userDrawn="1"/>
        </p:nvSpPr>
        <p:spPr>
          <a:xfrm>
            <a:off x="10500937" y="5757434"/>
            <a:ext cx="795964" cy="304699"/>
          </a:xfrm>
          <a:custGeom>
            <a:avLst/>
            <a:gdLst>
              <a:gd name="connsiteX0" fmla="*/ 0 w 1510574"/>
              <a:gd name="connsiteY0" fmla="*/ 0 h 755287"/>
              <a:gd name="connsiteX1" fmla="*/ 1510574 w 1510574"/>
              <a:gd name="connsiteY1" fmla="*/ 0 h 755287"/>
              <a:gd name="connsiteX2" fmla="*/ 1510574 w 1510574"/>
              <a:gd name="connsiteY2" fmla="*/ 755287 h 755287"/>
              <a:gd name="connsiteX3" fmla="*/ 0 w 1510574"/>
              <a:gd name="connsiteY3" fmla="*/ 755287 h 755287"/>
              <a:gd name="connsiteX4" fmla="*/ 0 w 1510574"/>
              <a:gd name="connsiteY4" fmla="*/ 0 h 755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10574" h="755287">
                <a:moveTo>
                  <a:pt x="0" y="0"/>
                </a:moveTo>
                <a:lnTo>
                  <a:pt x="1510574" y="0"/>
                </a:lnTo>
                <a:lnTo>
                  <a:pt x="1510574" y="755287"/>
                </a:lnTo>
                <a:lnTo>
                  <a:pt x="0" y="755287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rgbClr r="0" g="0" b="0"/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ctr" anchorCtr="0">
            <a:spAutoFit/>
          </a:bodyPr>
          <a:lstStyle/>
          <a:p>
            <a:pPr marL="0" marR="0" lvl="0" indent="0" defTabSz="7112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lang="en-GB" sz="1200" b="1">
                <a:solidFill>
                  <a:schemeClr val="bg1"/>
                </a:solidFill>
                <a:latin typeface="Arial"/>
              </a:rPr>
              <a:t>First Last</a:t>
            </a:r>
            <a:br>
              <a:rPr lang="en-US" sz="1200">
                <a:solidFill>
                  <a:schemeClr val="bg1"/>
                </a:solidFill>
                <a:latin typeface="Arial"/>
              </a:rPr>
            </a:br>
            <a:r>
              <a:rPr lang="en-US" sz="1000">
                <a:solidFill>
                  <a:schemeClr val="bg1"/>
                </a:solidFill>
                <a:latin typeface="Arial"/>
              </a:rPr>
              <a:t>Title</a:t>
            </a:r>
            <a:endParaRPr lang="en-GB" sz="1000">
              <a:solidFill>
                <a:schemeClr val="bg1"/>
              </a:solidFill>
              <a:latin typeface="Arial"/>
            </a:endParaRP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A73B7820-CA08-4B35-A26D-DEAA5CA87DAB}"/>
              </a:ext>
            </a:extLst>
          </p:cNvPr>
          <p:cNvCxnSpPr>
            <a:cxnSpLocks/>
          </p:cNvCxnSpPr>
          <p:nvPr userDrawn="1"/>
        </p:nvCxnSpPr>
        <p:spPr>
          <a:xfrm>
            <a:off x="5675434" y="4102323"/>
            <a:ext cx="0" cy="1743307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0CADC954-C93D-43EB-AD47-332367C66EE8}"/>
              </a:ext>
            </a:extLst>
          </p:cNvPr>
          <p:cNvSpPr/>
          <p:nvPr userDrawn="1"/>
        </p:nvSpPr>
        <p:spPr>
          <a:xfrm>
            <a:off x="6003839" y="4327113"/>
            <a:ext cx="795964" cy="304699"/>
          </a:xfrm>
          <a:custGeom>
            <a:avLst/>
            <a:gdLst>
              <a:gd name="connsiteX0" fmla="*/ 0 w 1510574"/>
              <a:gd name="connsiteY0" fmla="*/ 0 h 755287"/>
              <a:gd name="connsiteX1" fmla="*/ 1510574 w 1510574"/>
              <a:gd name="connsiteY1" fmla="*/ 0 h 755287"/>
              <a:gd name="connsiteX2" fmla="*/ 1510574 w 1510574"/>
              <a:gd name="connsiteY2" fmla="*/ 755287 h 755287"/>
              <a:gd name="connsiteX3" fmla="*/ 0 w 1510574"/>
              <a:gd name="connsiteY3" fmla="*/ 755287 h 755287"/>
              <a:gd name="connsiteX4" fmla="*/ 0 w 1510574"/>
              <a:gd name="connsiteY4" fmla="*/ 0 h 755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10574" h="755287">
                <a:moveTo>
                  <a:pt x="0" y="0"/>
                </a:moveTo>
                <a:lnTo>
                  <a:pt x="1510574" y="0"/>
                </a:lnTo>
                <a:lnTo>
                  <a:pt x="1510574" y="755287"/>
                </a:lnTo>
                <a:lnTo>
                  <a:pt x="0" y="755287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rgbClr r="0" g="0" b="0"/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ctr" anchorCtr="0">
            <a:spAutoFit/>
          </a:bodyPr>
          <a:lstStyle/>
          <a:p>
            <a:pPr marL="0" marR="0" lvl="0" indent="0" defTabSz="7112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lang="en-GB" sz="1200" b="1">
                <a:solidFill>
                  <a:schemeClr val="bg1"/>
                </a:solidFill>
                <a:latin typeface="Arial"/>
              </a:rPr>
              <a:t>First Last</a:t>
            </a:r>
            <a:br>
              <a:rPr lang="en-US" sz="1200">
                <a:solidFill>
                  <a:schemeClr val="bg1"/>
                </a:solidFill>
                <a:latin typeface="Arial"/>
              </a:rPr>
            </a:br>
            <a:r>
              <a:rPr lang="en-US" sz="1000">
                <a:solidFill>
                  <a:schemeClr val="bg1"/>
                </a:solidFill>
                <a:latin typeface="Arial"/>
              </a:rPr>
              <a:t>Title</a:t>
            </a:r>
            <a:endParaRPr lang="en-GB" sz="1000">
              <a:solidFill>
                <a:schemeClr val="bg1"/>
              </a:solidFill>
              <a:latin typeface="Arial"/>
            </a:endParaRP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59ABDEDA-97AC-4C92-B997-D77D8EA04A77}"/>
              </a:ext>
            </a:extLst>
          </p:cNvPr>
          <p:cNvCxnSpPr>
            <a:cxnSpLocks/>
          </p:cNvCxnSpPr>
          <p:nvPr userDrawn="1"/>
        </p:nvCxnSpPr>
        <p:spPr>
          <a:xfrm>
            <a:off x="5675434" y="4398782"/>
            <a:ext cx="253114" cy="0"/>
          </a:xfrm>
          <a:prstGeom prst="line">
            <a:avLst/>
          </a:prstGeom>
          <a:ln w="9525">
            <a:solidFill>
              <a:schemeClr val="bg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28963C6A-0152-4186-821B-C08E25FC162B}"/>
              </a:ext>
            </a:extLst>
          </p:cNvPr>
          <p:cNvCxnSpPr>
            <a:cxnSpLocks/>
          </p:cNvCxnSpPr>
          <p:nvPr userDrawn="1"/>
        </p:nvCxnSpPr>
        <p:spPr>
          <a:xfrm>
            <a:off x="5675434" y="4896330"/>
            <a:ext cx="253114" cy="0"/>
          </a:xfrm>
          <a:prstGeom prst="line">
            <a:avLst/>
          </a:prstGeom>
          <a:ln w="9525">
            <a:solidFill>
              <a:schemeClr val="bg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6AE87A4E-98A4-4F2C-A2D8-3DA8774C63F2}"/>
              </a:ext>
            </a:extLst>
          </p:cNvPr>
          <p:cNvCxnSpPr>
            <a:cxnSpLocks/>
          </p:cNvCxnSpPr>
          <p:nvPr userDrawn="1"/>
        </p:nvCxnSpPr>
        <p:spPr>
          <a:xfrm>
            <a:off x="5675434" y="5393878"/>
            <a:ext cx="253114" cy="0"/>
          </a:xfrm>
          <a:prstGeom prst="line">
            <a:avLst/>
          </a:prstGeom>
          <a:ln w="9525">
            <a:solidFill>
              <a:schemeClr val="bg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83040623-76B0-4BD6-B8BA-05A20AD49B5F}"/>
              </a:ext>
            </a:extLst>
          </p:cNvPr>
          <p:cNvCxnSpPr>
            <a:cxnSpLocks/>
          </p:cNvCxnSpPr>
          <p:nvPr userDrawn="1"/>
        </p:nvCxnSpPr>
        <p:spPr>
          <a:xfrm>
            <a:off x="5675434" y="5837085"/>
            <a:ext cx="253114" cy="0"/>
          </a:xfrm>
          <a:prstGeom prst="line">
            <a:avLst/>
          </a:prstGeom>
          <a:ln w="9525">
            <a:solidFill>
              <a:schemeClr val="bg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691306D0-0FFC-40BD-9B80-0A4B79819F80}"/>
              </a:ext>
            </a:extLst>
          </p:cNvPr>
          <p:cNvSpPr/>
          <p:nvPr userDrawn="1"/>
        </p:nvSpPr>
        <p:spPr>
          <a:xfrm>
            <a:off x="6003839" y="4824661"/>
            <a:ext cx="795964" cy="304699"/>
          </a:xfrm>
          <a:custGeom>
            <a:avLst/>
            <a:gdLst>
              <a:gd name="connsiteX0" fmla="*/ 0 w 1510574"/>
              <a:gd name="connsiteY0" fmla="*/ 0 h 755287"/>
              <a:gd name="connsiteX1" fmla="*/ 1510574 w 1510574"/>
              <a:gd name="connsiteY1" fmla="*/ 0 h 755287"/>
              <a:gd name="connsiteX2" fmla="*/ 1510574 w 1510574"/>
              <a:gd name="connsiteY2" fmla="*/ 755287 h 755287"/>
              <a:gd name="connsiteX3" fmla="*/ 0 w 1510574"/>
              <a:gd name="connsiteY3" fmla="*/ 755287 h 755287"/>
              <a:gd name="connsiteX4" fmla="*/ 0 w 1510574"/>
              <a:gd name="connsiteY4" fmla="*/ 0 h 755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10574" h="755287">
                <a:moveTo>
                  <a:pt x="0" y="0"/>
                </a:moveTo>
                <a:lnTo>
                  <a:pt x="1510574" y="0"/>
                </a:lnTo>
                <a:lnTo>
                  <a:pt x="1510574" y="755287"/>
                </a:lnTo>
                <a:lnTo>
                  <a:pt x="0" y="755287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rgbClr r="0" g="0" b="0"/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ctr" anchorCtr="0">
            <a:spAutoFit/>
          </a:bodyPr>
          <a:lstStyle/>
          <a:p>
            <a:pPr marL="0" marR="0" lvl="0" indent="0" defTabSz="7112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lang="en-GB" sz="1200" b="1">
                <a:solidFill>
                  <a:schemeClr val="bg1"/>
                </a:solidFill>
                <a:latin typeface="Arial"/>
              </a:rPr>
              <a:t>First Last</a:t>
            </a:r>
            <a:br>
              <a:rPr lang="en-US" sz="1200">
                <a:solidFill>
                  <a:schemeClr val="bg1"/>
                </a:solidFill>
                <a:latin typeface="Arial"/>
              </a:rPr>
            </a:br>
            <a:r>
              <a:rPr lang="en-US" sz="1000">
                <a:solidFill>
                  <a:schemeClr val="bg1"/>
                </a:solidFill>
                <a:latin typeface="Arial"/>
              </a:rPr>
              <a:t>Title</a:t>
            </a:r>
            <a:endParaRPr lang="en-GB" sz="1000">
              <a:solidFill>
                <a:schemeClr val="bg1"/>
              </a:solidFill>
              <a:latin typeface="Arial"/>
            </a:endParaRPr>
          </a:p>
        </p:txBody>
      </p:sp>
      <p:sp>
        <p:nvSpPr>
          <p:cNvPr id="60" name="Freeform: Shape 59">
            <a:extLst>
              <a:ext uri="{FF2B5EF4-FFF2-40B4-BE49-F238E27FC236}">
                <a16:creationId xmlns:a16="http://schemas.microsoft.com/office/drawing/2014/main" id="{63D4C9C5-BF0F-4995-B2E3-A1016008D8E5}"/>
              </a:ext>
            </a:extLst>
          </p:cNvPr>
          <p:cNvSpPr/>
          <p:nvPr userDrawn="1"/>
        </p:nvSpPr>
        <p:spPr>
          <a:xfrm>
            <a:off x="6003839" y="5322209"/>
            <a:ext cx="795964" cy="304699"/>
          </a:xfrm>
          <a:custGeom>
            <a:avLst/>
            <a:gdLst>
              <a:gd name="connsiteX0" fmla="*/ 0 w 1510574"/>
              <a:gd name="connsiteY0" fmla="*/ 0 h 755287"/>
              <a:gd name="connsiteX1" fmla="*/ 1510574 w 1510574"/>
              <a:gd name="connsiteY1" fmla="*/ 0 h 755287"/>
              <a:gd name="connsiteX2" fmla="*/ 1510574 w 1510574"/>
              <a:gd name="connsiteY2" fmla="*/ 755287 h 755287"/>
              <a:gd name="connsiteX3" fmla="*/ 0 w 1510574"/>
              <a:gd name="connsiteY3" fmla="*/ 755287 h 755287"/>
              <a:gd name="connsiteX4" fmla="*/ 0 w 1510574"/>
              <a:gd name="connsiteY4" fmla="*/ 0 h 755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10574" h="755287">
                <a:moveTo>
                  <a:pt x="0" y="0"/>
                </a:moveTo>
                <a:lnTo>
                  <a:pt x="1510574" y="0"/>
                </a:lnTo>
                <a:lnTo>
                  <a:pt x="1510574" y="755287"/>
                </a:lnTo>
                <a:lnTo>
                  <a:pt x="0" y="755287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rgbClr r="0" g="0" b="0"/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ctr" anchorCtr="0">
            <a:spAutoFit/>
          </a:bodyPr>
          <a:lstStyle/>
          <a:p>
            <a:pPr marL="0" marR="0" lvl="0" indent="0" defTabSz="7112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lang="en-GB" sz="1200" b="1">
                <a:solidFill>
                  <a:schemeClr val="bg1"/>
                </a:solidFill>
                <a:latin typeface="Arial"/>
              </a:rPr>
              <a:t>First Last</a:t>
            </a:r>
            <a:br>
              <a:rPr lang="en-US" sz="1200">
                <a:solidFill>
                  <a:schemeClr val="bg1"/>
                </a:solidFill>
                <a:latin typeface="Arial"/>
              </a:rPr>
            </a:br>
            <a:r>
              <a:rPr lang="en-US" sz="1000">
                <a:solidFill>
                  <a:schemeClr val="bg1"/>
                </a:solidFill>
                <a:latin typeface="Arial"/>
              </a:rPr>
              <a:t>Title</a:t>
            </a:r>
            <a:endParaRPr lang="en-GB" sz="1000">
              <a:solidFill>
                <a:schemeClr val="bg1"/>
              </a:solidFill>
              <a:latin typeface="Arial"/>
            </a:endParaRPr>
          </a:p>
        </p:txBody>
      </p:sp>
      <p:sp>
        <p:nvSpPr>
          <p:cNvPr id="61" name="Freeform: Shape 60">
            <a:extLst>
              <a:ext uri="{FF2B5EF4-FFF2-40B4-BE49-F238E27FC236}">
                <a16:creationId xmlns:a16="http://schemas.microsoft.com/office/drawing/2014/main" id="{E3774E6E-776D-46E1-82ED-16F163A1A464}"/>
              </a:ext>
            </a:extLst>
          </p:cNvPr>
          <p:cNvSpPr/>
          <p:nvPr userDrawn="1"/>
        </p:nvSpPr>
        <p:spPr>
          <a:xfrm>
            <a:off x="6003839" y="5757434"/>
            <a:ext cx="795964" cy="304699"/>
          </a:xfrm>
          <a:custGeom>
            <a:avLst/>
            <a:gdLst>
              <a:gd name="connsiteX0" fmla="*/ 0 w 1510574"/>
              <a:gd name="connsiteY0" fmla="*/ 0 h 755287"/>
              <a:gd name="connsiteX1" fmla="*/ 1510574 w 1510574"/>
              <a:gd name="connsiteY1" fmla="*/ 0 h 755287"/>
              <a:gd name="connsiteX2" fmla="*/ 1510574 w 1510574"/>
              <a:gd name="connsiteY2" fmla="*/ 755287 h 755287"/>
              <a:gd name="connsiteX3" fmla="*/ 0 w 1510574"/>
              <a:gd name="connsiteY3" fmla="*/ 755287 h 755287"/>
              <a:gd name="connsiteX4" fmla="*/ 0 w 1510574"/>
              <a:gd name="connsiteY4" fmla="*/ 0 h 755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10574" h="755287">
                <a:moveTo>
                  <a:pt x="0" y="0"/>
                </a:moveTo>
                <a:lnTo>
                  <a:pt x="1510574" y="0"/>
                </a:lnTo>
                <a:lnTo>
                  <a:pt x="1510574" y="755287"/>
                </a:lnTo>
                <a:lnTo>
                  <a:pt x="0" y="755287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rgbClr r="0" g="0" b="0"/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ctr" anchorCtr="0">
            <a:spAutoFit/>
          </a:bodyPr>
          <a:lstStyle/>
          <a:p>
            <a:pPr marL="0" marR="0" lvl="0" indent="0" defTabSz="7112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lang="en-GB" sz="1200" b="1">
                <a:solidFill>
                  <a:schemeClr val="bg1"/>
                </a:solidFill>
                <a:latin typeface="Arial"/>
              </a:rPr>
              <a:t>First Last</a:t>
            </a:r>
            <a:br>
              <a:rPr lang="en-US" sz="1200">
                <a:solidFill>
                  <a:schemeClr val="bg1"/>
                </a:solidFill>
                <a:latin typeface="Arial"/>
              </a:rPr>
            </a:br>
            <a:r>
              <a:rPr lang="en-US" sz="1000">
                <a:solidFill>
                  <a:schemeClr val="bg1"/>
                </a:solidFill>
                <a:latin typeface="Arial"/>
              </a:rPr>
              <a:t>Title</a:t>
            </a:r>
            <a:endParaRPr lang="en-GB" sz="1000">
              <a:solidFill>
                <a:schemeClr val="bg1"/>
              </a:solidFill>
              <a:latin typeface="Arial"/>
            </a:endParaRPr>
          </a:p>
        </p:txBody>
      </p: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26F51B64-2C7B-46A5-B0F1-955CAC756AE7}"/>
              </a:ext>
            </a:extLst>
          </p:cNvPr>
          <p:cNvCxnSpPr>
            <a:cxnSpLocks/>
          </p:cNvCxnSpPr>
          <p:nvPr userDrawn="1"/>
        </p:nvCxnSpPr>
        <p:spPr>
          <a:xfrm>
            <a:off x="3412464" y="4102323"/>
            <a:ext cx="0" cy="1743307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Freeform: Shape 62">
            <a:extLst>
              <a:ext uri="{FF2B5EF4-FFF2-40B4-BE49-F238E27FC236}">
                <a16:creationId xmlns:a16="http://schemas.microsoft.com/office/drawing/2014/main" id="{C0B107DE-03AF-472B-84E6-6C040C4121F5}"/>
              </a:ext>
            </a:extLst>
          </p:cNvPr>
          <p:cNvSpPr/>
          <p:nvPr userDrawn="1"/>
        </p:nvSpPr>
        <p:spPr>
          <a:xfrm>
            <a:off x="3740869" y="4327113"/>
            <a:ext cx="795964" cy="304699"/>
          </a:xfrm>
          <a:custGeom>
            <a:avLst/>
            <a:gdLst>
              <a:gd name="connsiteX0" fmla="*/ 0 w 1510574"/>
              <a:gd name="connsiteY0" fmla="*/ 0 h 755287"/>
              <a:gd name="connsiteX1" fmla="*/ 1510574 w 1510574"/>
              <a:gd name="connsiteY1" fmla="*/ 0 h 755287"/>
              <a:gd name="connsiteX2" fmla="*/ 1510574 w 1510574"/>
              <a:gd name="connsiteY2" fmla="*/ 755287 h 755287"/>
              <a:gd name="connsiteX3" fmla="*/ 0 w 1510574"/>
              <a:gd name="connsiteY3" fmla="*/ 755287 h 755287"/>
              <a:gd name="connsiteX4" fmla="*/ 0 w 1510574"/>
              <a:gd name="connsiteY4" fmla="*/ 0 h 755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10574" h="755287">
                <a:moveTo>
                  <a:pt x="0" y="0"/>
                </a:moveTo>
                <a:lnTo>
                  <a:pt x="1510574" y="0"/>
                </a:lnTo>
                <a:lnTo>
                  <a:pt x="1510574" y="755287"/>
                </a:lnTo>
                <a:lnTo>
                  <a:pt x="0" y="755287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rgbClr r="0" g="0" b="0"/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ctr" anchorCtr="0">
            <a:spAutoFit/>
          </a:bodyPr>
          <a:lstStyle/>
          <a:p>
            <a:pPr marL="0" marR="0" lvl="0" indent="0" defTabSz="7112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lang="en-GB" sz="1200" b="1">
                <a:solidFill>
                  <a:schemeClr val="bg1"/>
                </a:solidFill>
                <a:latin typeface="Arial"/>
              </a:rPr>
              <a:t>First Last</a:t>
            </a:r>
            <a:br>
              <a:rPr lang="en-US" sz="1200">
                <a:solidFill>
                  <a:schemeClr val="bg1"/>
                </a:solidFill>
                <a:latin typeface="Arial"/>
              </a:rPr>
            </a:br>
            <a:r>
              <a:rPr lang="en-US" sz="1000">
                <a:solidFill>
                  <a:schemeClr val="bg1"/>
                </a:solidFill>
                <a:latin typeface="Arial"/>
              </a:rPr>
              <a:t>Title</a:t>
            </a:r>
            <a:endParaRPr lang="en-GB" sz="1000">
              <a:solidFill>
                <a:schemeClr val="bg1"/>
              </a:solidFill>
              <a:latin typeface="Arial"/>
            </a:endParaRP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9C2931D7-AC66-44C7-821B-16F4F5CDD365}"/>
              </a:ext>
            </a:extLst>
          </p:cNvPr>
          <p:cNvCxnSpPr>
            <a:cxnSpLocks/>
          </p:cNvCxnSpPr>
          <p:nvPr userDrawn="1"/>
        </p:nvCxnSpPr>
        <p:spPr>
          <a:xfrm>
            <a:off x="3412464" y="4398782"/>
            <a:ext cx="253114" cy="0"/>
          </a:xfrm>
          <a:prstGeom prst="line">
            <a:avLst/>
          </a:prstGeom>
          <a:ln w="9525">
            <a:solidFill>
              <a:schemeClr val="bg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B692B62D-6BE5-4497-92BB-CB05E70EE6D4}"/>
              </a:ext>
            </a:extLst>
          </p:cNvPr>
          <p:cNvCxnSpPr>
            <a:cxnSpLocks/>
          </p:cNvCxnSpPr>
          <p:nvPr userDrawn="1"/>
        </p:nvCxnSpPr>
        <p:spPr>
          <a:xfrm>
            <a:off x="3412464" y="4896330"/>
            <a:ext cx="253114" cy="0"/>
          </a:xfrm>
          <a:prstGeom prst="line">
            <a:avLst/>
          </a:prstGeom>
          <a:ln w="9525">
            <a:solidFill>
              <a:schemeClr val="bg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31B1FE42-5230-4F0E-8AAE-C25C93B3DF2E}"/>
              </a:ext>
            </a:extLst>
          </p:cNvPr>
          <p:cNvCxnSpPr>
            <a:cxnSpLocks/>
          </p:cNvCxnSpPr>
          <p:nvPr userDrawn="1"/>
        </p:nvCxnSpPr>
        <p:spPr>
          <a:xfrm>
            <a:off x="3412464" y="5393878"/>
            <a:ext cx="253114" cy="0"/>
          </a:xfrm>
          <a:prstGeom prst="line">
            <a:avLst/>
          </a:prstGeom>
          <a:ln w="9525">
            <a:solidFill>
              <a:schemeClr val="bg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BA97A1C6-FCD2-47A5-B2E4-A75192B610CD}"/>
              </a:ext>
            </a:extLst>
          </p:cNvPr>
          <p:cNvCxnSpPr>
            <a:cxnSpLocks/>
          </p:cNvCxnSpPr>
          <p:nvPr userDrawn="1"/>
        </p:nvCxnSpPr>
        <p:spPr>
          <a:xfrm>
            <a:off x="3412464" y="5837085"/>
            <a:ext cx="253114" cy="0"/>
          </a:xfrm>
          <a:prstGeom prst="line">
            <a:avLst/>
          </a:prstGeom>
          <a:ln w="9525">
            <a:solidFill>
              <a:schemeClr val="bg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Freeform: Shape 67">
            <a:extLst>
              <a:ext uri="{FF2B5EF4-FFF2-40B4-BE49-F238E27FC236}">
                <a16:creationId xmlns:a16="http://schemas.microsoft.com/office/drawing/2014/main" id="{FE4486E5-B0F3-47DC-A4B2-C846DF050710}"/>
              </a:ext>
            </a:extLst>
          </p:cNvPr>
          <p:cNvSpPr/>
          <p:nvPr userDrawn="1"/>
        </p:nvSpPr>
        <p:spPr>
          <a:xfrm>
            <a:off x="3740869" y="4824661"/>
            <a:ext cx="795964" cy="304699"/>
          </a:xfrm>
          <a:custGeom>
            <a:avLst/>
            <a:gdLst>
              <a:gd name="connsiteX0" fmla="*/ 0 w 1510574"/>
              <a:gd name="connsiteY0" fmla="*/ 0 h 755287"/>
              <a:gd name="connsiteX1" fmla="*/ 1510574 w 1510574"/>
              <a:gd name="connsiteY1" fmla="*/ 0 h 755287"/>
              <a:gd name="connsiteX2" fmla="*/ 1510574 w 1510574"/>
              <a:gd name="connsiteY2" fmla="*/ 755287 h 755287"/>
              <a:gd name="connsiteX3" fmla="*/ 0 w 1510574"/>
              <a:gd name="connsiteY3" fmla="*/ 755287 h 755287"/>
              <a:gd name="connsiteX4" fmla="*/ 0 w 1510574"/>
              <a:gd name="connsiteY4" fmla="*/ 0 h 755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10574" h="755287">
                <a:moveTo>
                  <a:pt x="0" y="0"/>
                </a:moveTo>
                <a:lnTo>
                  <a:pt x="1510574" y="0"/>
                </a:lnTo>
                <a:lnTo>
                  <a:pt x="1510574" y="755287"/>
                </a:lnTo>
                <a:lnTo>
                  <a:pt x="0" y="755287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rgbClr r="0" g="0" b="0"/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ctr" anchorCtr="0">
            <a:spAutoFit/>
          </a:bodyPr>
          <a:lstStyle/>
          <a:p>
            <a:pPr marL="0" marR="0" lvl="0" indent="0" defTabSz="7112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lang="en-GB" sz="1200" b="1">
                <a:solidFill>
                  <a:schemeClr val="bg1"/>
                </a:solidFill>
                <a:latin typeface="Arial"/>
              </a:rPr>
              <a:t>First Last</a:t>
            </a:r>
            <a:br>
              <a:rPr lang="en-US" sz="1200">
                <a:solidFill>
                  <a:schemeClr val="bg1"/>
                </a:solidFill>
                <a:latin typeface="Arial"/>
              </a:rPr>
            </a:br>
            <a:r>
              <a:rPr lang="en-US" sz="1000">
                <a:solidFill>
                  <a:schemeClr val="bg1"/>
                </a:solidFill>
                <a:latin typeface="Arial"/>
              </a:rPr>
              <a:t>Title</a:t>
            </a:r>
            <a:endParaRPr lang="en-GB" sz="1000">
              <a:solidFill>
                <a:schemeClr val="bg1"/>
              </a:solidFill>
              <a:latin typeface="Arial"/>
            </a:endParaRPr>
          </a:p>
        </p:txBody>
      </p:sp>
      <p:sp>
        <p:nvSpPr>
          <p:cNvPr id="69" name="Freeform: Shape 68">
            <a:extLst>
              <a:ext uri="{FF2B5EF4-FFF2-40B4-BE49-F238E27FC236}">
                <a16:creationId xmlns:a16="http://schemas.microsoft.com/office/drawing/2014/main" id="{8117A59D-4669-482C-AD41-CAE347C5B85A}"/>
              </a:ext>
            </a:extLst>
          </p:cNvPr>
          <p:cNvSpPr/>
          <p:nvPr userDrawn="1"/>
        </p:nvSpPr>
        <p:spPr>
          <a:xfrm>
            <a:off x="3740869" y="5322209"/>
            <a:ext cx="795964" cy="304699"/>
          </a:xfrm>
          <a:custGeom>
            <a:avLst/>
            <a:gdLst>
              <a:gd name="connsiteX0" fmla="*/ 0 w 1510574"/>
              <a:gd name="connsiteY0" fmla="*/ 0 h 755287"/>
              <a:gd name="connsiteX1" fmla="*/ 1510574 w 1510574"/>
              <a:gd name="connsiteY1" fmla="*/ 0 h 755287"/>
              <a:gd name="connsiteX2" fmla="*/ 1510574 w 1510574"/>
              <a:gd name="connsiteY2" fmla="*/ 755287 h 755287"/>
              <a:gd name="connsiteX3" fmla="*/ 0 w 1510574"/>
              <a:gd name="connsiteY3" fmla="*/ 755287 h 755287"/>
              <a:gd name="connsiteX4" fmla="*/ 0 w 1510574"/>
              <a:gd name="connsiteY4" fmla="*/ 0 h 755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10574" h="755287">
                <a:moveTo>
                  <a:pt x="0" y="0"/>
                </a:moveTo>
                <a:lnTo>
                  <a:pt x="1510574" y="0"/>
                </a:lnTo>
                <a:lnTo>
                  <a:pt x="1510574" y="755287"/>
                </a:lnTo>
                <a:lnTo>
                  <a:pt x="0" y="755287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rgbClr r="0" g="0" b="0"/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ctr" anchorCtr="0">
            <a:spAutoFit/>
          </a:bodyPr>
          <a:lstStyle/>
          <a:p>
            <a:pPr marL="0" marR="0" lvl="0" indent="0" defTabSz="7112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lang="en-GB" sz="1200" b="1">
                <a:solidFill>
                  <a:schemeClr val="bg1"/>
                </a:solidFill>
                <a:latin typeface="Arial"/>
              </a:rPr>
              <a:t>First Last</a:t>
            </a:r>
            <a:br>
              <a:rPr lang="en-US" sz="1200">
                <a:solidFill>
                  <a:schemeClr val="bg1"/>
                </a:solidFill>
                <a:latin typeface="Arial"/>
              </a:rPr>
            </a:br>
            <a:r>
              <a:rPr lang="en-US" sz="1000">
                <a:solidFill>
                  <a:schemeClr val="bg1"/>
                </a:solidFill>
                <a:latin typeface="Arial"/>
              </a:rPr>
              <a:t>Title</a:t>
            </a:r>
            <a:endParaRPr lang="en-GB" sz="1000">
              <a:solidFill>
                <a:schemeClr val="bg1"/>
              </a:solidFill>
              <a:latin typeface="Arial"/>
            </a:endParaRPr>
          </a:p>
        </p:txBody>
      </p:sp>
      <p:sp>
        <p:nvSpPr>
          <p:cNvPr id="70" name="Freeform: Shape 69">
            <a:extLst>
              <a:ext uri="{FF2B5EF4-FFF2-40B4-BE49-F238E27FC236}">
                <a16:creationId xmlns:a16="http://schemas.microsoft.com/office/drawing/2014/main" id="{B36BEBB0-EDF1-4570-8AAC-3BCAA87267EC}"/>
              </a:ext>
            </a:extLst>
          </p:cNvPr>
          <p:cNvSpPr/>
          <p:nvPr userDrawn="1"/>
        </p:nvSpPr>
        <p:spPr>
          <a:xfrm>
            <a:off x="3740869" y="5757434"/>
            <a:ext cx="795964" cy="304699"/>
          </a:xfrm>
          <a:custGeom>
            <a:avLst/>
            <a:gdLst>
              <a:gd name="connsiteX0" fmla="*/ 0 w 1510574"/>
              <a:gd name="connsiteY0" fmla="*/ 0 h 755287"/>
              <a:gd name="connsiteX1" fmla="*/ 1510574 w 1510574"/>
              <a:gd name="connsiteY1" fmla="*/ 0 h 755287"/>
              <a:gd name="connsiteX2" fmla="*/ 1510574 w 1510574"/>
              <a:gd name="connsiteY2" fmla="*/ 755287 h 755287"/>
              <a:gd name="connsiteX3" fmla="*/ 0 w 1510574"/>
              <a:gd name="connsiteY3" fmla="*/ 755287 h 755287"/>
              <a:gd name="connsiteX4" fmla="*/ 0 w 1510574"/>
              <a:gd name="connsiteY4" fmla="*/ 0 h 755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10574" h="755287">
                <a:moveTo>
                  <a:pt x="0" y="0"/>
                </a:moveTo>
                <a:lnTo>
                  <a:pt x="1510574" y="0"/>
                </a:lnTo>
                <a:lnTo>
                  <a:pt x="1510574" y="755287"/>
                </a:lnTo>
                <a:lnTo>
                  <a:pt x="0" y="755287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rgbClr r="0" g="0" b="0"/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ctr" anchorCtr="0">
            <a:spAutoFit/>
          </a:bodyPr>
          <a:lstStyle/>
          <a:p>
            <a:pPr marL="0" marR="0" lvl="0" indent="0" defTabSz="7112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lang="en-GB" sz="1200" b="1">
                <a:solidFill>
                  <a:schemeClr val="bg1"/>
                </a:solidFill>
                <a:latin typeface="Arial"/>
              </a:rPr>
              <a:t>First Last</a:t>
            </a:r>
            <a:br>
              <a:rPr lang="en-US" sz="1200">
                <a:solidFill>
                  <a:schemeClr val="bg1"/>
                </a:solidFill>
                <a:latin typeface="Arial"/>
              </a:rPr>
            </a:br>
            <a:r>
              <a:rPr lang="en-US" sz="1000">
                <a:solidFill>
                  <a:schemeClr val="bg1"/>
                </a:solidFill>
                <a:latin typeface="Arial"/>
              </a:rPr>
              <a:t>Title</a:t>
            </a:r>
            <a:endParaRPr lang="en-GB" sz="1000">
              <a:solidFill>
                <a:schemeClr val="bg1"/>
              </a:solidFill>
              <a:latin typeface="Arial"/>
            </a:endParaRPr>
          </a:p>
        </p:txBody>
      </p: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E9EEA704-120E-4D3B-8D0D-F1AAA6E3AF07}"/>
              </a:ext>
            </a:extLst>
          </p:cNvPr>
          <p:cNvCxnSpPr>
            <a:cxnSpLocks/>
          </p:cNvCxnSpPr>
          <p:nvPr userDrawn="1"/>
        </p:nvCxnSpPr>
        <p:spPr>
          <a:xfrm>
            <a:off x="1149494" y="4102323"/>
            <a:ext cx="0" cy="1743307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Freeform: Shape 71">
            <a:extLst>
              <a:ext uri="{FF2B5EF4-FFF2-40B4-BE49-F238E27FC236}">
                <a16:creationId xmlns:a16="http://schemas.microsoft.com/office/drawing/2014/main" id="{4502411F-A061-4731-B307-57CEF537F432}"/>
              </a:ext>
            </a:extLst>
          </p:cNvPr>
          <p:cNvSpPr/>
          <p:nvPr userDrawn="1"/>
        </p:nvSpPr>
        <p:spPr>
          <a:xfrm>
            <a:off x="1477900" y="4327113"/>
            <a:ext cx="795964" cy="304699"/>
          </a:xfrm>
          <a:custGeom>
            <a:avLst/>
            <a:gdLst>
              <a:gd name="connsiteX0" fmla="*/ 0 w 1510574"/>
              <a:gd name="connsiteY0" fmla="*/ 0 h 755287"/>
              <a:gd name="connsiteX1" fmla="*/ 1510574 w 1510574"/>
              <a:gd name="connsiteY1" fmla="*/ 0 h 755287"/>
              <a:gd name="connsiteX2" fmla="*/ 1510574 w 1510574"/>
              <a:gd name="connsiteY2" fmla="*/ 755287 h 755287"/>
              <a:gd name="connsiteX3" fmla="*/ 0 w 1510574"/>
              <a:gd name="connsiteY3" fmla="*/ 755287 h 755287"/>
              <a:gd name="connsiteX4" fmla="*/ 0 w 1510574"/>
              <a:gd name="connsiteY4" fmla="*/ 0 h 755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10574" h="755287">
                <a:moveTo>
                  <a:pt x="0" y="0"/>
                </a:moveTo>
                <a:lnTo>
                  <a:pt x="1510574" y="0"/>
                </a:lnTo>
                <a:lnTo>
                  <a:pt x="1510574" y="755287"/>
                </a:lnTo>
                <a:lnTo>
                  <a:pt x="0" y="755287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rgbClr r="0" g="0" b="0"/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ctr" anchorCtr="0">
            <a:spAutoFit/>
          </a:bodyPr>
          <a:lstStyle/>
          <a:p>
            <a:pPr marL="0" marR="0" lvl="0" indent="0" defTabSz="7112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lang="en-GB" sz="1200" b="1">
                <a:solidFill>
                  <a:schemeClr val="bg1"/>
                </a:solidFill>
                <a:latin typeface="Arial"/>
              </a:rPr>
              <a:t>First Last</a:t>
            </a:r>
            <a:br>
              <a:rPr lang="en-US" sz="1200">
                <a:solidFill>
                  <a:schemeClr val="bg1"/>
                </a:solidFill>
                <a:latin typeface="Arial"/>
              </a:rPr>
            </a:br>
            <a:r>
              <a:rPr lang="en-US" sz="1000">
                <a:solidFill>
                  <a:schemeClr val="bg1"/>
                </a:solidFill>
                <a:latin typeface="Arial"/>
              </a:rPr>
              <a:t>Title</a:t>
            </a:r>
            <a:endParaRPr lang="en-GB" sz="1000">
              <a:solidFill>
                <a:schemeClr val="bg1"/>
              </a:solidFill>
              <a:latin typeface="Arial"/>
            </a:endParaRPr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A02290D0-4C24-479D-84A7-DB19FA5D4723}"/>
              </a:ext>
            </a:extLst>
          </p:cNvPr>
          <p:cNvCxnSpPr>
            <a:cxnSpLocks/>
          </p:cNvCxnSpPr>
          <p:nvPr userDrawn="1"/>
        </p:nvCxnSpPr>
        <p:spPr>
          <a:xfrm>
            <a:off x="1149494" y="4398782"/>
            <a:ext cx="253114" cy="0"/>
          </a:xfrm>
          <a:prstGeom prst="line">
            <a:avLst/>
          </a:prstGeom>
          <a:ln w="9525">
            <a:solidFill>
              <a:schemeClr val="bg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613721C2-1DC4-4D2B-A638-F2BEE2B541EB}"/>
              </a:ext>
            </a:extLst>
          </p:cNvPr>
          <p:cNvCxnSpPr>
            <a:cxnSpLocks/>
          </p:cNvCxnSpPr>
          <p:nvPr userDrawn="1"/>
        </p:nvCxnSpPr>
        <p:spPr>
          <a:xfrm>
            <a:off x="1149494" y="4896330"/>
            <a:ext cx="253114" cy="0"/>
          </a:xfrm>
          <a:prstGeom prst="line">
            <a:avLst/>
          </a:prstGeom>
          <a:ln w="9525">
            <a:solidFill>
              <a:schemeClr val="bg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1669BDF3-BF72-4B9C-837B-095188AFF787}"/>
              </a:ext>
            </a:extLst>
          </p:cNvPr>
          <p:cNvCxnSpPr>
            <a:cxnSpLocks/>
          </p:cNvCxnSpPr>
          <p:nvPr userDrawn="1"/>
        </p:nvCxnSpPr>
        <p:spPr>
          <a:xfrm>
            <a:off x="1149494" y="5393878"/>
            <a:ext cx="253114" cy="0"/>
          </a:xfrm>
          <a:prstGeom prst="line">
            <a:avLst/>
          </a:prstGeom>
          <a:ln w="9525">
            <a:solidFill>
              <a:schemeClr val="bg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82DCC4B3-2103-46F5-A160-56B0D6F061BC}"/>
              </a:ext>
            </a:extLst>
          </p:cNvPr>
          <p:cNvCxnSpPr>
            <a:cxnSpLocks/>
          </p:cNvCxnSpPr>
          <p:nvPr userDrawn="1"/>
        </p:nvCxnSpPr>
        <p:spPr>
          <a:xfrm>
            <a:off x="1149494" y="5837085"/>
            <a:ext cx="253114" cy="0"/>
          </a:xfrm>
          <a:prstGeom prst="line">
            <a:avLst/>
          </a:prstGeom>
          <a:ln w="9525">
            <a:solidFill>
              <a:schemeClr val="bg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Freeform: Shape 76">
            <a:extLst>
              <a:ext uri="{FF2B5EF4-FFF2-40B4-BE49-F238E27FC236}">
                <a16:creationId xmlns:a16="http://schemas.microsoft.com/office/drawing/2014/main" id="{92665E73-28DF-4EB2-9056-65ABABA4A8A4}"/>
              </a:ext>
            </a:extLst>
          </p:cNvPr>
          <p:cNvSpPr/>
          <p:nvPr userDrawn="1"/>
        </p:nvSpPr>
        <p:spPr>
          <a:xfrm>
            <a:off x="1477900" y="4824661"/>
            <a:ext cx="795964" cy="304699"/>
          </a:xfrm>
          <a:custGeom>
            <a:avLst/>
            <a:gdLst>
              <a:gd name="connsiteX0" fmla="*/ 0 w 1510574"/>
              <a:gd name="connsiteY0" fmla="*/ 0 h 755287"/>
              <a:gd name="connsiteX1" fmla="*/ 1510574 w 1510574"/>
              <a:gd name="connsiteY1" fmla="*/ 0 h 755287"/>
              <a:gd name="connsiteX2" fmla="*/ 1510574 w 1510574"/>
              <a:gd name="connsiteY2" fmla="*/ 755287 h 755287"/>
              <a:gd name="connsiteX3" fmla="*/ 0 w 1510574"/>
              <a:gd name="connsiteY3" fmla="*/ 755287 h 755287"/>
              <a:gd name="connsiteX4" fmla="*/ 0 w 1510574"/>
              <a:gd name="connsiteY4" fmla="*/ 0 h 755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10574" h="755287">
                <a:moveTo>
                  <a:pt x="0" y="0"/>
                </a:moveTo>
                <a:lnTo>
                  <a:pt x="1510574" y="0"/>
                </a:lnTo>
                <a:lnTo>
                  <a:pt x="1510574" y="755287"/>
                </a:lnTo>
                <a:lnTo>
                  <a:pt x="0" y="755287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rgbClr r="0" g="0" b="0"/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ctr" anchorCtr="0">
            <a:spAutoFit/>
          </a:bodyPr>
          <a:lstStyle/>
          <a:p>
            <a:pPr marL="0" marR="0" lvl="0" indent="0" defTabSz="7112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lang="en-GB" sz="1200" b="1">
                <a:solidFill>
                  <a:schemeClr val="bg1"/>
                </a:solidFill>
                <a:latin typeface="Arial"/>
              </a:rPr>
              <a:t>First Last</a:t>
            </a:r>
            <a:br>
              <a:rPr lang="en-US" sz="1200">
                <a:solidFill>
                  <a:schemeClr val="bg1"/>
                </a:solidFill>
                <a:latin typeface="Arial"/>
              </a:rPr>
            </a:br>
            <a:r>
              <a:rPr lang="en-US" sz="1000">
                <a:solidFill>
                  <a:schemeClr val="bg1"/>
                </a:solidFill>
                <a:latin typeface="Arial"/>
              </a:rPr>
              <a:t>Title</a:t>
            </a:r>
            <a:endParaRPr lang="en-GB" sz="1000">
              <a:solidFill>
                <a:schemeClr val="bg1"/>
              </a:solidFill>
              <a:latin typeface="Arial"/>
            </a:endParaRPr>
          </a:p>
        </p:txBody>
      </p:sp>
      <p:sp>
        <p:nvSpPr>
          <p:cNvPr id="78" name="Freeform: Shape 77">
            <a:extLst>
              <a:ext uri="{FF2B5EF4-FFF2-40B4-BE49-F238E27FC236}">
                <a16:creationId xmlns:a16="http://schemas.microsoft.com/office/drawing/2014/main" id="{FC35D98E-A60D-495D-8A57-522B84CCBB1F}"/>
              </a:ext>
            </a:extLst>
          </p:cNvPr>
          <p:cNvSpPr/>
          <p:nvPr userDrawn="1"/>
        </p:nvSpPr>
        <p:spPr>
          <a:xfrm>
            <a:off x="1477900" y="5322209"/>
            <a:ext cx="795964" cy="304699"/>
          </a:xfrm>
          <a:custGeom>
            <a:avLst/>
            <a:gdLst>
              <a:gd name="connsiteX0" fmla="*/ 0 w 1510574"/>
              <a:gd name="connsiteY0" fmla="*/ 0 h 755287"/>
              <a:gd name="connsiteX1" fmla="*/ 1510574 w 1510574"/>
              <a:gd name="connsiteY1" fmla="*/ 0 h 755287"/>
              <a:gd name="connsiteX2" fmla="*/ 1510574 w 1510574"/>
              <a:gd name="connsiteY2" fmla="*/ 755287 h 755287"/>
              <a:gd name="connsiteX3" fmla="*/ 0 w 1510574"/>
              <a:gd name="connsiteY3" fmla="*/ 755287 h 755287"/>
              <a:gd name="connsiteX4" fmla="*/ 0 w 1510574"/>
              <a:gd name="connsiteY4" fmla="*/ 0 h 755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10574" h="755287">
                <a:moveTo>
                  <a:pt x="0" y="0"/>
                </a:moveTo>
                <a:lnTo>
                  <a:pt x="1510574" y="0"/>
                </a:lnTo>
                <a:lnTo>
                  <a:pt x="1510574" y="755287"/>
                </a:lnTo>
                <a:lnTo>
                  <a:pt x="0" y="755287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rgbClr r="0" g="0" b="0"/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ctr" anchorCtr="0">
            <a:spAutoFit/>
          </a:bodyPr>
          <a:lstStyle/>
          <a:p>
            <a:pPr marL="0" marR="0" lvl="0" indent="0" defTabSz="7112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lang="en-GB" sz="1200" b="1">
                <a:solidFill>
                  <a:schemeClr val="bg1"/>
                </a:solidFill>
                <a:latin typeface="Arial"/>
              </a:rPr>
              <a:t>First Last</a:t>
            </a:r>
            <a:br>
              <a:rPr lang="en-US" sz="1200">
                <a:solidFill>
                  <a:schemeClr val="bg1"/>
                </a:solidFill>
                <a:latin typeface="Arial"/>
              </a:rPr>
            </a:br>
            <a:r>
              <a:rPr lang="en-US" sz="1000">
                <a:solidFill>
                  <a:schemeClr val="bg1"/>
                </a:solidFill>
                <a:latin typeface="Arial"/>
              </a:rPr>
              <a:t>Title</a:t>
            </a:r>
            <a:endParaRPr lang="en-GB" sz="1000">
              <a:solidFill>
                <a:schemeClr val="bg1"/>
              </a:solidFill>
              <a:latin typeface="Arial"/>
            </a:endParaRPr>
          </a:p>
        </p:txBody>
      </p:sp>
      <p:sp>
        <p:nvSpPr>
          <p:cNvPr id="79" name="Freeform: Shape 78">
            <a:extLst>
              <a:ext uri="{FF2B5EF4-FFF2-40B4-BE49-F238E27FC236}">
                <a16:creationId xmlns:a16="http://schemas.microsoft.com/office/drawing/2014/main" id="{4BC74844-44FB-4F3F-BF73-44E287282DBB}"/>
              </a:ext>
            </a:extLst>
          </p:cNvPr>
          <p:cNvSpPr/>
          <p:nvPr userDrawn="1"/>
        </p:nvSpPr>
        <p:spPr>
          <a:xfrm>
            <a:off x="1477900" y="5757434"/>
            <a:ext cx="795964" cy="304699"/>
          </a:xfrm>
          <a:custGeom>
            <a:avLst/>
            <a:gdLst>
              <a:gd name="connsiteX0" fmla="*/ 0 w 1510574"/>
              <a:gd name="connsiteY0" fmla="*/ 0 h 755287"/>
              <a:gd name="connsiteX1" fmla="*/ 1510574 w 1510574"/>
              <a:gd name="connsiteY1" fmla="*/ 0 h 755287"/>
              <a:gd name="connsiteX2" fmla="*/ 1510574 w 1510574"/>
              <a:gd name="connsiteY2" fmla="*/ 755287 h 755287"/>
              <a:gd name="connsiteX3" fmla="*/ 0 w 1510574"/>
              <a:gd name="connsiteY3" fmla="*/ 755287 h 755287"/>
              <a:gd name="connsiteX4" fmla="*/ 0 w 1510574"/>
              <a:gd name="connsiteY4" fmla="*/ 0 h 755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10574" h="755287">
                <a:moveTo>
                  <a:pt x="0" y="0"/>
                </a:moveTo>
                <a:lnTo>
                  <a:pt x="1510574" y="0"/>
                </a:lnTo>
                <a:lnTo>
                  <a:pt x="1510574" y="755287"/>
                </a:lnTo>
                <a:lnTo>
                  <a:pt x="0" y="755287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rgbClr r="0" g="0" b="0"/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ctr" anchorCtr="0">
            <a:spAutoFit/>
          </a:bodyPr>
          <a:lstStyle/>
          <a:p>
            <a:pPr marL="0" marR="0" lvl="0" indent="0" defTabSz="7112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lang="en-GB" sz="1200" b="1">
                <a:solidFill>
                  <a:schemeClr val="bg1"/>
                </a:solidFill>
                <a:latin typeface="Arial"/>
              </a:rPr>
              <a:t>First Last</a:t>
            </a:r>
            <a:br>
              <a:rPr lang="en-US" sz="1200">
                <a:solidFill>
                  <a:schemeClr val="bg1"/>
                </a:solidFill>
                <a:latin typeface="Arial"/>
              </a:rPr>
            </a:br>
            <a:r>
              <a:rPr lang="en-US" sz="1000">
                <a:solidFill>
                  <a:schemeClr val="bg1"/>
                </a:solidFill>
                <a:latin typeface="Arial"/>
              </a:rPr>
              <a:t>Title</a:t>
            </a:r>
            <a:endParaRPr lang="en-GB" sz="1000">
              <a:solidFill>
                <a:schemeClr val="bg1"/>
              </a:solidFill>
              <a:latin typeface="Arial"/>
            </a:endParaRPr>
          </a:p>
        </p:txBody>
      </p:sp>
      <p:sp>
        <p:nvSpPr>
          <p:cNvPr id="80" name="Picture Placeholder 2">
            <a:extLst>
              <a:ext uri="{FF2B5EF4-FFF2-40B4-BE49-F238E27FC236}">
                <a16:creationId xmlns:a16="http://schemas.microsoft.com/office/drawing/2014/main" id="{0AC55631-6690-41E6-822A-7B17BE8EA82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298868" y="1179514"/>
            <a:ext cx="763786" cy="763587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9050">
            <a:solidFill>
              <a:schemeClr val="tx2"/>
            </a:solidFill>
          </a:ln>
        </p:spPr>
        <p:txBody>
          <a:bodyPr lIns="0" rIns="0" anchor="ctr" anchorCtr="0"/>
          <a:lstStyle>
            <a:lvl1pPr marL="0" indent="0" algn="ctr">
              <a:buNone/>
              <a:defRPr sz="1200"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81" name="Picture Placeholder 2">
            <a:extLst>
              <a:ext uri="{FF2B5EF4-FFF2-40B4-BE49-F238E27FC236}">
                <a16:creationId xmlns:a16="http://schemas.microsoft.com/office/drawing/2014/main" id="{A9B056D2-4CA5-4A89-9066-85E20EB95DE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67601" y="2934769"/>
            <a:ext cx="763786" cy="763587"/>
          </a:xfrm>
          <a:prstGeom prst="ellipse">
            <a:avLst/>
          </a:prstGeom>
          <a:solidFill>
            <a:schemeClr val="accent3"/>
          </a:solidFill>
          <a:ln w="19050">
            <a:solidFill>
              <a:srgbClr val="7A126B"/>
            </a:solidFill>
          </a:ln>
        </p:spPr>
        <p:txBody>
          <a:bodyPr lIns="0" rIns="0" anchor="ctr" anchorCtr="0"/>
          <a:lstStyle>
            <a:lvl1pPr marL="0" indent="0" algn="ctr">
              <a:buNone/>
              <a:defRPr sz="1200"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82" name="Picture Placeholder 2">
            <a:extLst>
              <a:ext uri="{FF2B5EF4-FFF2-40B4-BE49-F238E27FC236}">
                <a16:creationId xmlns:a16="http://schemas.microsoft.com/office/drawing/2014/main" id="{271497F1-2F2E-4309-B2B0-136C071CAB1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547769" y="2934769"/>
            <a:ext cx="763786" cy="763587"/>
          </a:xfrm>
          <a:prstGeom prst="ellipse">
            <a:avLst/>
          </a:prstGeom>
          <a:solidFill>
            <a:schemeClr val="accent5"/>
          </a:solidFill>
          <a:ln w="19050">
            <a:solidFill>
              <a:srgbClr val="294E95"/>
            </a:solidFill>
          </a:ln>
        </p:spPr>
        <p:txBody>
          <a:bodyPr lIns="0" rIns="0" anchor="ctr" anchorCtr="0"/>
          <a:lstStyle>
            <a:lvl1pPr marL="0" indent="0" algn="ctr">
              <a:buNone/>
              <a:defRPr sz="1200"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83" name="Picture Placeholder 2">
            <a:extLst>
              <a:ext uri="{FF2B5EF4-FFF2-40B4-BE49-F238E27FC236}">
                <a16:creationId xmlns:a16="http://schemas.microsoft.com/office/drawing/2014/main" id="{A0E2CBCF-B92B-4F7C-AD57-23DA33A6017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033234" y="2934769"/>
            <a:ext cx="763786" cy="763587"/>
          </a:xfrm>
          <a:prstGeom prst="ellipse">
            <a:avLst/>
          </a:prstGeom>
          <a:solidFill>
            <a:schemeClr val="accent3"/>
          </a:solidFill>
          <a:ln w="19050">
            <a:solidFill>
              <a:srgbClr val="7A126B"/>
            </a:solidFill>
          </a:ln>
        </p:spPr>
        <p:txBody>
          <a:bodyPr lIns="0" rIns="0" anchor="ctr" anchorCtr="0"/>
          <a:lstStyle>
            <a:lvl1pPr marL="0" indent="0" algn="ctr">
              <a:buNone/>
              <a:defRPr sz="1200"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84" name="Picture Placeholder 2">
            <a:extLst>
              <a:ext uri="{FF2B5EF4-FFF2-40B4-BE49-F238E27FC236}">
                <a16:creationId xmlns:a16="http://schemas.microsoft.com/office/drawing/2014/main" id="{D6D71B88-BF93-425F-822D-433689CA517D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796924" y="2934769"/>
            <a:ext cx="763786" cy="763587"/>
          </a:xfrm>
          <a:prstGeom prst="ellipse">
            <a:avLst/>
          </a:prstGeom>
          <a:solidFill>
            <a:schemeClr val="accent5"/>
          </a:solidFill>
          <a:ln w="19050">
            <a:solidFill>
              <a:srgbClr val="294E95"/>
            </a:solidFill>
          </a:ln>
        </p:spPr>
        <p:txBody>
          <a:bodyPr lIns="0" rIns="0" anchor="ctr" anchorCtr="0"/>
          <a:lstStyle>
            <a:lvl1pPr marL="0" indent="0" algn="ctr">
              <a:buNone/>
              <a:defRPr sz="1200"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85" name="Picture Placeholder 2">
            <a:extLst>
              <a:ext uri="{FF2B5EF4-FFF2-40B4-BE49-F238E27FC236}">
                <a16:creationId xmlns:a16="http://schemas.microsoft.com/office/drawing/2014/main" id="{CCB838B4-9A22-440B-B4DB-623326647857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5298868" y="2934769"/>
            <a:ext cx="763786" cy="763587"/>
          </a:xfrm>
          <a:prstGeom prst="ellipse">
            <a:avLst/>
          </a:prstGeom>
          <a:solidFill>
            <a:schemeClr val="accent5"/>
          </a:solidFill>
          <a:ln w="19050">
            <a:solidFill>
              <a:srgbClr val="294E95"/>
            </a:solidFill>
          </a:ln>
        </p:spPr>
        <p:txBody>
          <a:bodyPr lIns="0" rIns="0" anchor="ctr" anchorCtr="0"/>
          <a:lstStyle>
            <a:lvl1pPr marL="0" indent="0" algn="ctr">
              <a:buNone/>
              <a:defRPr sz="1200"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233912"/>
      </p:ext>
    </p:extLst>
  </p:cSld>
  <p:clrMapOvr>
    <a:masterClrMapping/>
  </p:clrMapOvr>
  <p:transition spd="med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0" y="442528"/>
            <a:ext cx="1067382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2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760612" y="1308880"/>
            <a:ext cx="10670778" cy="4787120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B190EFC-69A6-D92C-008E-75B891AE77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D9DA9F1-36A0-76F9-4D49-1FFB30F8CFEA}"/>
              </a:ext>
            </a:extLst>
          </p:cNvPr>
          <p:cNvSpPr txBox="1"/>
          <p:nvPr userDrawn="1"/>
        </p:nvSpPr>
        <p:spPr>
          <a:xfrm>
            <a:off x="1602706" y="6401580"/>
            <a:ext cx="411587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2023 Lenovo Internal. All rights reserved.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573FE22-DB46-2221-24B6-EA9CED934BF8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611" y="6348283"/>
            <a:ext cx="777442" cy="259316"/>
            <a:chOff x="547688" y="952500"/>
            <a:chExt cx="12190413" cy="4067175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44D8FA39-BBC5-4239-E23A-6A96E07DBCB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1" name="Freeform 7">
              <a:extLst>
                <a:ext uri="{FF2B5EF4-FFF2-40B4-BE49-F238E27FC236}">
                  <a16:creationId xmlns:a16="http://schemas.microsoft.com/office/drawing/2014/main" id="{1E3E6E29-BEC4-288C-B32B-AF774446EFC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3" name="Freeform 8">
              <a:extLst>
                <a:ext uri="{FF2B5EF4-FFF2-40B4-BE49-F238E27FC236}">
                  <a16:creationId xmlns:a16="http://schemas.microsoft.com/office/drawing/2014/main" id="{E12B6CAE-326B-E34A-31F1-77AFF35385C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4" name="Freeform 9">
              <a:extLst>
                <a:ext uri="{FF2B5EF4-FFF2-40B4-BE49-F238E27FC236}">
                  <a16:creationId xmlns:a16="http://schemas.microsoft.com/office/drawing/2014/main" id="{AF684C43-A236-A698-D9CB-1D9BB8955A7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5" name="Freeform 10">
              <a:extLst>
                <a:ext uri="{FF2B5EF4-FFF2-40B4-BE49-F238E27FC236}">
                  <a16:creationId xmlns:a16="http://schemas.microsoft.com/office/drawing/2014/main" id="{22E76D79-F84B-B7B3-36C7-DDFA1F84B46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6" name="Freeform 10">
              <a:extLst>
                <a:ext uri="{FF2B5EF4-FFF2-40B4-BE49-F238E27FC236}">
                  <a16:creationId xmlns:a16="http://schemas.microsoft.com/office/drawing/2014/main" id="{F8B250DB-C361-A6E3-4C85-D21F8209C13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7" name="Freeform 11">
              <a:extLst>
                <a:ext uri="{FF2B5EF4-FFF2-40B4-BE49-F238E27FC236}">
                  <a16:creationId xmlns:a16="http://schemas.microsoft.com/office/drawing/2014/main" id="{147BE96E-3F4B-84BA-6775-D41FF7C5322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3050724435"/>
      </p:ext>
    </p:extLst>
  </p:cSld>
  <p:clrMapOvr>
    <a:masterClrMapping/>
  </p:clrMapOvr>
  <p:transition spd="med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Subtitle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760610" y="1749388"/>
            <a:ext cx="10673829" cy="4346612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23" name="Text Placeholder 2"/>
          <p:cNvSpPr>
            <a:spLocks noGrp="1"/>
          </p:cNvSpPr>
          <p:nvPr>
            <p:ph type="body" idx="10"/>
          </p:nvPr>
        </p:nvSpPr>
        <p:spPr bwMode="gray">
          <a:xfrm>
            <a:off x="760610" y="931563"/>
            <a:ext cx="10673828" cy="26161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2000" b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0" y="442528"/>
            <a:ext cx="1067382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27BD319-CE6A-C56C-FAF4-F7D3C4B20C0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881491"/>
      </p:ext>
    </p:extLst>
  </p:cSld>
  <p:clrMapOvr>
    <a:masterClrMapping/>
  </p:clrMapOvr>
  <p:transition spd="med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Subtitle Content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760610" y="1749389"/>
            <a:ext cx="10673829" cy="4346612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23" name="Text Placeholder 2"/>
          <p:cNvSpPr>
            <a:spLocks noGrp="1"/>
          </p:cNvSpPr>
          <p:nvPr>
            <p:ph type="body" idx="10" hasCustomPrompt="1"/>
          </p:nvPr>
        </p:nvSpPr>
        <p:spPr bwMode="gray">
          <a:xfrm>
            <a:off x="760610" y="931563"/>
            <a:ext cx="10673828" cy="26161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2000" b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0" y="442528"/>
            <a:ext cx="1067382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2F390D5-FAC3-3E07-D977-2FACDFA7E86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05F3551-81ED-C908-0D9D-64C876F81F0D}"/>
              </a:ext>
            </a:extLst>
          </p:cNvPr>
          <p:cNvSpPr txBox="1"/>
          <p:nvPr userDrawn="1"/>
        </p:nvSpPr>
        <p:spPr>
          <a:xfrm>
            <a:off x="1602706" y="6401580"/>
            <a:ext cx="411587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2023 Lenovo Internal. All rights reserved.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E1D901D-347E-CD3C-E49E-6240407331F6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611" y="6348283"/>
            <a:ext cx="777442" cy="259316"/>
            <a:chOff x="547688" y="952500"/>
            <a:chExt cx="12190413" cy="4067175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7D379CA7-ADA1-DB35-B963-28B950F90E88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4" name="Freeform 7">
              <a:extLst>
                <a:ext uri="{FF2B5EF4-FFF2-40B4-BE49-F238E27FC236}">
                  <a16:creationId xmlns:a16="http://schemas.microsoft.com/office/drawing/2014/main" id="{6CCA88FD-78DE-CEC8-8BFD-721D475ECD2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5" name="Freeform 8">
              <a:extLst>
                <a:ext uri="{FF2B5EF4-FFF2-40B4-BE49-F238E27FC236}">
                  <a16:creationId xmlns:a16="http://schemas.microsoft.com/office/drawing/2014/main" id="{FF7D2711-8021-39A5-678E-CDC6C4470DB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6" name="Freeform 9">
              <a:extLst>
                <a:ext uri="{FF2B5EF4-FFF2-40B4-BE49-F238E27FC236}">
                  <a16:creationId xmlns:a16="http://schemas.microsoft.com/office/drawing/2014/main" id="{C3BC8212-B451-4273-2728-F59952E7BCE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7" name="Freeform 10">
              <a:extLst>
                <a:ext uri="{FF2B5EF4-FFF2-40B4-BE49-F238E27FC236}">
                  <a16:creationId xmlns:a16="http://schemas.microsoft.com/office/drawing/2014/main" id="{FE52C8F5-D1FE-4AC8-4162-7CF0174C7F6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8" name="Freeform 10">
              <a:extLst>
                <a:ext uri="{FF2B5EF4-FFF2-40B4-BE49-F238E27FC236}">
                  <a16:creationId xmlns:a16="http://schemas.microsoft.com/office/drawing/2014/main" id="{1B573B61-8792-4F95-2044-72CB5D60180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9" name="Freeform 11">
              <a:extLst>
                <a:ext uri="{FF2B5EF4-FFF2-40B4-BE49-F238E27FC236}">
                  <a16:creationId xmlns:a16="http://schemas.microsoft.com/office/drawing/2014/main" id="{FEFCA5AB-AA3A-875C-1ECF-F75A93964C0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1198579610"/>
      </p:ext>
    </p:extLst>
  </p:cSld>
  <p:clrMapOvr>
    <a:masterClrMapping/>
  </p:clrMapOvr>
  <p:transition spd="med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0" y="442528"/>
            <a:ext cx="1067382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760610" y="1307593"/>
            <a:ext cx="5070324" cy="4788408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20" name="Content Placeholder 2"/>
          <p:cNvSpPr>
            <a:spLocks noGrp="1"/>
          </p:cNvSpPr>
          <p:nvPr>
            <p:ph sz="half" idx="14"/>
          </p:nvPr>
        </p:nvSpPr>
        <p:spPr bwMode="gray">
          <a:xfrm>
            <a:off x="6340962" y="1307593"/>
            <a:ext cx="5067096" cy="4788408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2FE5186-E704-46DB-A234-0339427F829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161233"/>
      </p:ext>
    </p:extLst>
  </p:cSld>
  <p:clrMapOvr>
    <a:masterClrMapping/>
  </p:clrMapOvr>
  <p:transition spd="med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lumn Slide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1" y="442528"/>
            <a:ext cx="10670780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760610" y="1307594"/>
            <a:ext cx="5070324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20" name="Content Placeholder 2"/>
          <p:cNvSpPr>
            <a:spLocks noGrp="1"/>
          </p:cNvSpPr>
          <p:nvPr>
            <p:ph sz="half" idx="14"/>
          </p:nvPr>
        </p:nvSpPr>
        <p:spPr bwMode="gray">
          <a:xfrm>
            <a:off x="6340962" y="1307594"/>
            <a:ext cx="5067096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4156568-E050-C688-ED26-0B21D0654CAA}"/>
              </a:ext>
            </a:extLst>
          </p:cNvPr>
          <p:cNvSpPr txBox="1"/>
          <p:nvPr userDrawn="1"/>
        </p:nvSpPr>
        <p:spPr>
          <a:xfrm>
            <a:off x="1602706" y="6401580"/>
            <a:ext cx="411587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2023 Lenovo Internal. All rights reserved.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8432C778-5728-8296-7A9A-58D2F0D46543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611" y="6348283"/>
            <a:ext cx="777442" cy="259316"/>
            <a:chOff x="547688" y="952500"/>
            <a:chExt cx="12190413" cy="4067175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915A9787-DD7C-7130-A8DF-4C258B1FA48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3" name="Freeform 7">
              <a:extLst>
                <a:ext uri="{FF2B5EF4-FFF2-40B4-BE49-F238E27FC236}">
                  <a16:creationId xmlns:a16="http://schemas.microsoft.com/office/drawing/2014/main" id="{C14D81DD-1F3B-B50D-F43D-3E209D4540B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4" name="Freeform 8">
              <a:extLst>
                <a:ext uri="{FF2B5EF4-FFF2-40B4-BE49-F238E27FC236}">
                  <a16:creationId xmlns:a16="http://schemas.microsoft.com/office/drawing/2014/main" id="{F58D34C8-C6F8-F06E-7715-9288F76C9A4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5" name="Freeform 9">
              <a:extLst>
                <a:ext uri="{FF2B5EF4-FFF2-40B4-BE49-F238E27FC236}">
                  <a16:creationId xmlns:a16="http://schemas.microsoft.com/office/drawing/2014/main" id="{6107FD63-81FF-191D-0B53-F42767D14F2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6" name="Freeform 10">
              <a:extLst>
                <a:ext uri="{FF2B5EF4-FFF2-40B4-BE49-F238E27FC236}">
                  <a16:creationId xmlns:a16="http://schemas.microsoft.com/office/drawing/2014/main" id="{54F87762-C44E-A3F8-3E3D-46E96847746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7" name="Freeform 10">
              <a:extLst>
                <a:ext uri="{FF2B5EF4-FFF2-40B4-BE49-F238E27FC236}">
                  <a16:creationId xmlns:a16="http://schemas.microsoft.com/office/drawing/2014/main" id="{C9782FAE-D7D9-18FB-6538-0F3C12A16CB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8" name="Freeform 11">
              <a:extLst>
                <a:ext uri="{FF2B5EF4-FFF2-40B4-BE49-F238E27FC236}">
                  <a16:creationId xmlns:a16="http://schemas.microsoft.com/office/drawing/2014/main" id="{0396B2B4-C495-974A-4A3B-44C71DDB916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1D52F52-4191-E70A-A15D-3F4D0CF0AA2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926484"/>
      </p:ext>
    </p:extLst>
  </p:cSld>
  <p:clrMapOvr>
    <a:masterClrMapping/>
  </p:clrMapOvr>
  <p:transition spd="med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0" y="442528"/>
            <a:ext cx="1067382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760611" y="1307594"/>
            <a:ext cx="3343142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8" name="Content Placeholder 2"/>
          <p:cNvSpPr>
            <a:spLocks noGrp="1"/>
          </p:cNvSpPr>
          <p:nvPr>
            <p:ph sz="half" idx="10"/>
          </p:nvPr>
        </p:nvSpPr>
        <p:spPr bwMode="gray">
          <a:xfrm>
            <a:off x="4378398" y="1307594"/>
            <a:ext cx="3344059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Content Placeholder 2"/>
          <p:cNvSpPr>
            <a:spLocks noGrp="1"/>
          </p:cNvSpPr>
          <p:nvPr>
            <p:ph sz="half" idx="11"/>
          </p:nvPr>
        </p:nvSpPr>
        <p:spPr bwMode="gray">
          <a:xfrm>
            <a:off x="8017903" y="1307594"/>
            <a:ext cx="3416536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C61C74C-45BE-3DE8-0DFD-4B97D814F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667033"/>
      </p:ext>
    </p:extLst>
  </p:cSld>
  <p:clrMapOvr>
    <a:masterClrMapping/>
  </p:clrMapOvr>
  <p:transition spd="med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ree Column Slide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0" y="442528"/>
            <a:ext cx="1067382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760611" y="1307594"/>
            <a:ext cx="3343142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8" name="Content Placeholder 2"/>
          <p:cNvSpPr>
            <a:spLocks noGrp="1"/>
          </p:cNvSpPr>
          <p:nvPr>
            <p:ph sz="half" idx="10"/>
          </p:nvPr>
        </p:nvSpPr>
        <p:spPr bwMode="gray">
          <a:xfrm>
            <a:off x="4378399" y="1307594"/>
            <a:ext cx="3343142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Content Placeholder 2"/>
          <p:cNvSpPr>
            <a:spLocks noGrp="1"/>
          </p:cNvSpPr>
          <p:nvPr>
            <p:ph sz="half" idx="11"/>
          </p:nvPr>
        </p:nvSpPr>
        <p:spPr bwMode="gray">
          <a:xfrm>
            <a:off x="8017903" y="1307594"/>
            <a:ext cx="3416536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C06526B-689D-F225-B2C2-E0BBC08CF3D7}"/>
              </a:ext>
            </a:extLst>
          </p:cNvPr>
          <p:cNvSpPr txBox="1"/>
          <p:nvPr userDrawn="1"/>
        </p:nvSpPr>
        <p:spPr>
          <a:xfrm>
            <a:off x="1602706" y="6401580"/>
            <a:ext cx="411587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2023 Lenovo Internal. All rights reserved.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BB227283-6F61-7A48-A890-A6560B0C46EE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611" y="6348283"/>
            <a:ext cx="777442" cy="259316"/>
            <a:chOff x="547688" y="952500"/>
            <a:chExt cx="12190413" cy="4067175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65B243C2-75F5-6AC0-1833-76F42C53A2A8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5" name="Freeform 7">
              <a:extLst>
                <a:ext uri="{FF2B5EF4-FFF2-40B4-BE49-F238E27FC236}">
                  <a16:creationId xmlns:a16="http://schemas.microsoft.com/office/drawing/2014/main" id="{3D61DFCD-9B7B-9CEE-09F1-B3FFBCEC4B6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6" name="Freeform 8">
              <a:extLst>
                <a:ext uri="{FF2B5EF4-FFF2-40B4-BE49-F238E27FC236}">
                  <a16:creationId xmlns:a16="http://schemas.microsoft.com/office/drawing/2014/main" id="{2E7D430F-6BD5-C242-3242-1C4393E85FE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7" name="Freeform 9">
              <a:extLst>
                <a:ext uri="{FF2B5EF4-FFF2-40B4-BE49-F238E27FC236}">
                  <a16:creationId xmlns:a16="http://schemas.microsoft.com/office/drawing/2014/main" id="{15AA8EC8-6FD0-6F7C-5280-A51D2311775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8" name="Freeform 10">
              <a:extLst>
                <a:ext uri="{FF2B5EF4-FFF2-40B4-BE49-F238E27FC236}">
                  <a16:creationId xmlns:a16="http://schemas.microsoft.com/office/drawing/2014/main" id="{E7CAAC3B-4107-FAE2-2BB7-B0E46A4F5E4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9" name="Freeform 10">
              <a:extLst>
                <a:ext uri="{FF2B5EF4-FFF2-40B4-BE49-F238E27FC236}">
                  <a16:creationId xmlns:a16="http://schemas.microsoft.com/office/drawing/2014/main" id="{F163CF3C-7F65-26FA-53B9-F3B8000834C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30" name="Freeform 11">
              <a:extLst>
                <a:ext uri="{FF2B5EF4-FFF2-40B4-BE49-F238E27FC236}">
                  <a16:creationId xmlns:a16="http://schemas.microsoft.com/office/drawing/2014/main" id="{FA837C5D-6026-3DC8-E17F-DE9A1A33373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A92B045-EC23-B30D-E716-8FEBB279E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796517"/>
      </p:ext>
    </p:extLst>
  </p:cSld>
  <p:clrMapOvr>
    <a:masterClrMapping/>
  </p:clrMapOvr>
  <p:transition spd="med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/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1" y="442528"/>
            <a:ext cx="5725006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760611" y="1307593"/>
            <a:ext cx="5725006" cy="4788408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6858199" y="0"/>
            <a:ext cx="53338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8F3C117-A202-AC1A-30DA-A95049B2670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516442"/>
      </p:ext>
    </p:extLst>
  </p:cSld>
  <p:clrMapOvr>
    <a:masterClrMapping/>
  </p:clrMapOvr>
  <p:transition spd="med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/Image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1" y="442528"/>
            <a:ext cx="5725006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760611" y="1307593"/>
            <a:ext cx="5725006" cy="4919589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6858199" y="0"/>
            <a:ext cx="53338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1A088EC-A7D4-9C0A-C322-1161E9EFEA5E}"/>
              </a:ext>
            </a:extLst>
          </p:cNvPr>
          <p:cNvSpPr txBox="1"/>
          <p:nvPr userDrawn="1"/>
        </p:nvSpPr>
        <p:spPr>
          <a:xfrm>
            <a:off x="1602706" y="6401580"/>
            <a:ext cx="411587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2023 Lenovo Internal. All rights reserved.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54EA4AC3-3E83-652D-5977-C213932004B2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611" y="6348283"/>
            <a:ext cx="777442" cy="259316"/>
            <a:chOff x="547688" y="952500"/>
            <a:chExt cx="12190413" cy="4067175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86C692C7-AF24-D9BB-14D5-5012A2169814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8" name="Freeform 7">
              <a:extLst>
                <a:ext uri="{FF2B5EF4-FFF2-40B4-BE49-F238E27FC236}">
                  <a16:creationId xmlns:a16="http://schemas.microsoft.com/office/drawing/2014/main" id="{5C4F613F-1DD6-3F3D-9BAE-708257885F1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9" name="Freeform 8">
              <a:extLst>
                <a:ext uri="{FF2B5EF4-FFF2-40B4-BE49-F238E27FC236}">
                  <a16:creationId xmlns:a16="http://schemas.microsoft.com/office/drawing/2014/main" id="{78F30CC7-8DA5-9459-5823-3D7027574B6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30" name="Freeform 9">
              <a:extLst>
                <a:ext uri="{FF2B5EF4-FFF2-40B4-BE49-F238E27FC236}">
                  <a16:creationId xmlns:a16="http://schemas.microsoft.com/office/drawing/2014/main" id="{9549D5A1-8221-2608-197C-70D3E119DD3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31" name="Freeform 10">
              <a:extLst>
                <a:ext uri="{FF2B5EF4-FFF2-40B4-BE49-F238E27FC236}">
                  <a16:creationId xmlns:a16="http://schemas.microsoft.com/office/drawing/2014/main" id="{D6C29BFA-EBE0-3409-DA75-D6D86C95C50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32" name="Freeform 10">
              <a:extLst>
                <a:ext uri="{FF2B5EF4-FFF2-40B4-BE49-F238E27FC236}">
                  <a16:creationId xmlns:a16="http://schemas.microsoft.com/office/drawing/2014/main" id="{DE56CA28-603E-6C83-560F-82347F4C929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33" name="Freeform 11">
              <a:extLst>
                <a:ext uri="{FF2B5EF4-FFF2-40B4-BE49-F238E27FC236}">
                  <a16:creationId xmlns:a16="http://schemas.microsoft.com/office/drawing/2014/main" id="{AE3DA774-A3A9-8F32-B9A2-708F35FC0EE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F7E7426-E0FB-DA60-E1E0-A41FD9009F5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995913"/>
      </p:ext>
    </p:extLst>
  </p:cSld>
  <p:clrMapOvr>
    <a:masterClrMapping/>
  </p:clrMapOvr>
  <p:transition spd="med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1" y="0"/>
            <a:ext cx="4062849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4062849" y="0"/>
            <a:ext cx="812915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14" name="Text Placeholder 3"/>
          <p:cNvSpPr>
            <a:spLocks noGrp="1"/>
          </p:cNvSpPr>
          <p:nvPr>
            <p:ph type="body" sz="quarter" idx="18" hasCustomPrompt="1"/>
          </p:nvPr>
        </p:nvSpPr>
        <p:spPr>
          <a:xfrm>
            <a:off x="548783" y="849536"/>
            <a:ext cx="3514066" cy="1926795"/>
          </a:xfrm>
          <a:prstGeom prst="rect">
            <a:avLst/>
          </a:prstGeom>
          <a:noFill/>
        </p:spPr>
        <p:txBody>
          <a:bodyPr lIns="0" tIns="0" rIns="0" bIns="0" anchor="t">
            <a:noAutofit/>
          </a:bodyPr>
          <a:lstStyle>
            <a:lvl1pPr marL="0" indent="0">
              <a:lnSpc>
                <a:spcPts val="4200"/>
              </a:lnSpc>
              <a:spcBef>
                <a:spcPts val="0"/>
              </a:spcBef>
              <a:buFont typeface="Arial" panose="020B0604020202020204" pitchFamily="34" charset="0"/>
              <a:buNone/>
              <a:defRPr sz="4600" b="1" strike="noStrike" spc="-150" baseline="0">
                <a:solidFill>
                  <a:schemeClr val="tx1"/>
                </a:solidFill>
              </a:defRPr>
            </a:lvl1pPr>
            <a:lvl2pPr marL="341313" indent="0">
              <a:buNone/>
              <a:defRPr/>
            </a:lvl2pPr>
            <a:lvl3pPr marL="679450" indent="0">
              <a:buNone/>
              <a:defRPr/>
            </a:lvl3pPr>
            <a:lvl4pPr marL="966787" indent="0">
              <a:buNone/>
              <a:defRPr/>
            </a:lvl4pPr>
            <a:lvl5pPr marL="1146175" indent="0">
              <a:buNone/>
              <a:defRPr/>
            </a:lvl5pPr>
          </a:lstStyle>
          <a:p>
            <a:pPr lvl="0"/>
            <a:r>
              <a:rPr lang="en-US"/>
              <a:t>Photo plus</a:t>
            </a:r>
            <a:br>
              <a:rPr lang="en-US"/>
            </a:br>
            <a:r>
              <a:rPr lang="en-US"/>
              <a:t>statement</a:t>
            </a:r>
            <a:br>
              <a:rPr lang="en-US"/>
            </a:br>
            <a:r>
              <a:rPr lang="en-US"/>
              <a:t>layout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9" hasCustomPrompt="1"/>
          </p:nvPr>
        </p:nvSpPr>
        <p:spPr>
          <a:xfrm>
            <a:off x="548784" y="2943639"/>
            <a:ext cx="3514065" cy="16416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400"/>
              </a:lnSpc>
              <a:spcBef>
                <a:spcPts val="0"/>
              </a:spcBef>
              <a:buNone/>
              <a:defRPr sz="2400" baseline="0">
                <a:solidFill>
                  <a:schemeClr val="tx1"/>
                </a:solidFill>
              </a:defRPr>
            </a:lvl1pPr>
            <a:lvl2pPr marL="609494" indent="0">
              <a:buNone/>
              <a:defRPr/>
            </a:lvl2pPr>
            <a:lvl3pPr marL="1218986" indent="0">
              <a:buNone/>
              <a:defRPr/>
            </a:lvl3pPr>
            <a:lvl4pPr marL="1828480" indent="0">
              <a:buNone/>
              <a:defRPr/>
            </a:lvl4pPr>
            <a:lvl5pPr marL="2437973" indent="0">
              <a:buNone/>
              <a:defRPr/>
            </a:lvl5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C9E4313D-4BB5-4FBE-BED7-2E337B7C6B9C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11672569" y="6400800"/>
            <a:ext cx="439026" cy="155448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840571"/>
      </p:ext>
    </p:extLst>
  </p:cSld>
  <p:clrMapOvr>
    <a:masterClrMapping/>
  </p:clrMapOvr>
  <p:transition spd="med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hoto + Statement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8CB8992-3FC1-1D5A-F5A3-5A7867B1CF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E0CCBF-ECBB-8D0A-7760-9C09A8DCA070}"/>
              </a:ext>
            </a:extLst>
          </p:cNvPr>
          <p:cNvSpPr txBox="1"/>
          <p:nvPr userDrawn="1"/>
        </p:nvSpPr>
        <p:spPr>
          <a:xfrm>
            <a:off x="1602706" y="6401580"/>
            <a:ext cx="411587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2023 Lenovo Internal. All rights reserved.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9469496-8712-48FF-8E79-3F94F23B18A6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611" y="6348283"/>
            <a:ext cx="777442" cy="259316"/>
            <a:chOff x="547688" y="952500"/>
            <a:chExt cx="12190413" cy="4067175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6AD4F68-2171-D53B-BE99-0870458AEC62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B934C45C-E7A5-5950-4EC8-A0C9DD2B480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2" name="Freeform 8">
              <a:extLst>
                <a:ext uri="{FF2B5EF4-FFF2-40B4-BE49-F238E27FC236}">
                  <a16:creationId xmlns:a16="http://schemas.microsoft.com/office/drawing/2014/main" id="{584A4C2F-986E-EA32-C193-4B162580530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3" name="Freeform 9">
              <a:extLst>
                <a:ext uri="{FF2B5EF4-FFF2-40B4-BE49-F238E27FC236}">
                  <a16:creationId xmlns:a16="http://schemas.microsoft.com/office/drawing/2014/main" id="{2F89DA65-DEB8-60CE-3119-C54CD2F81DA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4" name="Freeform 10">
              <a:extLst>
                <a:ext uri="{FF2B5EF4-FFF2-40B4-BE49-F238E27FC236}">
                  <a16:creationId xmlns:a16="http://schemas.microsoft.com/office/drawing/2014/main" id="{10A3EE42-0227-D024-FDFC-83E58AB899D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5" name="Freeform 10">
              <a:extLst>
                <a:ext uri="{FF2B5EF4-FFF2-40B4-BE49-F238E27FC236}">
                  <a16:creationId xmlns:a16="http://schemas.microsoft.com/office/drawing/2014/main" id="{B71D7F0F-66ED-5122-7E93-2CCDC18FB89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6" name="Freeform 11">
              <a:extLst>
                <a:ext uri="{FF2B5EF4-FFF2-40B4-BE49-F238E27FC236}">
                  <a16:creationId xmlns:a16="http://schemas.microsoft.com/office/drawing/2014/main" id="{E827DA00-4AC6-AE82-9263-31F727C1786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</p:grpSp>
      <p:sp>
        <p:nvSpPr>
          <p:cNvPr id="17" name="Picture Placeholder 8">
            <a:extLst>
              <a:ext uri="{FF2B5EF4-FFF2-40B4-BE49-F238E27FC236}">
                <a16:creationId xmlns:a16="http://schemas.microsoft.com/office/drawing/2014/main" id="{FF9FB968-F2A9-4C72-AC3C-DC44BBB699A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062849" y="0"/>
            <a:ext cx="812915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BB9C095A-1012-467F-9C44-B19F964C008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48783" y="849536"/>
            <a:ext cx="3514066" cy="1926795"/>
          </a:xfrm>
          <a:prstGeom prst="rect">
            <a:avLst/>
          </a:prstGeom>
          <a:noFill/>
        </p:spPr>
        <p:txBody>
          <a:bodyPr lIns="0" tIns="0" rIns="0" bIns="0" anchor="t">
            <a:noAutofit/>
          </a:bodyPr>
          <a:lstStyle>
            <a:lvl1pPr marL="0" indent="0">
              <a:lnSpc>
                <a:spcPts val="4200"/>
              </a:lnSpc>
              <a:spcBef>
                <a:spcPts val="0"/>
              </a:spcBef>
              <a:buFont typeface="Arial" panose="020B0604020202020204" pitchFamily="34" charset="0"/>
              <a:buNone/>
              <a:defRPr sz="4600" b="1" strike="noStrike" spc="-150" baseline="0">
                <a:solidFill>
                  <a:schemeClr val="bg1"/>
                </a:solidFill>
              </a:defRPr>
            </a:lvl1pPr>
            <a:lvl2pPr marL="341313" indent="0">
              <a:buNone/>
              <a:defRPr/>
            </a:lvl2pPr>
            <a:lvl3pPr marL="679450" indent="0">
              <a:buNone/>
              <a:defRPr/>
            </a:lvl3pPr>
            <a:lvl4pPr marL="966787" indent="0">
              <a:buNone/>
              <a:defRPr/>
            </a:lvl4pPr>
            <a:lvl5pPr marL="1146175" indent="0">
              <a:buNone/>
              <a:defRPr/>
            </a:lvl5pPr>
          </a:lstStyle>
          <a:p>
            <a:pPr lvl="0"/>
            <a:r>
              <a:rPr lang="en-US"/>
              <a:t>Photo plus</a:t>
            </a:r>
            <a:br>
              <a:rPr lang="en-US"/>
            </a:br>
            <a:r>
              <a:rPr lang="en-US"/>
              <a:t>statement</a:t>
            </a:r>
            <a:br>
              <a:rPr lang="en-US"/>
            </a:br>
            <a:r>
              <a:rPr lang="en-US"/>
              <a:t>layout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20B0D42B-CBC4-443F-B475-39C1A11F88E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8784" y="2943639"/>
            <a:ext cx="3514065" cy="16416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400"/>
              </a:lnSpc>
              <a:spcBef>
                <a:spcPts val="0"/>
              </a:spcBef>
              <a:buNone/>
              <a:defRPr sz="2400" baseline="0">
                <a:solidFill>
                  <a:schemeClr val="bg1"/>
                </a:solidFill>
              </a:defRPr>
            </a:lvl1pPr>
            <a:lvl2pPr marL="609494" indent="0">
              <a:buNone/>
              <a:defRPr/>
            </a:lvl2pPr>
            <a:lvl3pPr marL="1218986" indent="0">
              <a:buNone/>
              <a:defRPr/>
            </a:lvl3pPr>
            <a:lvl4pPr marL="1828480" indent="0">
              <a:buNone/>
              <a:defRPr/>
            </a:lvl4pPr>
            <a:lvl5pPr marL="2437973" indent="0">
              <a:buNone/>
              <a:defRPr/>
            </a:lvl5pPr>
          </a:lstStyle>
          <a:p>
            <a:pPr lvl="0"/>
            <a:r>
              <a:rPr lang="en-US"/>
              <a:t>Subtitle goes here</a:t>
            </a:r>
          </a:p>
        </p:txBody>
      </p:sp>
    </p:spTree>
    <p:extLst>
      <p:ext uri="{BB962C8B-B14F-4D97-AF65-F5344CB8AC3E}">
        <p14:creationId xmlns:p14="http://schemas.microsoft.com/office/powerpoint/2010/main" val="864371321"/>
      </p:ext>
    </p:extLst>
  </p:cSld>
  <p:clrMapOvr>
    <a:masterClrMapping/>
  </p:clrMapOvr>
  <p:transition spd="med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g Idea">
    <p:bg>
      <p:bgPr>
        <a:solidFill>
          <a:schemeClr val="accent3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8CB8992-3FC1-1D5A-F5A3-5A7867B1CF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FEF7F64-EAB6-F941-857A-EB6862B0738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0611" y="1757775"/>
            <a:ext cx="10670779" cy="3342453"/>
          </a:xfrm>
          <a:prstGeom prst="rect">
            <a:avLst/>
          </a:prstGeom>
        </p:spPr>
        <p:txBody>
          <a:bodyPr wrap="square" lIns="0" rIns="0" anchor="ctr" anchorCtr="0">
            <a:sp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8800" b="1">
                <a:solidFill>
                  <a:schemeClr val="bg1"/>
                </a:solidFill>
              </a:defRPr>
            </a:lvl1pPr>
            <a:lvl2pPr marL="609494" indent="0">
              <a:buNone/>
              <a:defRPr/>
            </a:lvl2pPr>
          </a:lstStyle>
          <a:p>
            <a:pPr lvl="0"/>
            <a:r>
              <a:rPr lang="en-US"/>
              <a:t>Click to edit big idea, statement or subject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E0CCBF-ECBB-8D0A-7760-9C09A8DCA070}"/>
              </a:ext>
            </a:extLst>
          </p:cNvPr>
          <p:cNvSpPr txBox="1"/>
          <p:nvPr userDrawn="1"/>
        </p:nvSpPr>
        <p:spPr>
          <a:xfrm>
            <a:off x="1602706" y="6401580"/>
            <a:ext cx="411587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2023 Lenovo Internal. All rights reserved.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9469496-8712-48FF-8E79-3F94F23B18A6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611" y="6348283"/>
            <a:ext cx="777442" cy="259316"/>
            <a:chOff x="547688" y="952500"/>
            <a:chExt cx="12190413" cy="4067175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6AD4F68-2171-D53B-BE99-0870458AEC62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B934C45C-E7A5-5950-4EC8-A0C9DD2B480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2" name="Freeform 8">
              <a:extLst>
                <a:ext uri="{FF2B5EF4-FFF2-40B4-BE49-F238E27FC236}">
                  <a16:creationId xmlns:a16="http://schemas.microsoft.com/office/drawing/2014/main" id="{584A4C2F-986E-EA32-C193-4B162580530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3" name="Freeform 9">
              <a:extLst>
                <a:ext uri="{FF2B5EF4-FFF2-40B4-BE49-F238E27FC236}">
                  <a16:creationId xmlns:a16="http://schemas.microsoft.com/office/drawing/2014/main" id="{2F89DA65-DEB8-60CE-3119-C54CD2F81DA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4" name="Freeform 10">
              <a:extLst>
                <a:ext uri="{FF2B5EF4-FFF2-40B4-BE49-F238E27FC236}">
                  <a16:creationId xmlns:a16="http://schemas.microsoft.com/office/drawing/2014/main" id="{10A3EE42-0227-D024-FDFC-83E58AB899D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5" name="Freeform 10">
              <a:extLst>
                <a:ext uri="{FF2B5EF4-FFF2-40B4-BE49-F238E27FC236}">
                  <a16:creationId xmlns:a16="http://schemas.microsoft.com/office/drawing/2014/main" id="{B71D7F0F-66ED-5122-7E93-2CCDC18FB89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6" name="Freeform 11">
              <a:extLst>
                <a:ext uri="{FF2B5EF4-FFF2-40B4-BE49-F238E27FC236}">
                  <a16:creationId xmlns:a16="http://schemas.microsoft.com/office/drawing/2014/main" id="{E827DA00-4AC6-AE82-9263-31F727C1786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3952281338"/>
      </p:ext>
    </p:extLst>
  </p:cSld>
  <p:clrMapOvr>
    <a:masterClrMapping/>
  </p:clrMapOvr>
  <p:transition spd="med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07"/>
          <p:cNvSpPr>
            <a:spLocks noGrp="1"/>
          </p:cNvSpPr>
          <p:nvPr>
            <p:ph type="body" sz="quarter" idx="18" hasCustomPrompt="1"/>
          </p:nvPr>
        </p:nvSpPr>
        <p:spPr bwMode="white">
          <a:xfrm>
            <a:off x="759025" y="1812556"/>
            <a:ext cx="9910169" cy="2759445"/>
          </a:xfrm>
          <a:prstGeom prst="rect">
            <a:avLst/>
          </a:prstGeom>
        </p:spPr>
        <p:txBody>
          <a:bodyPr lIns="0" anchor="t">
            <a:normAutofit/>
          </a:bodyPr>
          <a:lstStyle>
            <a:lvl1pPr marL="0" indent="0" algn="l">
              <a:lnSpc>
                <a:spcPct val="85000"/>
              </a:lnSpc>
              <a:spcBef>
                <a:spcPts val="0"/>
              </a:spcBef>
              <a:buNone/>
              <a:defRPr sz="4400" b="1" spc="-150">
                <a:solidFill>
                  <a:schemeClr val="tx1"/>
                </a:solidFill>
              </a:defRPr>
            </a:lvl1pPr>
            <a:lvl2pPr marL="341313" indent="0" algn="ctr">
              <a:buNone/>
              <a:defRPr>
                <a:solidFill>
                  <a:schemeClr val="bg1"/>
                </a:solidFill>
              </a:defRPr>
            </a:lvl2pPr>
            <a:lvl3pPr marL="679450" indent="0" algn="ctr">
              <a:buNone/>
              <a:defRPr>
                <a:solidFill>
                  <a:schemeClr val="bg1"/>
                </a:solidFill>
              </a:defRPr>
            </a:lvl3pPr>
            <a:lvl4pPr marL="966787" indent="0" algn="ctr">
              <a:buNone/>
              <a:defRPr>
                <a:solidFill>
                  <a:schemeClr val="bg1"/>
                </a:solidFill>
              </a:defRPr>
            </a:lvl4pPr>
            <a:lvl5pPr marL="1146175" indent="0" algn="ct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quote</a:t>
            </a:r>
          </a:p>
        </p:txBody>
      </p:sp>
      <p:sp>
        <p:nvSpPr>
          <p:cNvPr id="17" name="Text Placeholder 110"/>
          <p:cNvSpPr>
            <a:spLocks noGrp="1"/>
          </p:cNvSpPr>
          <p:nvPr>
            <p:ph type="body" sz="quarter" idx="19" hasCustomPrompt="1"/>
          </p:nvPr>
        </p:nvSpPr>
        <p:spPr>
          <a:xfrm>
            <a:off x="759024" y="5045446"/>
            <a:ext cx="9910169" cy="406265"/>
          </a:xfrm>
          <a:prstGeom prst="rect">
            <a:avLst/>
          </a:prstGeom>
        </p:spPr>
        <p:txBody>
          <a:bodyPr lIns="0">
            <a:spAutoFit/>
          </a:bodyPr>
          <a:lstStyle>
            <a:lvl1pPr marL="0" indent="0" algn="l">
              <a:lnSpc>
                <a:spcPct val="85000"/>
              </a:lnSpc>
              <a:spcBef>
                <a:spcPts val="0"/>
              </a:spcBef>
              <a:buNone/>
              <a:defRPr sz="2400" b="1" spc="-150" baseline="0">
                <a:solidFill>
                  <a:schemeClr val="tx1"/>
                </a:solidFill>
              </a:defRPr>
            </a:lvl1pPr>
            <a:lvl2pPr marL="341313" indent="0">
              <a:buNone/>
              <a:defRPr/>
            </a:lvl2pPr>
            <a:lvl3pPr marL="679450" indent="0">
              <a:buNone/>
              <a:defRPr/>
            </a:lvl3pPr>
            <a:lvl4pPr marL="966787" indent="0">
              <a:buNone/>
              <a:defRPr/>
            </a:lvl4pPr>
            <a:lvl5pPr marL="1146175" indent="0">
              <a:buNone/>
              <a:defRPr/>
            </a:lvl5pPr>
          </a:lstStyle>
          <a:p>
            <a:pPr lvl="0"/>
            <a:r>
              <a:rPr lang="en-US"/>
              <a:t>Click to edit quote source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E815315-0D5A-DC09-BF8B-373910164840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037CD95-D004-2B21-4A36-C02C76A5C015}"/>
              </a:ext>
            </a:extLst>
          </p:cNvPr>
          <p:cNvGrpSpPr/>
          <p:nvPr userDrawn="1"/>
        </p:nvGrpSpPr>
        <p:grpSpPr>
          <a:xfrm>
            <a:off x="759024" y="788988"/>
            <a:ext cx="990858" cy="735013"/>
            <a:chOff x="657226" y="398463"/>
            <a:chExt cx="990600" cy="735013"/>
          </a:xfrm>
          <a:gradFill>
            <a:gsLst>
              <a:gs pos="100000">
                <a:srgbClr val="F5A598"/>
              </a:gs>
              <a:gs pos="47000">
                <a:srgbClr val="D2ADC9"/>
              </a:gs>
              <a:gs pos="77000">
                <a:srgbClr val="E6BDC1"/>
              </a:gs>
              <a:gs pos="9000">
                <a:srgbClr val="A7B6D3"/>
              </a:gs>
            </a:gsLst>
            <a:lin ang="13500000" scaled="1"/>
          </a:gradFill>
        </p:grpSpPr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7478010D-01FF-497C-41EB-76A4E063D3B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7226" y="398463"/>
              <a:ext cx="452438" cy="735013"/>
            </a:xfrm>
            <a:custGeom>
              <a:avLst/>
              <a:gdLst>
                <a:gd name="T0" fmla="*/ 0 w 452"/>
                <a:gd name="T1" fmla="*/ 428 h 736"/>
                <a:gd name="T2" fmla="*/ 422 w 452"/>
                <a:gd name="T3" fmla="*/ 0 h 736"/>
                <a:gd name="T4" fmla="*/ 452 w 452"/>
                <a:gd name="T5" fmla="*/ 144 h 736"/>
                <a:gd name="T6" fmla="*/ 228 w 452"/>
                <a:gd name="T7" fmla="*/ 370 h 736"/>
                <a:gd name="T8" fmla="*/ 370 w 452"/>
                <a:gd name="T9" fmla="*/ 370 h 736"/>
                <a:gd name="T10" fmla="*/ 370 w 452"/>
                <a:gd name="T11" fmla="*/ 736 h 736"/>
                <a:gd name="T12" fmla="*/ 0 w 452"/>
                <a:gd name="T13" fmla="*/ 736 h 736"/>
                <a:gd name="T14" fmla="*/ 0 w 452"/>
                <a:gd name="T15" fmla="*/ 428 h 7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52" h="736">
                  <a:moveTo>
                    <a:pt x="0" y="428"/>
                  </a:moveTo>
                  <a:cubicBezTo>
                    <a:pt x="0" y="126"/>
                    <a:pt x="151" y="5"/>
                    <a:pt x="422" y="0"/>
                  </a:cubicBezTo>
                  <a:cubicBezTo>
                    <a:pt x="452" y="144"/>
                    <a:pt x="452" y="144"/>
                    <a:pt x="452" y="144"/>
                  </a:cubicBezTo>
                  <a:cubicBezTo>
                    <a:pt x="294" y="160"/>
                    <a:pt x="217" y="240"/>
                    <a:pt x="228" y="370"/>
                  </a:cubicBezTo>
                  <a:cubicBezTo>
                    <a:pt x="370" y="370"/>
                    <a:pt x="370" y="370"/>
                    <a:pt x="370" y="370"/>
                  </a:cubicBezTo>
                  <a:cubicBezTo>
                    <a:pt x="370" y="736"/>
                    <a:pt x="370" y="736"/>
                    <a:pt x="370" y="736"/>
                  </a:cubicBezTo>
                  <a:cubicBezTo>
                    <a:pt x="0" y="736"/>
                    <a:pt x="0" y="736"/>
                    <a:pt x="0" y="736"/>
                  </a:cubicBezTo>
                  <a:lnTo>
                    <a:pt x="0" y="4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C7C4737E-BF88-7B2F-7399-008A3E052A1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95388" y="398463"/>
              <a:ext cx="452438" cy="735013"/>
            </a:xfrm>
            <a:custGeom>
              <a:avLst/>
              <a:gdLst>
                <a:gd name="T0" fmla="*/ 0 w 452"/>
                <a:gd name="T1" fmla="*/ 428 h 736"/>
                <a:gd name="T2" fmla="*/ 422 w 452"/>
                <a:gd name="T3" fmla="*/ 0 h 736"/>
                <a:gd name="T4" fmla="*/ 452 w 452"/>
                <a:gd name="T5" fmla="*/ 144 h 736"/>
                <a:gd name="T6" fmla="*/ 228 w 452"/>
                <a:gd name="T7" fmla="*/ 370 h 736"/>
                <a:gd name="T8" fmla="*/ 370 w 452"/>
                <a:gd name="T9" fmla="*/ 370 h 736"/>
                <a:gd name="T10" fmla="*/ 370 w 452"/>
                <a:gd name="T11" fmla="*/ 736 h 736"/>
                <a:gd name="T12" fmla="*/ 0 w 452"/>
                <a:gd name="T13" fmla="*/ 736 h 736"/>
                <a:gd name="T14" fmla="*/ 0 w 452"/>
                <a:gd name="T15" fmla="*/ 428 h 7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52" h="736">
                  <a:moveTo>
                    <a:pt x="0" y="428"/>
                  </a:moveTo>
                  <a:cubicBezTo>
                    <a:pt x="0" y="126"/>
                    <a:pt x="151" y="5"/>
                    <a:pt x="422" y="0"/>
                  </a:cubicBezTo>
                  <a:cubicBezTo>
                    <a:pt x="452" y="144"/>
                    <a:pt x="452" y="144"/>
                    <a:pt x="452" y="144"/>
                  </a:cubicBezTo>
                  <a:cubicBezTo>
                    <a:pt x="294" y="160"/>
                    <a:pt x="217" y="240"/>
                    <a:pt x="228" y="370"/>
                  </a:cubicBezTo>
                  <a:cubicBezTo>
                    <a:pt x="370" y="370"/>
                    <a:pt x="370" y="370"/>
                    <a:pt x="370" y="370"/>
                  </a:cubicBezTo>
                  <a:cubicBezTo>
                    <a:pt x="370" y="736"/>
                    <a:pt x="370" y="736"/>
                    <a:pt x="370" y="736"/>
                  </a:cubicBezTo>
                  <a:cubicBezTo>
                    <a:pt x="0" y="736"/>
                    <a:pt x="0" y="736"/>
                    <a:pt x="0" y="736"/>
                  </a:cubicBezTo>
                  <a:lnTo>
                    <a:pt x="0" y="4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1099095034"/>
      </p:ext>
    </p:extLst>
  </p:cSld>
  <p:clrMapOvr>
    <a:masterClrMapping/>
  </p:clrMapOvr>
  <p:transition spd="med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Layout_Black">
    <p:bg>
      <p:bgPr>
        <a:solidFill>
          <a:srgbClr val="1E01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07"/>
          <p:cNvSpPr>
            <a:spLocks noGrp="1"/>
          </p:cNvSpPr>
          <p:nvPr>
            <p:ph type="body" sz="quarter" idx="18" hasCustomPrompt="1"/>
          </p:nvPr>
        </p:nvSpPr>
        <p:spPr bwMode="white">
          <a:xfrm>
            <a:off x="759025" y="1812556"/>
            <a:ext cx="9914678" cy="2763845"/>
          </a:xfrm>
          <a:prstGeom prst="rect">
            <a:avLst/>
          </a:prstGeom>
        </p:spPr>
        <p:txBody>
          <a:bodyPr lIns="0" anchor="t">
            <a:normAutofit/>
          </a:bodyPr>
          <a:lstStyle>
            <a:lvl1pPr marL="0" indent="0" algn="l">
              <a:lnSpc>
                <a:spcPct val="85000"/>
              </a:lnSpc>
              <a:spcBef>
                <a:spcPts val="0"/>
              </a:spcBef>
              <a:buNone/>
              <a:defRPr sz="4400" b="1" spc="-150">
                <a:solidFill>
                  <a:schemeClr val="bg1"/>
                </a:solidFill>
              </a:defRPr>
            </a:lvl1pPr>
            <a:lvl2pPr marL="341313" indent="0" algn="ctr">
              <a:buNone/>
              <a:defRPr>
                <a:solidFill>
                  <a:schemeClr val="bg1"/>
                </a:solidFill>
              </a:defRPr>
            </a:lvl2pPr>
            <a:lvl3pPr marL="679450" indent="0" algn="ctr">
              <a:buNone/>
              <a:defRPr>
                <a:solidFill>
                  <a:schemeClr val="bg1"/>
                </a:solidFill>
              </a:defRPr>
            </a:lvl3pPr>
            <a:lvl4pPr marL="966787" indent="0" algn="ctr">
              <a:buNone/>
              <a:defRPr>
                <a:solidFill>
                  <a:schemeClr val="bg1"/>
                </a:solidFill>
              </a:defRPr>
            </a:lvl4pPr>
            <a:lvl5pPr marL="1146175" indent="0" algn="ct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quote</a:t>
            </a:r>
          </a:p>
        </p:txBody>
      </p:sp>
      <p:sp>
        <p:nvSpPr>
          <p:cNvPr id="17" name="Text Placeholder 110"/>
          <p:cNvSpPr>
            <a:spLocks noGrp="1"/>
          </p:cNvSpPr>
          <p:nvPr>
            <p:ph type="body" sz="quarter" idx="19" hasCustomPrompt="1"/>
          </p:nvPr>
        </p:nvSpPr>
        <p:spPr>
          <a:xfrm>
            <a:off x="759024" y="5045446"/>
            <a:ext cx="9914679" cy="406265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 algn="l">
              <a:lnSpc>
                <a:spcPct val="85000"/>
              </a:lnSpc>
              <a:spcBef>
                <a:spcPts val="0"/>
              </a:spcBef>
              <a:buNone/>
              <a:defRPr sz="2400" b="1" spc="-150" baseline="0">
                <a:solidFill>
                  <a:schemeClr val="bg1"/>
                </a:solidFill>
              </a:defRPr>
            </a:lvl1pPr>
            <a:lvl2pPr marL="341313" indent="0">
              <a:buNone/>
              <a:defRPr/>
            </a:lvl2pPr>
            <a:lvl3pPr marL="679450" indent="0">
              <a:buNone/>
              <a:defRPr/>
            </a:lvl3pPr>
            <a:lvl4pPr marL="966787" indent="0">
              <a:buNone/>
              <a:defRPr/>
            </a:lvl4pPr>
            <a:lvl5pPr marL="1146175" indent="0">
              <a:buNone/>
              <a:defRPr/>
            </a:lvl5pPr>
          </a:lstStyle>
          <a:p>
            <a:pPr lvl="0"/>
            <a:r>
              <a:rPr lang="en-US"/>
              <a:t>Click to edit quote source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9005ED3-DC5A-16D6-BC0D-2BC8DBC127C3}"/>
              </a:ext>
            </a:extLst>
          </p:cNvPr>
          <p:cNvSpPr txBox="1"/>
          <p:nvPr userDrawn="1"/>
        </p:nvSpPr>
        <p:spPr>
          <a:xfrm>
            <a:off x="1602706" y="6401580"/>
            <a:ext cx="411587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2023 Lenovo Internal. All rights reserved.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4CB189A2-A5C7-0BFE-DC45-2B6C62F67C05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611" y="6348283"/>
            <a:ext cx="777442" cy="259316"/>
            <a:chOff x="547688" y="952500"/>
            <a:chExt cx="12190413" cy="4067175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F584051D-228D-60EF-D68E-4B4E925E178E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8" name="Freeform 7">
              <a:extLst>
                <a:ext uri="{FF2B5EF4-FFF2-40B4-BE49-F238E27FC236}">
                  <a16:creationId xmlns:a16="http://schemas.microsoft.com/office/drawing/2014/main" id="{425E7774-98DD-0FEF-9145-91D6B46D26C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9" name="Freeform 8">
              <a:extLst>
                <a:ext uri="{FF2B5EF4-FFF2-40B4-BE49-F238E27FC236}">
                  <a16:creationId xmlns:a16="http://schemas.microsoft.com/office/drawing/2014/main" id="{7F3BA1AE-9A9D-B9A4-5403-6AA4C35F1E6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30" name="Freeform 9">
              <a:extLst>
                <a:ext uri="{FF2B5EF4-FFF2-40B4-BE49-F238E27FC236}">
                  <a16:creationId xmlns:a16="http://schemas.microsoft.com/office/drawing/2014/main" id="{437AAFBE-8A17-35F2-274B-EB0FA065C2D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31" name="Freeform 10">
              <a:extLst>
                <a:ext uri="{FF2B5EF4-FFF2-40B4-BE49-F238E27FC236}">
                  <a16:creationId xmlns:a16="http://schemas.microsoft.com/office/drawing/2014/main" id="{A3380145-9EE8-3EC6-9B1C-FB9540A9C73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32" name="Freeform 10">
              <a:extLst>
                <a:ext uri="{FF2B5EF4-FFF2-40B4-BE49-F238E27FC236}">
                  <a16:creationId xmlns:a16="http://schemas.microsoft.com/office/drawing/2014/main" id="{0BF31EAF-B3E0-97CF-2E5E-B91BC8A708C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33" name="Freeform 11">
              <a:extLst>
                <a:ext uri="{FF2B5EF4-FFF2-40B4-BE49-F238E27FC236}">
                  <a16:creationId xmlns:a16="http://schemas.microsoft.com/office/drawing/2014/main" id="{0F3C66CC-04BD-A3C8-72CC-31B30C4C59F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65C380F-7235-3AB0-03FD-9418F9E88CA5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3302BD98-6DAE-1743-EC0B-3BD86F2E6E9E}"/>
              </a:ext>
            </a:extLst>
          </p:cNvPr>
          <p:cNvGrpSpPr/>
          <p:nvPr userDrawn="1"/>
        </p:nvGrpSpPr>
        <p:grpSpPr>
          <a:xfrm>
            <a:off x="759024" y="788988"/>
            <a:ext cx="990858" cy="735013"/>
            <a:chOff x="657226" y="398463"/>
            <a:chExt cx="990600" cy="735013"/>
          </a:xfrm>
          <a:gradFill>
            <a:gsLst>
              <a:gs pos="100000">
                <a:srgbClr val="391262"/>
              </a:gs>
              <a:gs pos="26000">
                <a:srgbClr val="64131E"/>
              </a:gs>
              <a:gs pos="0">
                <a:srgbClr val="831B22"/>
              </a:gs>
              <a:gs pos="66000">
                <a:srgbClr val="4D144A"/>
              </a:gs>
            </a:gsLst>
            <a:lin ang="13500000" scaled="1"/>
          </a:gradFill>
        </p:grpSpPr>
        <p:sp>
          <p:nvSpPr>
            <p:cNvPr id="19" name="Freeform 5">
              <a:extLst>
                <a:ext uri="{FF2B5EF4-FFF2-40B4-BE49-F238E27FC236}">
                  <a16:creationId xmlns:a16="http://schemas.microsoft.com/office/drawing/2014/main" id="{7427A43A-50DD-D6E1-5FBF-AC4CB787054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7226" y="398463"/>
              <a:ext cx="452438" cy="735013"/>
            </a:xfrm>
            <a:custGeom>
              <a:avLst/>
              <a:gdLst>
                <a:gd name="T0" fmla="*/ 0 w 452"/>
                <a:gd name="T1" fmla="*/ 428 h 736"/>
                <a:gd name="T2" fmla="*/ 422 w 452"/>
                <a:gd name="T3" fmla="*/ 0 h 736"/>
                <a:gd name="T4" fmla="*/ 452 w 452"/>
                <a:gd name="T5" fmla="*/ 144 h 736"/>
                <a:gd name="T6" fmla="*/ 228 w 452"/>
                <a:gd name="T7" fmla="*/ 370 h 736"/>
                <a:gd name="T8" fmla="*/ 370 w 452"/>
                <a:gd name="T9" fmla="*/ 370 h 736"/>
                <a:gd name="T10" fmla="*/ 370 w 452"/>
                <a:gd name="T11" fmla="*/ 736 h 736"/>
                <a:gd name="T12" fmla="*/ 0 w 452"/>
                <a:gd name="T13" fmla="*/ 736 h 736"/>
                <a:gd name="T14" fmla="*/ 0 w 452"/>
                <a:gd name="T15" fmla="*/ 428 h 7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52" h="736">
                  <a:moveTo>
                    <a:pt x="0" y="428"/>
                  </a:moveTo>
                  <a:cubicBezTo>
                    <a:pt x="0" y="126"/>
                    <a:pt x="151" y="5"/>
                    <a:pt x="422" y="0"/>
                  </a:cubicBezTo>
                  <a:cubicBezTo>
                    <a:pt x="452" y="144"/>
                    <a:pt x="452" y="144"/>
                    <a:pt x="452" y="144"/>
                  </a:cubicBezTo>
                  <a:cubicBezTo>
                    <a:pt x="294" y="160"/>
                    <a:pt x="217" y="240"/>
                    <a:pt x="228" y="370"/>
                  </a:cubicBezTo>
                  <a:cubicBezTo>
                    <a:pt x="370" y="370"/>
                    <a:pt x="370" y="370"/>
                    <a:pt x="370" y="370"/>
                  </a:cubicBezTo>
                  <a:cubicBezTo>
                    <a:pt x="370" y="736"/>
                    <a:pt x="370" y="736"/>
                    <a:pt x="370" y="736"/>
                  </a:cubicBezTo>
                  <a:cubicBezTo>
                    <a:pt x="0" y="736"/>
                    <a:pt x="0" y="736"/>
                    <a:pt x="0" y="736"/>
                  </a:cubicBezTo>
                  <a:lnTo>
                    <a:pt x="0" y="4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0" name="Freeform 6">
              <a:extLst>
                <a:ext uri="{FF2B5EF4-FFF2-40B4-BE49-F238E27FC236}">
                  <a16:creationId xmlns:a16="http://schemas.microsoft.com/office/drawing/2014/main" id="{10BB8F0C-C9B6-64D7-DD2C-3BDDA0FDE7B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95388" y="398463"/>
              <a:ext cx="452438" cy="735013"/>
            </a:xfrm>
            <a:custGeom>
              <a:avLst/>
              <a:gdLst>
                <a:gd name="T0" fmla="*/ 0 w 452"/>
                <a:gd name="T1" fmla="*/ 428 h 736"/>
                <a:gd name="T2" fmla="*/ 422 w 452"/>
                <a:gd name="T3" fmla="*/ 0 h 736"/>
                <a:gd name="T4" fmla="*/ 452 w 452"/>
                <a:gd name="T5" fmla="*/ 144 h 736"/>
                <a:gd name="T6" fmla="*/ 228 w 452"/>
                <a:gd name="T7" fmla="*/ 370 h 736"/>
                <a:gd name="T8" fmla="*/ 370 w 452"/>
                <a:gd name="T9" fmla="*/ 370 h 736"/>
                <a:gd name="T10" fmla="*/ 370 w 452"/>
                <a:gd name="T11" fmla="*/ 736 h 736"/>
                <a:gd name="T12" fmla="*/ 0 w 452"/>
                <a:gd name="T13" fmla="*/ 736 h 736"/>
                <a:gd name="T14" fmla="*/ 0 w 452"/>
                <a:gd name="T15" fmla="*/ 428 h 7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52" h="736">
                  <a:moveTo>
                    <a:pt x="0" y="428"/>
                  </a:moveTo>
                  <a:cubicBezTo>
                    <a:pt x="0" y="126"/>
                    <a:pt x="151" y="5"/>
                    <a:pt x="422" y="0"/>
                  </a:cubicBezTo>
                  <a:cubicBezTo>
                    <a:pt x="452" y="144"/>
                    <a:pt x="452" y="144"/>
                    <a:pt x="452" y="144"/>
                  </a:cubicBezTo>
                  <a:cubicBezTo>
                    <a:pt x="294" y="160"/>
                    <a:pt x="217" y="240"/>
                    <a:pt x="228" y="370"/>
                  </a:cubicBezTo>
                  <a:cubicBezTo>
                    <a:pt x="370" y="370"/>
                    <a:pt x="370" y="370"/>
                    <a:pt x="370" y="370"/>
                  </a:cubicBezTo>
                  <a:cubicBezTo>
                    <a:pt x="370" y="736"/>
                    <a:pt x="370" y="736"/>
                    <a:pt x="370" y="736"/>
                  </a:cubicBezTo>
                  <a:cubicBezTo>
                    <a:pt x="0" y="736"/>
                    <a:pt x="0" y="736"/>
                    <a:pt x="0" y="736"/>
                  </a:cubicBezTo>
                  <a:lnTo>
                    <a:pt x="0" y="4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1406923167"/>
      </p:ext>
    </p:extLst>
  </p:cSld>
  <p:clrMapOvr>
    <a:masterClrMapping/>
  </p:clrMapOvr>
  <p:transition spd="med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Layout_Color">
    <p:bg>
      <p:bgPr>
        <a:gradFill>
          <a:gsLst>
            <a:gs pos="100000">
              <a:srgbClr val="391262"/>
            </a:gs>
            <a:gs pos="38000">
              <a:srgbClr val="64131E"/>
            </a:gs>
            <a:gs pos="0">
              <a:srgbClr val="831B22"/>
            </a:gs>
            <a:gs pos="71000">
              <a:srgbClr val="4D144A"/>
            </a:gs>
          </a:gsLst>
          <a:path path="circle">
            <a:fillToRect l="100000" t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07"/>
          <p:cNvSpPr>
            <a:spLocks noGrp="1"/>
          </p:cNvSpPr>
          <p:nvPr>
            <p:ph type="body" sz="quarter" idx="18" hasCustomPrompt="1"/>
          </p:nvPr>
        </p:nvSpPr>
        <p:spPr bwMode="white">
          <a:xfrm>
            <a:off x="759025" y="1812556"/>
            <a:ext cx="9910167" cy="2759445"/>
          </a:xfrm>
          <a:prstGeom prst="rect">
            <a:avLst/>
          </a:prstGeom>
        </p:spPr>
        <p:txBody>
          <a:bodyPr lIns="0" anchor="t">
            <a:normAutofit/>
          </a:bodyPr>
          <a:lstStyle>
            <a:lvl1pPr marL="0" indent="0" algn="l">
              <a:lnSpc>
                <a:spcPct val="85000"/>
              </a:lnSpc>
              <a:spcBef>
                <a:spcPts val="0"/>
              </a:spcBef>
              <a:buNone/>
              <a:defRPr sz="4400" b="1" spc="-150">
                <a:solidFill>
                  <a:schemeClr val="bg1"/>
                </a:solidFill>
              </a:defRPr>
            </a:lvl1pPr>
            <a:lvl2pPr marL="341313" indent="0" algn="ctr">
              <a:buNone/>
              <a:defRPr>
                <a:solidFill>
                  <a:schemeClr val="bg1"/>
                </a:solidFill>
              </a:defRPr>
            </a:lvl2pPr>
            <a:lvl3pPr marL="679450" indent="0" algn="ctr">
              <a:buNone/>
              <a:defRPr>
                <a:solidFill>
                  <a:schemeClr val="bg1"/>
                </a:solidFill>
              </a:defRPr>
            </a:lvl3pPr>
            <a:lvl4pPr marL="966787" indent="0" algn="ctr">
              <a:buNone/>
              <a:defRPr>
                <a:solidFill>
                  <a:schemeClr val="bg1"/>
                </a:solidFill>
              </a:defRPr>
            </a:lvl4pPr>
            <a:lvl5pPr marL="1146175" indent="0" algn="ct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quote</a:t>
            </a:r>
          </a:p>
        </p:txBody>
      </p:sp>
      <p:sp>
        <p:nvSpPr>
          <p:cNvPr id="17" name="Text Placeholder 110"/>
          <p:cNvSpPr>
            <a:spLocks noGrp="1"/>
          </p:cNvSpPr>
          <p:nvPr>
            <p:ph type="body" sz="quarter" idx="19" hasCustomPrompt="1"/>
          </p:nvPr>
        </p:nvSpPr>
        <p:spPr>
          <a:xfrm>
            <a:off x="759024" y="5045446"/>
            <a:ext cx="9910168" cy="406265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 algn="l">
              <a:lnSpc>
                <a:spcPct val="85000"/>
              </a:lnSpc>
              <a:spcBef>
                <a:spcPts val="0"/>
              </a:spcBef>
              <a:buNone/>
              <a:defRPr sz="2400" b="1" spc="-150" baseline="0">
                <a:solidFill>
                  <a:schemeClr val="bg1"/>
                </a:solidFill>
              </a:defRPr>
            </a:lvl1pPr>
            <a:lvl2pPr marL="341313" indent="0">
              <a:buNone/>
              <a:defRPr/>
            </a:lvl2pPr>
            <a:lvl3pPr marL="679450" indent="0">
              <a:buNone/>
              <a:defRPr/>
            </a:lvl3pPr>
            <a:lvl4pPr marL="966787" indent="0">
              <a:buNone/>
              <a:defRPr/>
            </a:lvl4pPr>
            <a:lvl5pPr marL="1146175" indent="0">
              <a:buNone/>
              <a:defRPr/>
            </a:lvl5pPr>
          </a:lstStyle>
          <a:p>
            <a:pPr lvl="0"/>
            <a:r>
              <a:rPr lang="en-US"/>
              <a:t>Click to edit quote source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1A4D94C-10A5-93DD-7545-E8A78E3E76DF}"/>
              </a:ext>
            </a:extLst>
          </p:cNvPr>
          <p:cNvSpPr txBox="1"/>
          <p:nvPr userDrawn="1"/>
        </p:nvSpPr>
        <p:spPr>
          <a:xfrm>
            <a:off x="1602706" y="6401580"/>
            <a:ext cx="411587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2023 Lenovo Internal. All rights reserved.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218A1024-2417-9AB8-1B11-FFC8E6664065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611" y="6348283"/>
            <a:ext cx="777442" cy="259316"/>
            <a:chOff x="547688" y="952500"/>
            <a:chExt cx="12190413" cy="4067175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2EF2F641-C50E-7EF9-174F-C814CE79B1D1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8" name="Freeform 7">
              <a:extLst>
                <a:ext uri="{FF2B5EF4-FFF2-40B4-BE49-F238E27FC236}">
                  <a16:creationId xmlns:a16="http://schemas.microsoft.com/office/drawing/2014/main" id="{EB7F9CF2-27FB-5CFF-3AF9-F3D782AF8F4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9" name="Freeform 8">
              <a:extLst>
                <a:ext uri="{FF2B5EF4-FFF2-40B4-BE49-F238E27FC236}">
                  <a16:creationId xmlns:a16="http://schemas.microsoft.com/office/drawing/2014/main" id="{A4FE0BE7-E21B-0A34-6A99-A25D9D183EA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30" name="Freeform 9">
              <a:extLst>
                <a:ext uri="{FF2B5EF4-FFF2-40B4-BE49-F238E27FC236}">
                  <a16:creationId xmlns:a16="http://schemas.microsoft.com/office/drawing/2014/main" id="{D9344221-152E-2762-91B6-95EFB33B4E1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31" name="Freeform 10">
              <a:extLst>
                <a:ext uri="{FF2B5EF4-FFF2-40B4-BE49-F238E27FC236}">
                  <a16:creationId xmlns:a16="http://schemas.microsoft.com/office/drawing/2014/main" id="{2B8FF3A7-A802-4EFD-1B3E-BE4FD559309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32" name="Freeform 10">
              <a:extLst>
                <a:ext uri="{FF2B5EF4-FFF2-40B4-BE49-F238E27FC236}">
                  <a16:creationId xmlns:a16="http://schemas.microsoft.com/office/drawing/2014/main" id="{8E61D3F6-A1B4-B1CF-57E5-6C0A92BC8AC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33" name="Freeform 11">
              <a:extLst>
                <a:ext uri="{FF2B5EF4-FFF2-40B4-BE49-F238E27FC236}">
                  <a16:creationId xmlns:a16="http://schemas.microsoft.com/office/drawing/2014/main" id="{CECCA6D3-F3B6-26C6-0F5D-83832B6120E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BA179E8-3325-1689-7216-8DD26DF9516C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E897E0CA-E9A9-E0E3-3CBF-4638AF7AEA37}"/>
              </a:ext>
            </a:extLst>
          </p:cNvPr>
          <p:cNvGrpSpPr/>
          <p:nvPr userDrawn="1"/>
        </p:nvGrpSpPr>
        <p:grpSpPr>
          <a:xfrm>
            <a:off x="759024" y="788988"/>
            <a:ext cx="990858" cy="735013"/>
            <a:chOff x="657226" y="398463"/>
            <a:chExt cx="990600" cy="735013"/>
          </a:xfrm>
          <a:solidFill>
            <a:schemeClr val="bg1"/>
          </a:solidFill>
        </p:grpSpPr>
        <p:sp>
          <p:nvSpPr>
            <p:cNvPr id="35" name="Freeform 5">
              <a:extLst>
                <a:ext uri="{FF2B5EF4-FFF2-40B4-BE49-F238E27FC236}">
                  <a16:creationId xmlns:a16="http://schemas.microsoft.com/office/drawing/2014/main" id="{7EEF4626-4306-CF44-30F2-238CF5A9D24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7226" y="398463"/>
              <a:ext cx="452438" cy="735013"/>
            </a:xfrm>
            <a:custGeom>
              <a:avLst/>
              <a:gdLst>
                <a:gd name="T0" fmla="*/ 0 w 452"/>
                <a:gd name="T1" fmla="*/ 428 h 736"/>
                <a:gd name="T2" fmla="*/ 422 w 452"/>
                <a:gd name="T3" fmla="*/ 0 h 736"/>
                <a:gd name="T4" fmla="*/ 452 w 452"/>
                <a:gd name="T5" fmla="*/ 144 h 736"/>
                <a:gd name="T6" fmla="*/ 228 w 452"/>
                <a:gd name="T7" fmla="*/ 370 h 736"/>
                <a:gd name="T8" fmla="*/ 370 w 452"/>
                <a:gd name="T9" fmla="*/ 370 h 736"/>
                <a:gd name="T10" fmla="*/ 370 w 452"/>
                <a:gd name="T11" fmla="*/ 736 h 736"/>
                <a:gd name="T12" fmla="*/ 0 w 452"/>
                <a:gd name="T13" fmla="*/ 736 h 736"/>
                <a:gd name="T14" fmla="*/ 0 w 452"/>
                <a:gd name="T15" fmla="*/ 428 h 7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52" h="736">
                  <a:moveTo>
                    <a:pt x="0" y="428"/>
                  </a:moveTo>
                  <a:cubicBezTo>
                    <a:pt x="0" y="126"/>
                    <a:pt x="151" y="5"/>
                    <a:pt x="422" y="0"/>
                  </a:cubicBezTo>
                  <a:cubicBezTo>
                    <a:pt x="452" y="144"/>
                    <a:pt x="452" y="144"/>
                    <a:pt x="452" y="144"/>
                  </a:cubicBezTo>
                  <a:cubicBezTo>
                    <a:pt x="294" y="160"/>
                    <a:pt x="217" y="240"/>
                    <a:pt x="228" y="370"/>
                  </a:cubicBezTo>
                  <a:cubicBezTo>
                    <a:pt x="370" y="370"/>
                    <a:pt x="370" y="370"/>
                    <a:pt x="370" y="370"/>
                  </a:cubicBezTo>
                  <a:cubicBezTo>
                    <a:pt x="370" y="736"/>
                    <a:pt x="370" y="736"/>
                    <a:pt x="370" y="736"/>
                  </a:cubicBezTo>
                  <a:cubicBezTo>
                    <a:pt x="0" y="736"/>
                    <a:pt x="0" y="736"/>
                    <a:pt x="0" y="736"/>
                  </a:cubicBezTo>
                  <a:lnTo>
                    <a:pt x="0" y="4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36" name="Freeform 6">
              <a:extLst>
                <a:ext uri="{FF2B5EF4-FFF2-40B4-BE49-F238E27FC236}">
                  <a16:creationId xmlns:a16="http://schemas.microsoft.com/office/drawing/2014/main" id="{6E76F828-F318-AE96-8117-C054CA893D3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95388" y="398463"/>
              <a:ext cx="452438" cy="735013"/>
            </a:xfrm>
            <a:custGeom>
              <a:avLst/>
              <a:gdLst>
                <a:gd name="T0" fmla="*/ 0 w 452"/>
                <a:gd name="T1" fmla="*/ 428 h 736"/>
                <a:gd name="T2" fmla="*/ 422 w 452"/>
                <a:gd name="T3" fmla="*/ 0 h 736"/>
                <a:gd name="T4" fmla="*/ 452 w 452"/>
                <a:gd name="T5" fmla="*/ 144 h 736"/>
                <a:gd name="T6" fmla="*/ 228 w 452"/>
                <a:gd name="T7" fmla="*/ 370 h 736"/>
                <a:gd name="T8" fmla="*/ 370 w 452"/>
                <a:gd name="T9" fmla="*/ 370 h 736"/>
                <a:gd name="T10" fmla="*/ 370 w 452"/>
                <a:gd name="T11" fmla="*/ 736 h 736"/>
                <a:gd name="T12" fmla="*/ 0 w 452"/>
                <a:gd name="T13" fmla="*/ 736 h 736"/>
                <a:gd name="T14" fmla="*/ 0 w 452"/>
                <a:gd name="T15" fmla="*/ 428 h 7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52" h="736">
                  <a:moveTo>
                    <a:pt x="0" y="428"/>
                  </a:moveTo>
                  <a:cubicBezTo>
                    <a:pt x="0" y="126"/>
                    <a:pt x="151" y="5"/>
                    <a:pt x="422" y="0"/>
                  </a:cubicBezTo>
                  <a:cubicBezTo>
                    <a:pt x="452" y="144"/>
                    <a:pt x="452" y="144"/>
                    <a:pt x="452" y="144"/>
                  </a:cubicBezTo>
                  <a:cubicBezTo>
                    <a:pt x="294" y="160"/>
                    <a:pt x="217" y="240"/>
                    <a:pt x="228" y="370"/>
                  </a:cubicBezTo>
                  <a:cubicBezTo>
                    <a:pt x="370" y="370"/>
                    <a:pt x="370" y="370"/>
                    <a:pt x="370" y="370"/>
                  </a:cubicBezTo>
                  <a:cubicBezTo>
                    <a:pt x="370" y="736"/>
                    <a:pt x="370" y="736"/>
                    <a:pt x="370" y="736"/>
                  </a:cubicBezTo>
                  <a:cubicBezTo>
                    <a:pt x="0" y="736"/>
                    <a:pt x="0" y="736"/>
                    <a:pt x="0" y="736"/>
                  </a:cubicBezTo>
                  <a:lnTo>
                    <a:pt x="0" y="4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3511237459"/>
      </p:ext>
    </p:extLst>
  </p:cSld>
  <p:clrMapOvr>
    <a:masterClrMapping/>
  </p:clrMapOvr>
  <p:transition spd="med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/ Produ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8"/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6095999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9" name="Content Placeholder 2"/>
          <p:cNvSpPr>
            <a:spLocks noGrp="1"/>
          </p:cNvSpPr>
          <p:nvPr>
            <p:ph sz="half" idx="18"/>
          </p:nvPr>
        </p:nvSpPr>
        <p:spPr bwMode="gray">
          <a:xfrm>
            <a:off x="6858198" y="1307593"/>
            <a:ext cx="4573192" cy="4788408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6858198" y="442528"/>
            <a:ext cx="4573192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AFBC96C-E04F-90E6-1BBE-C65ECD6E5C14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351624"/>
      </p:ext>
    </p:extLst>
  </p:cSld>
  <p:clrMapOvr>
    <a:masterClrMapping/>
  </p:clrMapOvr>
  <p:transition spd="med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w/ Product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8"/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6095999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9" name="Content Placeholder 2"/>
          <p:cNvSpPr>
            <a:spLocks noGrp="1"/>
          </p:cNvSpPr>
          <p:nvPr>
            <p:ph sz="half" idx="18"/>
          </p:nvPr>
        </p:nvSpPr>
        <p:spPr bwMode="gray">
          <a:xfrm>
            <a:off x="6858200" y="1307592"/>
            <a:ext cx="4573191" cy="4788408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6858199" y="442528"/>
            <a:ext cx="4573192" cy="41857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Click to edit title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67B1794D-FA0C-402F-EB44-A50D8C3D4FEE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611" y="6348283"/>
            <a:ext cx="777442" cy="259316"/>
            <a:chOff x="547688" y="952500"/>
            <a:chExt cx="12190413" cy="4067175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337DE7D4-E216-9606-EAAF-1A8B5AF40F9A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3" name="Freeform 7">
              <a:extLst>
                <a:ext uri="{FF2B5EF4-FFF2-40B4-BE49-F238E27FC236}">
                  <a16:creationId xmlns:a16="http://schemas.microsoft.com/office/drawing/2014/main" id="{6A780702-9C9B-96F4-8B07-21C9D8C8A00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4" name="Freeform 8">
              <a:extLst>
                <a:ext uri="{FF2B5EF4-FFF2-40B4-BE49-F238E27FC236}">
                  <a16:creationId xmlns:a16="http://schemas.microsoft.com/office/drawing/2014/main" id="{37E1B9D4-3009-CCED-240A-6514B89A344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5" name="Freeform 9">
              <a:extLst>
                <a:ext uri="{FF2B5EF4-FFF2-40B4-BE49-F238E27FC236}">
                  <a16:creationId xmlns:a16="http://schemas.microsoft.com/office/drawing/2014/main" id="{F8592D55-D1DD-021F-F58A-C23393CDA10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6" name="Freeform 10">
              <a:extLst>
                <a:ext uri="{FF2B5EF4-FFF2-40B4-BE49-F238E27FC236}">
                  <a16:creationId xmlns:a16="http://schemas.microsoft.com/office/drawing/2014/main" id="{46ECC017-F717-4757-9B44-6475FFD17C1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7" name="Freeform 10">
              <a:extLst>
                <a:ext uri="{FF2B5EF4-FFF2-40B4-BE49-F238E27FC236}">
                  <a16:creationId xmlns:a16="http://schemas.microsoft.com/office/drawing/2014/main" id="{278498B7-D9E9-F174-4F80-972AA25563B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8" name="Freeform 11">
              <a:extLst>
                <a:ext uri="{FF2B5EF4-FFF2-40B4-BE49-F238E27FC236}">
                  <a16:creationId xmlns:a16="http://schemas.microsoft.com/office/drawing/2014/main" id="{B8B70A7C-1FE3-4C27-A360-FF4D04AB325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440BBE49-3380-52D0-1396-73ED8BD97A88}"/>
              </a:ext>
            </a:extLst>
          </p:cNvPr>
          <p:cNvSpPr txBox="1"/>
          <p:nvPr userDrawn="1"/>
        </p:nvSpPr>
        <p:spPr>
          <a:xfrm>
            <a:off x="1602706" y="6401580"/>
            <a:ext cx="411587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2023 Lenovo Internal. All rights reserved.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5A84DA8-2577-7EF4-6122-06E4DEEB80AF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1262303"/>
      </p:ext>
    </p:extLst>
  </p:cSld>
  <p:clrMapOvr>
    <a:masterClrMapping/>
  </p:clrMapOvr>
  <p:transition spd="med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0" y="442528"/>
            <a:ext cx="10673829" cy="41857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9" name="Chart Placeholder 2"/>
          <p:cNvSpPr>
            <a:spLocks noGrp="1"/>
          </p:cNvSpPr>
          <p:nvPr>
            <p:ph type="chart" sz="quarter" idx="10" hasCustomPrompt="1"/>
          </p:nvPr>
        </p:nvSpPr>
        <p:spPr bwMode="gray">
          <a:xfrm>
            <a:off x="760612" y="1524000"/>
            <a:ext cx="10670779" cy="4572000"/>
          </a:xfrm>
          <a:prstGeom prst="rect">
            <a:avLst/>
          </a:prstGeom>
        </p:spPr>
        <p:txBody>
          <a:bodyPr lIns="121899" tIns="853291" rIns="121899" bIns="60949" anchor="ctr" anchorCtr="0"/>
          <a:lstStyle>
            <a:lvl1pPr marL="0" indent="0" algn="ctr">
              <a:buFontTx/>
              <a:buNone/>
              <a:defRPr sz="2400"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create chart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BE9C038-E754-006F-B382-D714EB94957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973080"/>
      </p:ext>
    </p:extLst>
  </p:cSld>
  <p:clrMapOvr>
    <a:masterClrMapping/>
  </p:clrMapOvr>
  <p:transition spd="med"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rt Slide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1" y="442528"/>
            <a:ext cx="10670780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9" name="Chart Placeholder 2"/>
          <p:cNvSpPr>
            <a:spLocks noGrp="1"/>
          </p:cNvSpPr>
          <p:nvPr>
            <p:ph type="chart" sz="quarter" idx="10" hasCustomPrompt="1"/>
          </p:nvPr>
        </p:nvSpPr>
        <p:spPr bwMode="gray">
          <a:xfrm>
            <a:off x="760612" y="1524000"/>
            <a:ext cx="10670779" cy="4572001"/>
          </a:xfrm>
          <a:prstGeom prst="rect">
            <a:avLst/>
          </a:prstGeom>
        </p:spPr>
        <p:txBody>
          <a:bodyPr lIns="121899" tIns="853291" rIns="121899" bIns="60949" anchor="ctr" anchorCtr="0"/>
          <a:lstStyle>
            <a:lvl1pPr marL="0" indent="0" algn="ctr">
              <a:buFontTx/>
              <a:buNone/>
              <a:defRPr sz="24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create chart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6034602-4EFB-8E5B-8FAA-B579A05D71D3}"/>
              </a:ext>
            </a:extLst>
          </p:cNvPr>
          <p:cNvSpPr txBox="1"/>
          <p:nvPr userDrawn="1"/>
        </p:nvSpPr>
        <p:spPr>
          <a:xfrm>
            <a:off x="1602706" y="6401580"/>
            <a:ext cx="411587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2023 Lenovo Internal. All rights reserved.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630DE35-2B9A-CC16-D878-AF4BA659CB03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611" y="6348283"/>
            <a:ext cx="777442" cy="259316"/>
            <a:chOff x="547688" y="952500"/>
            <a:chExt cx="12190413" cy="4067175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298FF46-F393-7505-AC93-A34D0D7FD13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2" name="Freeform 7">
              <a:extLst>
                <a:ext uri="{FF2B5EF4-FFF2-40B4-BE49-F238E27FC236}">
                  <a16:creationId xmlns:a16="http://schemas.microsoft.com/office/drawing/2014/main" id="{B10DDEA8-C62F-FFEF-8E88-937A40610AD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3" name="Freeform 8">
              <a:extLst>
                <a:ext uri="{FF2B5EF4-FFF2-40B4-BE49-F238E27FC236}">
                  <a16:creationId xmlns:a16="http://schemas.microsoft.com/office/drawing/2014/main" id="{A5215B45-7283-2B79-53B8-8EC24F78CF4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4" name="Freeform 9">
              <a:extLst>
                <a:ext uri="{FF2B5EF4-FFF2-40B4-BE49-F238E27FC236}">
                  <a16:creationId xmlns:a16="http://schemas.microsoft.com/office/drawing/2014/main" id="{9C313BF5-1342-2D50-4CD8-F0843C8D59D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5" name="Freeform 10">
              <a:extLst>
                <a:ext uri="{FF2B5EF4-FFF2-40B4-BE49-F238E27FC236}">
                  <a16:creationId xmlns:a16="http://schemas.microsoft.com/office/drawing/2014/main" id="{499A91AC-5617-3A97-3CA7-56FF0F2C260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6" name="Freeform 10">
              <a:extLst>
                <a:ext uri="{FF2B5EF4-FFF2-40B4-BE49-F238E27FC236}">
                  <a16:creationId xmlns:a16="http://schemas.microsoft.com/office/drawing/2014/main" id="{C7400D53-2A85-B307-D1F5-7E6EB77D050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7" name="Freeform 11">
              <a:extLst>
                <a:ext uri="{FF2B5EF4-FFF2-40B4-BE49-F238E27FC236}">
                  <a16:creationId xmlns:a16="http://schemas.microsoft.com/office/drawing/2014/main" id="{8CB004BB-6761-8374-A9BD-CD2644D6614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1222CEF-FCD3-E840-7AE1-E900A5D59CF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4865973"/>
      </p:ext>
    </p:extLst>
  </p:cSld>
  <p:clrMapOvr>
    <a:masterClrMapping/>
  </p:clrMapOvr>
  <p:transition spd="med"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12E9409-35B8-57EB-2941-154C5CA02C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405842"/>
      </p:ext>
    </p:extLst>
  </p:cSld>
  <p:clrMapOvr>
    <a:masterClrMapping/>
  </p:clrMapOvr>
  <p:transition spd="med"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Slide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02847966-6DB9-1FB6-9676-273C285CBBB9}"/>
              </a:ext>
            </a:extLst>
          </p:cNvPr>
          <p:cNvSpPr txBox="1"/>
          <p:nvPr userDrawn="1"/>
        </p:nvSpPr>
        <p:spPr>
          <a:xfrm>
            <a:off x="1602706" y="6401580"/>
            <a:ext cx="411587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2023 Lenovo Internal. All rights reserved.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2DC449E-FDC8-E32E-E4B6-BCA292AA3705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611" y="6348283"/>
            <a:ext cx="777442" cy="259316"/>
            <a:chOff x="547688" y="952500"/>
            <a:chExt cx="12190413" cy="4067175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AB6D2A24-CAB4-F08D-2B8E-FD0BBEA396C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4" name="Freeform 7">
              <a:extLst>
                <a:ext uri="{FF2B5EF4-FFF2-40B4-BE49-F238E27FC236}">
                  <a16:creationId xmlns:a16="http://schemas.microsoft.com/office/drawing/2014/main" id="{B5AB7E31-14A7-9501-5A1B-CA9C8DF7F97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5" name="Freeform 8">
              <a:extLst>
                <a:ext uri="{FF2B5EF4-FFF2-40B4-BE49-F238E27FC236}">
                  <a16:creationId xmlns:a16="http://schemas.microsoft.com/office/drawing/2014/main" id="{62254130-3E7F-93A9-7119-F750B966F2A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6" name="Freeform 9">
              <a:extLst>
                <a:ext uri="{FF2B5EF4-FFF2-40B4-BE49-F238E27FC236}">
                  <a16:creationId xmlns:a16="http://schemas.microsoft.com/office/drawing/2014/main" id="{F09E9735-A341-685A-2E0E-8E623D18233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7" name="Freeform 10">
              <a:extLst>
                <a:ext uri="{FF2B5EF4-FFF2-40B4-BE49-F238E27FC236}">
                  <a16:creationId xmlns:a16="http://schemas.microsoft.com/office/drawing/2014/main" id="{7576E6CE-DA5C-AF50-7933-59F501DBD1B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8" name="Freeform 10">
              <a:extLst>
                <a:ext uri="{FF2B5EF4-FFF2-40B4-BE49-F238E27FC236}">
                  <a16:creationId xmlns:a16="http://schemas.microsoft.com/office/drawing/2014/main" id="{69BCEF5B-3A08-5E7B-9ED1-3F71D12FBA9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9" name="Freeform 11">
              <a:extLst>
                <a:ext uri="{FF2B5EF4-FFF2-40B4-BE49-F238E27FC236}">
                  <a16:creationId xmlns:a16="http://schemas.microsoft.com/office/drawing/2014/main" id="{B6FEDC4B-7FBE-AE64-86BE-07088AD5B60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094B782-D6B1-E164-080E-40821B7DAFA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009261"/>
      </p:ext>
    </p:extLst>
  </p:cSld>
  <p:clrMapOvr>
    <a:masterClrMapping/>
  </p:clrMapOvr>
  <p:transition spd="med"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_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37F1298-487A-B4E6-4008-0A5D51F1C143}"/>
              </a:ext>
            </a:extLst>
          </p:cNvPr>
          <p:cNvGrpSpPr/>
          <p:nvPr userDrawn="1"/>
        </p:nvGrpSpPr>
        <p:grpSpPr>
          <a:xfrm>
            <a:off x="9392771" y="767096"/>
            <a:ext cx="2800816" cy="1898696"/>
            <a:chOff x="9390324" y="767096"/>
            <a:chExt cx="2800087" cy="1898696"/>
          </a:xfrm>
        </p:grpSpPr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DBC4C027-8FC0-71EF-963F-3B8A0447C1E8}"/>
                </a:ext>
              </a:extLst>
            </p:cNvPr>
            <p:cNvGrpSpPr/>
            <p:nvPr userDrawn="1"/>
          </p:nvGrpSpPr>
          <p:grpSpPr>
            <a:xfrm>
              <a:off x="9390324" y="936748"/>
              <a:ext cx="1965963" cy="1042086"/>
              <a:chOff x="4988072" y="501936"/>
              <a:chExt cx="1978802" cy="1051017"/>
            </a:xfrm>
            <a:solidFill>
              <a:schemeClr val="accent1"/>
            </a:solidFill>
          </p:grpSpPr>
          <p:sp>
            <p:nvSpPr>
              <p:cNvPr id="72" name="Freeform 5">
                <a:extLst>
                  <a:ext uri="{FF2B5EF4-FFF2-40B4-BE49-F238E27FC236}">
                    <a16:creationId xmlns:a16="http://schemas.microsoft.com/office/drawing/2014/main" id="{AC114BA7-B808-0C61-F4C4-498846EB2C1F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559016" y="501936"/>
                <a:ext cx="218094" cy="282813"/>
              </a:xfrm>
              <a:custGeom>
                <a:avLst/>
                <a:gdLst>
                  <a:gd name="T0" fmla="*/ 0 w 502"/>
                  <a:gd name="T1" fmla="*/ 550 h 651"/>
                  <a:gd name="T2" fmla="*/ 83 w 502"/>
                  <a:gd name="T3" fmla="*/ 451 h 651"/>
                  <a:gd name="T4" fmla="*/ 272 w 502"/>
                  <a:gd name="T5" fmla="*/ 528 h 651"/>
                  <a:gd name="T6" fmla="*/ 363 w 502"/>
                  <a:gd name="T7" fmla="*/ 469 h 651"/>
                  <a:gd name="T8" fmla="*/ 363 w 502"/>
                  <a:gd name="T9" fmla="*/ 467 h 651"/>
                  <a:gd name="T10" fmla="*/ 236 w 502"/>
                  <a:gd name="T11" fmla="*/ 386 h 651"/>
                  <a:gd name="T12" fmla="*/ 26 w 502"/>
                  <a:gd name="T13" fmla="*/ 192 h 651"/>
                  <a:gd name="T14" fmla="*/ 26 w 502"/>
                  <a:gd name="T15" fmla="*/ 191 h 651"/>
                  <a:gd name="T16" fmla="*/ 247 w 502"/>
                  <a:gd name="T17" fmla="*/ 0 h 651"/>
                  <a:gd name="T18" fmla="*/ 483 w 502"/>
                  <a:gd name="T19" fmla="*/ 80 h 651"/>
                  <a:gd name="T20" fmla="*/ 410 w 502"/>
                  <a:gd name="T21" fmla="*/ 185 h 651"/>
                  <a:gd name="T22" fmla="*/ 246 w 502"/>
                  <a:gd name="T23" fmla="*/ 123 h 651"/>
                  <a:gd name="T24" fmla="*/ 164 w 502"/>
                  <a:gd name="T25" fmla="*/ 178 h 651"/>
                  <a:gd name="T26" fmla="*/ 164 w 502"/>
                  <a:gd name="T27" fmla="*/ 180 h 651"/>
                  <a:gd name="T28" fmla="*/ 301 w 502"/>
                  <a:gd name="T29" fmla="*/ 263 h 651"/>
                  <a:gd name="T30" fmla="*/ 502 w 502"/>
                  <a:gd name="T31" fmla="*/ 453 h 651"/>
                  <a:gd name="T32" fmla="*/ 502 w 502"/>
                  <a:gd name="T33" fmla="*/ 455 h 651"/>
                  <a:gd name="T34" fmla="*/ 269 w 502"/>
                  <a:gd name="T35" fmla="*/ 651 h 651"/>
                  <a:gd name="T36" fmla="*/ 0 w 502"/>
                  <a:gd name="T37" fmla="*/ 550 h 6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02" h="651">
                    <a:moveTo>
                      <a:pt x="0" y="550"/>
                    </a:moveTo>
                    <a:cubicBezTo>
                      <a:pt x="83" y="451"/>
                      <a:pt x="83" y="451"/>
                      <a:pt x="83" y="451"/>
                    </a:cubicBezTo>
                    <a:cubicBezTo>
                      <a:pt x="140" y="498"/>
                      <a:pt x="200" y="528"/>
                      <a:pt x="272" y="528"/>
                    </a:cubicBezTo>
                    <a:cubicBezTo>
                      <a:pt x="329" y="528"/>
                      <a:pt x="363" y="506"/>
                      <a:pt x="363" y="469"/>
                    </a:cubicBezTo>
                    <a:cubicBezTo>
                      <a:pt x="363" y="467"/>
                      <a:pt x="363" y="467"/>
                      <a:pt x="363" y="467"/>
                    </a:cubicBezTo>
                    <a:cubicBezTo>
                      <a:pt x="363" y="431"/>
                      <a:pt x="342" y="413"/>
                      <a:pt x="236" y="386"/>
                    </a:cubicBezTo>
                    <a:cubicBezTo>
                      <a:pt x="108" y="354"/>
                      <a:pt x="26" y="318"/>
                      <a:pt x="26" y="192"/>
                    </a:cubicBezTo>
                    <a:cubicBezTo>
                      <a:pt x="26" y="191"/>
                      <a:pt x="26" y="191"/>
                      <a:pt x="26" y="191"/>
                    </a:cubicBezTo>
                    <a:cubicBezTo>
                      <a:pt x="26" y="76"/>
                      <a:pt x="118" y="0"/>
                      <a:pt x="247" y="0"/>
                    </a:cubicBezTo>
                    <a:cubicBezTo>
                      <a:pt x="340" y="0"/>
                      <a:pt x="419" y="29"/>
                      <a:pt x="483" y="80"/>
                    </a:cubicBezTo>
                    <a:cubicBezTo>
                      <a:pt x="410" y="185"/>
                      <a:pt x="410" y="185"/>
                      <a:pt x="410" y="185"/>
                    </a:cubicBezTo>
                    <a:cubicBezTo>
                      <a:pt x="354" y="146"/>
                      <a:pt x="299" y="123"/>
                      <a:pt x="246" y="123"/>
                    </a:cubicBezTo>
                    <a:cubicBezTo>
                      <a:pt x="192" y="123"/>
                      <a:pt x="164" y="147"/>
                      <a:pt x="164" y="178"/>
                    </a:cubicBezTo>
                    <a:cubicBezTo>
                      <a:pt x="164" y="180"/>
                      <a:pt x="164" y="180"/>
                      <a:pt x="164" y="180"/>
                    </a:cubicBezTo>
                    <a:cubicBezTo>
                      <a:pt x="164" y="221"/>
                      <a:pt x="191" y="235"/>
                      <a:pt x="301" y="263"/>
                    </a:cubicBezTo>
                    <a:cubicBezTo>
                      <a:pt x="429" y="297"/>
                      <a:pt x="502" y="343"/>
                      <a:pt x="502" y="453"/>
                    </a:cubicBezTo>
                    <a:cubicBezTo>
                      <a:pt x="502" y="455"/>
                      <a:pt x="502" y="455"/>
                      <a:pt x="502" y="455"/>
                    </a:cubicBezTo>
                    <a:cubicBezTo>
                      <a:pt x="502" y="581"/>
                      <a:pt x="406" y="651"/>
                      <a:pt x="269" y="651"/>
                    </a:cubicBezTo>
                    <a:cubicBezTo>
                      <a:pt x="173" y="651"/>
                      <a:pt x="76" y="618"/>
                      <a:pt x="0" y="55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73" name="Freeform 6">
                <a:extLst>
                  <a:ext uri="{FF2B5EF4-FFF2-40B4-BE49-F238E27FC236}">
                    <a16:creationId xmlns:a16="http://schemas.microsoft.com/office/drawing/2014/main" id="{03055FF5-EB33-F09D-784D-C7AD01880326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791295" y="566212"/>
                <a:ext cx="322264" cy="214547"/>
              </a:xfrm>
              <a:custGeom>
                <a:avLst/>
                <a:gdLst>
                  <a:gd name="T0" fmla="*/ 0 w 741"/>
                  <a:gd name="T1" fmla="*/ 9 h 494"/>
                  <a:gd name="T2" fmla="*/ 138 w 741"/>
                  <a:gd name="T3" fmla="*/ 9 h 494"/>
                  <a:gd name="T4" fmla="*/ 138 w 741"/>
                  <a:gd name="T5" fmla="*/ 78 h 494"/>
                  <a:gd name="T6" fmla="*/ 281 w 741"/>
                  <a:gd name="T7" fmla="*/ 0 h 494"/>
                  <a:gd name="T8" fmla="*/ 418 w 741"/>
                  <a:gd name="T9" fmla="*/ 77 h 494"/>
                  <a:gd name="T10" fmla="*/ 577 w 741"/>
                  <a:gd name="T11" fmla="*/ 0 h 494"/>
                  <a:gd name="T12" fmla="*/ 741 w 741"/>
                  <a:gd name="T13" fmla="*/ 178 h 494"/>
                  <a:gd name="T14" fmla="*/ 741 w 741"/>
                  <a:gd name="T15" fmla="*/ 494 h 494"/>
                  <a:gd name="T16" fmla="*/ 603 w 741"/>
                  <a:gd name="T17" fmla="*/ 494 h 494"/>
                  <a:gd name="T18" fmla="*/ 603 w 741"/>
                  <a:gd name="T19" fmla="*/ 224 h 494"/>
                  <a:gd name="T20" fmla="*/ 523 w 741"/>
                  <a:gd name="T21" fmla="*/ 125 h 494"/>
                  <a:gd name="T22" fmla="*/ 439 w 741"/>
                  <a:gd name="T23" fmla="*/ 224 h 494"/>
                  <a:gd name="T24" fmla="*/ 439 w 741"/>
                  <a:gd name="T25" fmla="*/ 494 h 494"/>
                  <a:gd name="T26" fmla="*/ 302 w 741"/>
                  <a:gd name="T27" fmla="*/ 494 h 494"/>
                  <a:gd name="T28" fmla="*/ 302 w 741"/>
                  <a:gd name="T29" fmla="*/ 224 h 494"/>
                  <a:gd name="T30" fmla="*/ 221 w 741"/>
                  <a:gd name="T31" fmla="*/ 125 h 494"/>
                  <a:gd name="T32" fmla="*/ 138 w 741"/>
                  <a:gd name="T33" fmla="*/ 224 h 494"/>
                  <a:gd name="T34" fmla="*/ 138 w 741"/>
                  <a:gd name="T35" fmla="*/ 494 h 494"/>
                  <a:gd name="T36" fmla="*/ 0 w 741"/>
                  <a:gd name="T37" fmla="*/ 494 h 494"/>
                  <a:gd name="T38" fmla="*/ 0 w 741"/>
                  <a:gd name="T39" fmla="*/ 9 h 4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41" h="494">
                    <a:moveTo>
                      <a:pt x="0" y="9"/>
                    </a:moveTo>
                    <a:cubicBezTo>
                      <a:pt x="138" y="9"/>
                      <a:pt x="138" y="9"/>
                      <a:pt x="138" y="9"/>
                    </a:cubicBezTo>
                    <a:cubicBezTo>
                      <a:pt x="138" y="78"/>
                      <a:pt x="138" y="78"/>
                      <a:pt x="138" y="78"/>
                    </a:cubicBezTo>
                    <a:cubicBezTo>
                      <a:pt x="170" y="37"/>
                      <a:pt x="211" y="0"/>
                      <a:pt x="281" y="0"/>
                    </a:cubicBezTo>
                    <a:cubicBezTo>
                      <a:pt x="344" y="0"/>
                      <a:pt x="392" y="28"/>
                      <a:pt x="418" y="77"/>
                    </a:cubicBezTo>
                    <a:cubicBezTo>
                      <a:pt x="460" y="27"/>
                      <a:pt x="511" y="0"/>
                      <a:pt x="577" y="0"/>
                    </a:cubicBezTo>
                    <a:cubicBezTo>
                      <a:pt x="679" y="0"/>
                      <a:pt x="741" y="62"/>
                      <a:pt x="741" y="178"/>
                    </a:cubicBezTo>
                    <a:cubicBezTo>
                      <a:pt x="741" y="494"/>
                      <a:pt x="741" y="494"/>
                      <a:pt x="741" y="494"/>
                    </a:cubicBezTo>
                    <a:cubicBezTo>
                      <a:pt x="603" y="494"/>
                      <a:pt x="603" y="494"/>
                      <a:pt x="603" y="494"/>
                    </a:cubicBezTo>
                    <a:cubicBezTo>
                      <a:pt x="603" y="224"/>
                      <a:pt x="603" y="224"/>
                      <a:pt x="603" y="224"/>
                    </a:cubicBezTo>
                    <a:cubicBezTo>
                      <a:pt x="603" y="159"/>
                      <a:pt x="574" y="125"/>
                      <a:pt x="523" y="125"/>
                    </a:cubicBezTo>
                    <a:cubicBezTo>
                      <a:pt x="471" y="125"/>
                      <a:pt x="439" y="159"/>
                      <a:pt x="439" y="224"/>
                    </a:cubicBezTo>
                    <a:cubicBezTo>
                      <a:pt x="439" y="494"/>
                      <a:pt x="439" y="494"/>
                      <a:pt x="439" y="494"/>
                    </a:cubicBezTo>
                    <a:cubicBezTo>
                      <a:pt x="302" y="494"/>
                      <a:pt x="302" y="494"/>
                      <a:pt x="302" y="494"/>
                    </a:cubicBezTo>
                    <a:cubicBezTo>
                      <a:pt x="302" y="224"/>
                      <a:pt x="302" y="224"/>
                      <a:pt x="302" y="224"/>
                    </a:cubicBezTo>
                    <a:cubicBezTo>
                      <a:pt x="302" y="159"/>
                      <a:pt x="273" y="125"/>
                      <a:pt x="221" y="125"/>
                    </a:cubicBezTo>
                    <a:cubicBezTo>
                      <a:pt x="170" y="125"/>
                      <a:pt x="138" y="159"/>
                      <a:pt x="138" y="224"/>
                    </a:cubicBezTo>
                    <a:cubicBezTo>
                      <a:pt x="138" y="494"/>
                      <a:pt x="138" y="494"/>
                      <a:pt x="138" y="494"/>
                    </a:cubicBezTo>
                    <a:cubicBezTo>
                      <a:pt x="0" y="494"/>
                      <a:pt x="0" y="494"/>
                      <a:pt x="0" y="494"/>
                    </a:cubicBezTo>
                    <a:lnTo>
                      <a:pt x="0" y="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74" name="Freeform 7">
                <a:extLst>
                  <a:ext uri="{FF2B5EF4-FFF2-40B4-BE49-F238E27FC236}">
                    <a16:creationId xmlns:a16="http://schemas.microsoft.com/office/drawing/2014/main" id="{EF0C28DE-3EA0-613C-F6F5-A668E5A933D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125971" y="567985"/>
                <a:ext cx="193713" cy="216764"/>
              </a:xfrm>
              <a:custGeom>
                <a:avLst/>
                <a:gdLst>
                  <a:gd name="T0" fmla="*/ 0 w 446"/>
                  <a:gd name="T1" fmla="*/ 351 h 499"/>
                  <a:gd name="T2" fmla="*/ 0 w 446"/>
                  <a:gd name="T3" fmla="*/ 349 h 499"/>
                  <a:gd name="T4" fmla="*/ 195 w 446"/>
                  <a:gd name="T5" fmla="*/ 194 h 499"/>
                  <a:gd name="T6" fmla="*/ 314 w 446"/>
                  <a:gd name="T7" fmla="*/ 214 h 499"/>
                  <a:gd name="T8" fmla="*/ 314 w 446"/>
                  <a:gd name="T9" fmla="*/ 206 h 499"/>
                  <a:gd name="T10" fmla="*/ 210 w 446"/>
                  <a:gd name="T11" fmla="*/ 117 h 499"/>
                  <a:gd name="T12" fmla="*/ 76 w 446"/>
                  <a:gd name="T13" fmla="*/ 144 h 499"/>
                  <a:gd name="T14" fmla="*/ 42 w 446"/>
                  <a:gd name="T15" fmla="*/ 39 h 499"/>
                  <a:gd name="T16" fmla="*/ 230 w 446"/>
                  <a:gd name="T17" fmla="*/ 0 h 499"/>
                  <a:gd name="T18" fmla="*/ 394 w 446"/>
                  <a:gd name="T19" fmla="*/ 54 h 499"/>
                  <a:gd name="T20" fmla="*/ 446 w 446"/>
                  <a:gd name="T21" fmla="*/ 209 h 499"/>
                  <a:gd name="T22" fmla="*/ 446 w 446"/>
                  <a:gd name="T23" fmla="*/ 490 h 499"/>
                  <a:gd name="T24" fmla="*/ 313 w 446"/>
                  <a:gd name="T25" fmla="*/ 490 h 499"/>
                  <a:gd name="T26" fmla="*/ 313 w 446"/>
                  <a:gd name="T27" fmla="*/ 438 h 499"/>
                  <a:gd name="T28" fmla="*/ 166 w 446"/>
                  <a:gd name="T29" fmla="*/ 499 h 499"/>
                  <a:gd name="T30" fmla="*/ 0 w 446"/>
                  <a:gd name="T31" fmla="*/ 351 h 499"/>
                  <a:gd name="T32" fmla="*/ 316 w 446"/>
                  <a:gd name="T33" fmla="*/ 319 h 499"/>
                  <a:gd name="T34" fmla="*/ 316 w 446"/>
                  <a:gd name="T35" fmla="*/ 295 h 499"/>
                  <a:gd name="T36" fmla="*/ 228 w 446"/>
                  <a:gd name="T37" fmla="*/ 277 h 499"/>
                  <a:gd name="T38" fmla="*/ 133 w 446"/>
                  <a:gd name="T39" fmla="*/ 344 h 499"/>
                  <a:gd name="T40" fmla="*/ 133 w 446"/>
                  <a:gd name="T41" fmla="*/ 346 h 499"/>
                  <a:gd name="T42" fmla="*/ 208 w 446"/>
                  <a:gd name="T43" fmla="*/ 404 h 499"/>
                  <a:gd name="T44" fmla="*/ 316 w 446"/>
                  <a:gd name="T45" fmla="*/ 319 h 4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446" h="499">
                    <a:moveTo>
                      <a:pt x="0" y="351"/>
                    </a:moveTo>
                    <a:cubicBezTo>
                      <a:pt x="0" y="349"/>
                      <a:pt x="0" y="349"/>
                      <a:pt x="0" y="349"/>
                    </a:cubicBezTo>
                    <a:cubicBezTo>
                      <a:pt x="0" y="243"/>
                      <a:pt x="80" y="194"/>
                      <a:pt x="195" y="194"/>
                    </a:cubicBezTo>
                    <a:cubicBezTo>
                      <a:pt x="244" y="194"/>
                      <a:pt x="280" y="202"/>
                      <a:pt x="314" y="214"/>
                    </a:cubicBezTo>
                    <a:cubicBezTo>
                      <a:pt x="314" y="206"/>
                      <a:pt x="314" y="206"/>
                      <a:pt x="314" y="206"/>
                    </a:cubicBezTo>
                    <a:cubicBezTo>
                      <a:pt x="314" y="149"/>
                      <a:pt x="279" y="117"/>
                      <a:pt x="210" y="117"/>
                    </a:cubicBezTo>
                    <a:cubicBezTo>
                      <a:pt x="157" y="117"/>
                      <a:pt x="120" y="127"/>
                      <a:pt x="76" y="144"/>
                    </a:cubicBezTo>
                    <a:cubicBezTo>
                      <a:pt x="42" y="39"/>
                      <a:pt x="42" y="39"/>
                      <a:pt x="42" y="39"/>
                    </a:cubicBezTo>
                    <a:cubicBezTo>
                      <a:pt x="95" y="15"/>
                      <a:pt x="147" y="0"/>
                      <a:pt x="230" y="0"/>
                    </a:cubicBezTo>
                    <a:cubicBezTo>
                      <a:pt x="305" y="0"/>
                      <a:pt x="359" y="20"/>
                      <a:pt x="394" y="54"/>
                    </a:cubicBezTo>
                    <a:cubicBezTo>
                      <a:pt x="430" y="90"/>
                      <a:pt x="446" y="144"/>
                      <a:pt x="446" y="209"/>
                    </a:cubicBezTo>
                    <a:cubicBezTo>
                      <a:pt x="446" y="490"/>
                      <a:pt x="446" y="490"/>
                      <a:pt x="446" y="490"/>
                    </a:cubicBezTo>
                    <a:cubicBezTo>
                      <a:pt x="313" y="490"/>
                      <a:pt x="313" y="490"/>
                      <a:pt x="313" y="490"/>
                    </a:cubicBezTo>
                    <a:cubicBezTo>
                      <a:pt x="313" y="438"/>
                      <a:pt x="313" y="438"/>
                      <a:pt x="313" y="438"/>
                    </a:cubicBezTo>
                    <a:cubicBezTo>
                      <a:pt x="280" y="475"/>
                      <a:pt x="233" y="499"/>
                      <a:pt x="166" y="499"/>
                    </a:cubicBezTo>
                    <a:cubicBezTo>
                      <a:pt x="75" y="499"/>
                      <a:pt x="0" y="447"/>
                      <a:pt x="0" y="351"/>
                    </a:cubicBezTo>
                    <a:close/>
                    <a:moveTo>
                      <a:pt x="316" y="319"/>
                    </a:moveTo>
                    <a:cubicBezTo>
                      <a:pt x="316" y="295"/>
                      <a:pt x="316" y="295"/>
                      <a:pt x="316" y="295"/>
                    </a:cubicBezTo>
                    <a:cubicBezTo>
                      <a:pt x="292" y="284"/>
                      <a:pt x="262" y="277"/>
                      <a:pt x="228" y="277"/>
                    </a:cubicBezTo>
                    <a:cubicBezTo>
                      <a:pt x="169" y="277"/>
                      <a:pt x="133" y="300"/>
                      <a:pt x="133" y="344"/>
                    </a:cubicBezTo>
                    <a:cubicBezTo>
                      <a:pt x="133" y="346"/>
                      <a:pt x="133" y="346"/>
                      <a:pt x="133" y="346"/>
                    </a:cubicBezTo>
                    <a:cubicBezTo>
                      <a:pt x="133" y="383"/>
                      <a:pt x="164" y="404"/>
                      <a:pt x="208" y="404"/>
                    </a:cubicBezTo>
                    <a:cubicBezTo>
                      <a:pt x="272" y="404"/>
                      <a:pt x="316" y="369"/>
                      <a:pt x="316" y="31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75" name="Freeform 8">
                <a:extLst>
                  <a:ext uri="{FF2B5EF4-FFF2-40B4-BE49-F238E27FC236}">
                    <a16:creationId xmlns:a16="http://schemas.microsoft.com/office/drawing/2014/main" id="{AA3A9144-5E21-1340-D82E-781E8E03088B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336529" y="564438"/>
                <a:ext cx="127665" cy="216321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1 h 498"/>
                  <a:gd name="T6" fmla="*/ 293 w 293"/>
                  <a:gd name="T7" fmla="*/ 4 h 498"/>
                  <a:gd name="T8" fmla="*/ 293 w 293"/>
                  <a:gd name="T9" fmla="*/ 148 h 498"/>
                  <a:gd name="T10" fmla="*/ 285 w 293"/>
                  <a:gd name="T11" fmla="*/ 148 h 498"/>
                  <a:gd name="T12" fmla="*/ 138 w 293"/>
                  <a:gd name="T13" fmla="*/ 319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1"/>
                      <a:pt x="138" y="111"/>
                      <a:pt x="138" y="111"/>
                    </a:cubicBezTo>
                    <a:cubicBezTo>
                      <a:pt x="166" y="44"/>
                      <a:pt x="211" y="0"/>
                      <a:pt x="293" y="4"/>
                    </a:cubicBezTo>
                    <a:cubicBezTo>
                      <a:pt x="293" y="148"/>
                      <a:pt x="293" y="148"/>
                      <a:pt x="293" y="148"/>
                    </a:cubicBezTo>
                    <a:cubicBezTo>
                      <a:pt x="285" y="148"/>
                      <a:pt x="285" y="148"/>
                      <a:pt x="285" y="148"/>
                    </a:cubicBezTo>
                    <a:cubicBezTo>
                      <a:pt x="194" y="148"/>
                      <a:pt x="138" y="203"/>
                      <a:pt x="138" y="319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76" name="Freeform 9">
                <a:extLst>
                  <a:ext uri="{FF2B5EF4-FFF2-40B4-BE49-F238E27FC236}">
                    <a16:creationId xmlns:a16="http://schemas.microsoft.com/office/drawing/2014/main" id="{16E502AF-0487-43AF-00DB-14F962B92CFF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475719" y="516121"/>
                <a:ext cx="134757" cy="268184"/>
              </a:xfrm>
              <a:custGeom>
                <a:avLst/>
                <a:gdLst>
                  <a:gd name="T0" fmla="*/ 58 w 310"/>
                  <a:gd name="T1" fmla="*/ 472 h 617"/>
                  <a:gd name="T2" fmla="*/ 58 w 310"/>
                  <a:gd name="T3" fmla="*/ 242 h 617"/>
                  <a:gd name="T4" fmla="*/ 0 w 310"/>
                  <a:gd name="T5" fmla="*/ 242 h 617"/>
                  <a:gd name="T6" fmla="*/ 0 w 310"/>
                  <a:gd name="T7" fmla="*/ 124 h 617"/>
                  <a:gd name="T8" fmla="*/ 58 w 310"/>
                  <a:gd name="T9" fmla="*/ 124 h 617"/>
                  <a:gd name="T10" fmla="*/ 58 w 310"/>
                  <a:gd name="T11" fmla="*/ 0 h 617"/>
                  <a:gd name="T12" fmla="*/ 196 w 310"/>
                  <a:gd name="T13" fmla="*/ 0 h 617"/>
                  <a:gd name="T14" fmla="*/ 196 w 310"/>
                  <a:gd name="T15" fmla="*/ 124 h 617"/>
                  <a:gd name="T16" fmla="*/ 310 w 310"/>
                  <a:gd name="T17" fmla="*/ 124 h 617"/>
                  <a:gd name="T18" fmla="*/ 310 w 310"/>
                  <a:gd name="T19" fmla="*/ 242 h 617"/>
                  <a:gd name="T20" fmla="*/ 196 w 310"/>
                  <a:gd name="T21" fmla="*/ 242 h 617"/>
                  <a:gd name="T22" fmla="*/ 196 w 310"/>
                  <a:gd name="T23" fmla="*/ 449 h 617"/>
                  <a:gd name="T24" fmla="*/ 240 w 310"/>
                  <a:gd name="T25" fmla="*/ 496 h 617"/>
                  <a:gd name="T26" fmla="*/ 308 w 310"/>
                  <a:gd name="T27" fmla="*/ 479 h 617"/>
                  <a:gd name="T28" fmla="*/ 308 w 310"/>
                  <a:gd name="T29" fmla="*/ 589 h 617"/>
                  <a:gd name="T30" fmla="*/ 199 w 310"/>
                  <a:gd name="T31" fmla="*/ 617 h 617"/>
                  <a:gd name="T32" fmla="*/ 58 w 310"/>
                  <a:gd name="T33" fmla="*/ 472 h 6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10" h="617">
                    <a:moveTo>
                      <a:pt x="58" y="472"/>
                    </a:moveTo>
                    <a:cubicBezTo>
                      <a:pt x="58" y="242"/>
                      <a:pt x="58" y="242"/>
                      <a:pt x="58" y="242"/>
                    </a:cubicBezTo>
                    <a:cubicBezTo>
                      <a:pt x="0" y="242"/>
                      <a:pt x="0" y="242"/>
                      <a:pt x="0" y="242"/>
                    </a:cubicBezTo>
                    <a:cubicBezTo>
                      <a:pt x="0" y="124"/>
                      <a:pt x="0" y="124"/>
                      <a:pt x="0" y="124"/>
                    </a:cubicBezTo>
                    <a:cubicBezTo>
                      <a:pt x="58" y="124"/>
                      <a:pt x="58" y="124"/>
                      <a:pt x="58" y="124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196" y="0"/>
                      <a:pt x="196" y="0"/>
                      <a:pt x="196" y="0"/>
                    </a:cubicBezTo>
                    <a:cubicBezTo>
                      <a:pt x="196" y="124"/>
                      <a:pt x="196" y="124"/>
                      <a:pt x="196" y="124"/>
                    </a:cubicBezTo>
                    <a:cubicBezTo>
                      <a:pt x="310" y="124"/>
                      <a:pt x="310" y="124"/>
                      <a:pt x="310" y="124"/>
                    </a:cubicBezTo>
                    <a:cubicBezTo>
                      <a:pt x="310" y="242"/>
                      <a:pt x="310" y="242"/>
                      <a:pt x="310" y="242"/>
                    </a:cubicBezTo>
                    <a:cubicBezTo>
                      <a:pt x="196" y="242"/>
                      <a:pt x="196" y="242"/>
                      <a:pt x="196" y="242"/>
                    </a:cubicBezTo>
                    <a:cubicBezTo>
                      <a:pt x="196" y="449"/>
                      <a:pt x="196" y="449"/>
                      <a:pt x="196" y="449"/>
                    </a:cubicBezTo>
                    <a:cubicBezTo>
                      <a:pt x="196" y="481"/>
                      <a:pt x="209" y="496"/>
                      <a:pt x="240" y="496"/>
                    </a:cubicBezTo>
                    <a:cubicBezTo>
                      <a:pt x="265" y="496"/>
                      <a:pt x="288" y="490"/>
                      <a:pt x="308" y="479"/>
                    </a:cubicBezTo>
                    <a:cubicBezTo>
                      <a:pt x="308" y="589"/>
                      <a:pt x="308" y="589"/>
                      <a:pt x="308" y="589"/>
                    </a:cubicBezTo>
                    <a:cubicBezTo>
                      <a:pt x="279" y="607"/>
                      <a:pt x="245" y="617"/>
                      <a:pt x="199" y="617"/>
                    </a:cubicBezTo>
                    <a:cubicBezTo>
                      <a:pt x="115" y="617"/>
                      <a:pt x="58" y="584"/>
                      <a:pt x="58" y="47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77" name="Freeform 10">
                <a:extLst>
                  <a:ext uri="{FF2B5EF4-FFF2-40B4-BE49-F238E27FC236}">
                    <a16:creationId xmlns:a16="http://schemas.microsoft.com/office/drawing/2014/main" id="{0DE8FD0D-C28A-B61F-DFEE-6F90FAD7BFAA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618455" y="566212"/>
                <a:ext cx="207012" cy="219424"/>
              </a:xfrm>
              <a:custGeom>
                <a:avLst/>
                <a:gdLst>
                  <a:gd name="T0" fmla="*/ 0 w 476"/>
                  <a:gd name="T1" fmla="*/ 254 h 505"/>
                  <a:gd name="T2" fmla="*/ 0 w 476"/>
                  <a:gd name="T3" fmla="*/ 253 h 505"/>
                  <a:gd name="T4" fmla="*/ 240 w 476"/>
                  <a:gd name="T5" fmla="*/ 0 h 505"/>
                  <a:gd name="T6" fmla="*/ 476 w 476"/>
                  <a:gd name="T7" fmla="*/ 263 h 505"/>
                  <a:gd name="T8" fmla="*/ 475 w 476"/>
                  <a:gd name="T9" fmla="*/ 300 h 505"/>
                  <a:gd name="T10" fmla="*/ 137 w 476"/>
                  <a:gd name="T11" fmla="*/ 300 h 505"/>
                  <a:gd name="T12" fmla="*/ 256 w 476"/>
                  <a:gd name="T13" fmla="*/ 395 h 505"/>
                  <a:gd name="T14" fmla="*/ 373 w 476"/>
                  <a:gd name="T15" fmla="*/ 345 h 505"/>
                  <a:gd name="T16" fmla="*/ 452 w 476"/>
                  <a:gd name="T17" fmla="*/ 415 h 505"/>
                  <a:gd name="T18" fmla="*/ 254 w 476"/>
                  <a:gd name="T19" fmla="*/ 505 h 505"/>
                  <a:gd name="T20" fmla="*/ 0 w 476"/>
                  <a:gd name="T21" fmla="*/ 254 h 505"/>
                  <a:gd name="T22" fmla="*/ 342 w 476"/>
                  <a:gd name="T23" fmla="*/ 214 h 505"/>
                  <a:gd name="T24" fmla="*/ 240 w 476"/>
                  <a:gd name="T25" fmla="*/ 111 h 505"/>
                  <a:gd name="T26" fmla="*/ 135 w 476"/>
                  <a:gd name="T27" fmla="*/ 214 h 505"/>
                  <a:gd name="T28" fmla="*/ 342 w 476"/>
                  <a:gd name="T29" fmla="*/ 21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76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99" y="0"/>
                      <a:pt x="240" y="0"/>
                    </a:cubicBezTo>
                    <a:cubicBezTo>
                      <a:pt x="402" y="0"/>
                      <a:pt x="476" y="126"/>
                      <a:pt x="476" y="263"/>
                    </a:cubicBezTo>
                    <a:cubicBezTo>
                      <a:pt x="476" y="274"/>
                      <a:pt x="476" y="287"/>
                      <a:pt x="475" y="300"/>
                    </a:cubicBezTo>
                    <a:cubicBezTo>
                      <a:pt x="137" y="300"/>
                      <a:pt x="137" y="300"/>
                      <a:pt x="137" y="300"/>
                    </a:cubicBezTo>
                    <a:cubicBezTo>
                      <a:pt x="151" y="362"/>
                      <a:pt x="194" y="395"/>
                      <a:pt x="256" y="395"/>
                    </a:cubicBezTo>
                    <a:cubicBezTo>
                      <a:pt x="302" y="395"/>
                      <a:pt x="335" y="380"/>
                      <a:pt x="373" y="345"/>
                    </a:cubicBezTo>
                    <a:cubicBezTo>
                      <a:pt x="452" y="415"/>
                      <a:pt x="452" y="415"/>
                      <a:pt x="452" y="415"/>
                    </a:cubicBezTo>
                    <a:cubicBezTo>
                      <a:pt x="407" y="471"/>
                      <a:pt x="342" y="505"/>
                      <a:pt x="254" y="505"/>
                    </a:cubicBezTo>
                    <a:cubicBezTo>
                      <a:pt x="108" y="505"/>
                      <a:pt x="0" y="403"/>
                      <a:pt x="0" y="254"/>
                    </a:cubicBezTo>
                    <a:close/>
                    <a:moveTo>
                      <a:pt x="342" y="214"/>
                    </a:moveTo>
                    <a:cubicBezTo>
                      <a:pt x="334" y="152"/>
                      <a:pt x="298" y="111"/>
                      <a:pt x="240" y="111"/>
                    </a:cubicBezTo>
                    <a:cubicBezTo>
                      <a:pt x="183" y="111"/>
                      <a:pt x="146" y="151"/>
                      <a:pt x="135" y="214"/>
                    </a:cubicBezTo>
                    <a:lnTo>
                      <a:pt x="342" y="2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78" name="Freeform 11">
                <a:extLst>
                  <a:ext uri="{FF2B5EF4-FFF2-40B4-BE49-F238E27FC236}">
                    <a16:creationId xmlns:a16="http://schemas.microsoft.com/office/drawing/2014/main" id="{F351CFF9-9DD1-E9B5-EE76-334AE5F03491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837879" y="564438"/>
                <a:ext cx="127221" cy="216321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1 h 498"/>
                  <a:gd name="T6" fmla="*/ 293 w 293"/>
                  <a:gd name="T7" fmla="*/ 4 h 498"/>
                  <a:gd name="T8" fmla="*/ 293 w 293"/>
                  <a:gd name="T9" fmla="*/ 148 h 498"/>
                  <a:gd name="T10" fmla="*/ 285 w 293"/>
                  <a:gd name="T11" fmla="*/ 148 h 498"/>
                  <a:gd name="T12" fmla="*/ 138 w 293"/>
                  <a:gd name="T13" fmla="*/ 319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1"/>
                      <a:pt x="138" y="111"/>
                      <a:pt x="138" y="111"/>
                    </a:cubicBezTo>
                    <a:cubicBezTo>
                      <a:pt x="166" y="44"/>
                      <a:pt x="211" y="0"/>
                      <a:pt x="293" y="4"/>
                    </a:cubicBezTo>
                    <a:cubicBezTo>
                      <a:pt x="293" y="148"/>
                      <a:pt x="293" y="148"/>
                      <a:pt x="293" y="148"/>
                    </a:cubicBezTo>
                    <a:cubicBezTo>
                      <a:pt x="285" y="148"/>
                      <a:pt x="285" y="148"/>
                      <a:pt x="285" y="148"/>
                    </a:cubicBezTo>
                    <a:cubicBezTo>
                      <a:pt x="194" y="148"/>
                      <a:pt x="138" y="203"/>
                      <a:pt x="138" y="319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79" name="Freeform 12">
                <a:extLst>
                  <a:ext uri="{FF2B5EF4-FFF2-40B4-BE49-F238E27FC236}">
                    <a16:creationId xmlns:a16="http://schemas.microsoft.com/office/drawing/2014/main" id="{5CBDFCA1-F27C-774F-EB38-070587A34AB2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4988072" y="888476"/>
                <a:ext cx="134757" cy="268628"/>
              </a:xfrm>
              <a:custGeom>
                <a:avLst/>
                <a:gdLst>
                  <a:gd name="T0" fmla="*/ 58 w 310"/>
                  <a:gd name="T1" fmla="*/ 472 h 618"/>
                  <a:gd name="T2" fmla="*/ 58 w 310"/>
                  <a:gd name="T3" fmla="*/ 242 h 618"/>
                  <a:gd name="T4" fmla="*/ 0 w 310"/>
                  <a:gd name="T5" fmla="*/ 242 h 618"/>
                  <a:gd name="T6" fmla="*/ 0 w 310"/>
                  <a:gd name="T7" fmla="*/ 124 h 618"/>
                  <a:gd name="T8" fmla="*/ 58 w 310"/>
                  <a:gd name="T9" fmla="*/ 124 h 618"/>
                  <a:gd name="T10" fmla="*/ 58 w 310"/>
                  <a:gd name="T11" fmla="*/ 0 h 618"/>
                  <a:gd name="T12" fmla="*/ 195 w 310"/>
                  <a:gd name="T13" fmla="*/ 0 h 618"/>
                  <a:gd name="T14" fmla="*/ 195 w 310"/>
                  <a:gd name="T15" fmla="*/ 124 h 618"/>
                  <a:gd name="T16" fmla="*/ 310 w 310"/>
                  <a:gd name="T17" fmla="*/ 124 h 618"/>
                  <a:gd name="T18" fmla="*/ 310 w 310"/>
                  <a:gd name="T19" fmla="*/ 242 h 618"/>
                  <a:gd name="T20" fmla="*/ 195 w 310"/>
                  <a:gd name="T21" fmla="*/ 242 h 618"/>
                  <a:gd name="T22" fmla="*/ 195 w 310"/>
                  <a:gd name="T23" fmla="*/ 449 h 618"/>
                  <a:gd name="T24" fmla="*/ 240 w 310"/>
                  <a:gd name="T25" fmla="*/ 496 h 618"/>
                  <a:gd name="T26" fmla="*/ 308 w 310"/>
                  <a:gd name="T27" fmla="*/ 479 h 618"/>
                  <a:gd name="T28" fmla="*/ 308 w 310"/>
                  <a:gd name="T29" fmla="*/ 590 h 618"/>
                  <a:gd name="T30" fmla="*/ 199 w 310"/>
                  <a:gd name="T31" fmla="*/ 618 h 618"/>
                  <a:gd name="T32" fmla="*/ 58 w 310"/>
                  <a:gd name="T33" fmla="*/ 472 h 6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10" h="618">
                    <a:moveTo>
                      <a:pt x="58" y="472"/>
                    </a:moveTo>
                    <a:cubicBezTo>
                      <a:pt x="58" y="242"/>
                      <a:pt x="58" y="242"/>
                      <a:pt x="58" y="242"/>
                    </a:cubicBezTo>
                    <a:cubicBezTo>
                      <a:pt x="0" y="242"/>
                      <a:pt x="0" y="242"/>
                      <a:pt x="0" y="242"/>
                    </a:cubicBezTo>
                    <a:cubicBezTo>
                      <a:pt x="0" y="124"/>
                      <a:pt x="0" y="124"/>
                      <a:pt x="0" y="124"/>
                    </a:cubicBezTo>
                    <a:cubicBezTo>
                      <a:pt x="58" y="124"/>
                      <a:pt x="58" y="124"/>
                      <a:pt x="58" y="124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195" y="0"/>
                      <a:pt x="195" y="0"/>
                      <a:pt x="195" y="0"/>
                    </a:cubicBezTo>
                    <a:cubicBezTo>
                      <a:pt x="195" y="124"/>
                      <a:pt x="195" y="124"/>
                      <a:pt x="195" y="124"/>
                    </a:cubicBezTo>
                    <a:cubicBezTo>
                      <a:pt x="310" y="124"/>
                      <a:pt x="310" y="124"/>
                      <a:pt x="310" y="124"/>
                    </a:cubicBezTo>
                    <a:cubicBezTo>
                      <a:pt x="310" y="242"/>
                      <a:pt x="310" y="242"/>
                      <a:pt x="310" y="242"/>
                    </a:cubicBezTo>
                    <a:cubicBezTo>
                      <a:pt x="195" y="242"/>
                      <a:pt x="195" y="242"/>
                      <a:pt x="195" y="242"/>
                    </a:cubicBezTo>
                    <a:cubicBezTo>
                      <a:pt x="195" y="449"/>
                      <a:pt x="195" y="449"/>
                      <a:pt x="195" y="449"/>
                    </a:cubicBezTo>
                    <a:cubicBezTo>
                      <a:pt x="195" y="481"/>
                      <a:pt x="209" y="496"/>
                      <a:pt x="240" y="496"/>
                    </a:cubicBezTo>
                    <a:cubicBezTo>
                      <a:pt x="265" y="496"/>
                      <a:pt x="288" y="490"/>
                      <a:pt x="308" y="479"/>
                    </a:cubicBezTo>
                    <a:cubicBezTo>
                      <a:pt x="308" y="590"/>
                      <a:pt x="308" y="590"/>
                      <a:pt x="308" y="590"/>
                    </a:cubicBezTo>
                    <a:cubicBezTo>
                      <a:pt x="279" y="607"/>
                      <a:pt x="245" y="618"/>
                      <a:pt x="199" y="618"/>
                    </a:cubicBezTo>
                    <a:cubicBezTo>
                      <a:pt x="115" y="618"/>
                      <a:pt x="58" y="584"/>
                      <a:pt x="58" y="47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80" name="Freeform 13">
                <a:extLst>
                  <a:ext uri="{FF2B5EF4-FFF2-40B4-BE49-F238E27FC236}">
                    <a16:creationId xmlns:a16="http://schemas.microsoft.com/office/drawing/2014/main" id="{32C7C41D-9C2F-F9CB-F801-1289ECF5E586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5131251" y="938123"/>
                <a:ext cx="207455" cy="219867"/>
              </a:xfrm>
              <a:custGeom>
                <a:avLst/>
                <a:gdLst>
                  <a:gd name="T0" fmla="*/ 0 w 477"/>
                  <a:gd name="T1" fmla="*/ 254 h 505"/>
                  <a:gd name="T2" fmla="*/ 0 w 477"/>
                  <a:gd name="T3" fmla="*/ 253 h 505"/>
                  <a:gd name="T4" fmla="*/ 240 w 477"/>
                  <a:gd name="T5" fmla="*/ 0 h 505"/>
                  <a:gd name="T6" fmla="*/ 477 w 477"/>
                  <a:gd name="T7" fmla="*/ 263 h 505"/>
                  <a:gd name="T8" fmla="*/ 475 w 477"/>
                  <a:gd name="T9" fmla="*/ 300 h 505"/>
                  <a:gd name="T10" fmla="*/ 137 w 477"/>
                  <a:gd name="T11" fmla="*/ 300 h 505"/>
                  <a:gd name="T12" fmla="*/ 256 w 477"/>
                  <a:gd name="T13" fmla="*/ 395 h 505"/>
                  <a:gd name="T14" fmla="*/ 373 w 477"/>
                  <a:gd name="T15" fmla="*/ 345 h 505"/>
                  <a:gd name="T16" fmla="*/ 452 w 477"/>
                  <a:gd name="T17" fmla="*/ 415 h 505"/>
                  <a:gd name="T18" fmla="*/ 254 w 477"/>
                  <a:gd name="T19" fmla="*/ 505 h 505"/>
                  <a:gd name="T20" fmla="*/ 0 w 477"/>
                  <a:gd name="T21" fmla="*/ 254 h 505"/>
                  <a:gd name="T22" fmla="*/ 343 w 477"/>
                  <a:gd name="T23" fmla="*/ 214 h 505"/>
                  <a:gd name="T24" fmla="*/ 240 w 477"/>
                  <a:gd name="T25" fmla="*/ 111 h 505"/>
                  <a:gd name="T26" fmla="*/ 135 w 477"/>
                  <a:gd name="T27" fmla="*/ 214 h 505"/>
                  <a:gd name="T28" fmla="*/ 343 w 477"/>
                  <a:gd name="T29" fmla="*/ 21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77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99" y="0"/>
                      <a:pt x="240" y="0"/>
                    </a:cubicBezTo>
                    <a:cubicBezTo>
                      <a:pt x="402" y="0"/>
                      <a:pt x="477" y="126"/>
                      <a:pt x="477" y="263"/>
                    </a:cubicBezTo>
                    <a:cubicBezTo>
                      <a:pt x="477" y="274"/>
                      <a:pt x="476" y="287"/>
                      <a:pt x="475" y="300"/>
                    </a:cubicBezTo>
                    <a:cubicBezTo>
                      <a:pt x="137" y="300"/>
                      <a:pt x="137" y="300"/>
                      <a:pt x="137" y="300"/>
                    </a:cubicBezTo>
                    <a:cubicBezTo>
                      <a:pt x="151" y="362"/>
                      <a:pt x="194" y="395"/>
                      <a:pt x="256" y="395"/>
                    </a:cubicBezTo>
                    <a:cubicBezTo>
                      <a:pt x="302" y="395"/>
                      <a:pt x="335" y="380"/>
                      <a:pt x="373" y="345"/>
                    </a:cubicBezTo>
                    <a:cubicBezTo>
                      <a:pt x="452" y="415"/>
                      <a:pt x="452" y="415"/>
                      <a:pt x="452" y="415"/>
                    </a:cubicBezTo>
                    <a:cubicBezTo>
                      <a:pt x="407" y="471"/>
                      <a:pt x="342" y="505"/>
                      <a:pt x="254" y="505"/>
                    </a:cubicBezTo>
                    <a:cubicBezTo>
                      <a:pt x="108" y="505"/>
                      <a:pt x="0" y="403"/>
                      <a:pt x="0" y="254"/>
                    </a:cubicBezTo>
                    <a:close/>
                    <a:moveTo>
                      <a:pt x="343" y="214"/>
                    </a:moveTo>
                    <a:cubicBezTo>
                      <a:pt x="334" y="152"/>
                      <a:pt x="298" y="111"/>
                      <a:pt x="240" y="111"/>
                    </a:cubicBezTo>
                    <a:cubicBezTo>
                      <a:pt x="183" y="111"/>
                      <a:pt x="146" y="151"/>
                      <a:pt x="135" y="214"/>
                    </a:cubicBezTo>
                    <a:lnTo>
                      <a:pt x="343" y="2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81" name="Freeform 14">
                <a:extLst>
                  <a:ext uri="{FF2B5EF4-FFF2-40B4-BE49-F238E27FC236}">
                    <a16:creationId xmlns:a16="http://schemas.microsoft.com/office/drawing/2014/main" id="{D3D8F53A-7C54-73FF-7202-68AF9530CEF8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348015" y="938123"/>
                <a:ext cx="195486" cy="219867"/>
              </a:xfrm>
              <a:custGeom>
                <a:avLst/>
                <a:gdLst>
                  <a:gd name="T0" fmla="*/ 0 w 450"/>
                  <a:gd name="T1" fmla="*/ 254 h 505"/>
                  <a:gd name="T2" fmla="*/ 0 w 450"/>
                  <a:gd name="T3" fmla="*/ 253 h 505"/>
                  <a:gd name="T4" fmla="*/ 254 w 450"/>
                  <a:gd name="T5" fmla="*/ 0 h 505"/>
                  <a:gd name="T6" fmla="*/ 448 w 450"/>
                  <a:gd name="T7" fmla="*/ 82 h 505"/>
                  <a:gd name="T8" fmla="*/ 363 w 450"/>
                  <a:gd name="T9" fmla="*/ 172 h 505"/>
                  <a:gd name="T10" fmla="*/ 253 w 450"/>
                  <a:gd name="T11" fmla="*/ 119 h 505"/>
                  <a:gd name="T12" fmla="*/ 135 w 450"/>
                  <a:gd name="T13" fmla="*/ 251 h 505"/>
                  <a:gd name="T14" fmla="*/ 135 w 450"/>
                  <a:gd name="T15" fmla="*/ 253 h 505"/>
                  <a:gd name="T16" fmla="*/ 258 w 450"/>
                  <a:gd name="T17" fmla="*/ 387 h 505"/>
                  <a:gd name="T18" fmla="*/ 370 w 450"/>
                  <a:gd name="T19" fmla="*/ 335 h 505"/>
                  <a:gd name="T20" fmla="*/ 450 w 450"/>
                  <a:gd name="T21" fmla="*/ 416 h 505"/>
                  <a:gd name="T22" fmla="*/ 252 w 450"/>
                  <a:gd name="T23" fmla="*/ 505 h 505"/>
                  <a:gd name="T24" fmla="*/ 0 w 450"/>
                  <a:gd name="T25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50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106" y="0"/>
                      <a:pt x="254" y="0"/>
                    </a:cubicBezTo>
                    <a:cubicBezTo>
                      <a:pt x="345" y="0"/>
                      <a:pt x="402" y="31"/>
                      <a:pt x="448" y="82"/>
                    </a:cubicBezTo>
                    <a:cubicBezTo>
                      <a:pt x="363" y="172"/>
                      <a:pt x="363" y="172"/>
                      <a:pt x="363" y="172"/>
                    </a:cubicBezTo>
                    <a:cubicBezTo>
                      <a:pt x="333" y="139"/>
                      <a:pt x="302" y="119"/>
                      <a:pt x="253" y="119"/>
                    </a:cubicBezTo>
                    <a:cubicBezTo>
                      <a:pt x="184" y="119"/>
                      <a:pt x="135" y="179"/>
                      <a:pt x="135" y="251"/>
                    </a:cubicBezTo>
                    <a:cubicBezTo>
                      <a:pt x="135" y="253"/>
                      <a:pt x="135" y="253"/>
                      <a:pt x="135" y="253"/>
                    </a:cubicBezTo>
                    <a:cubicBezTo>
                      <a:pt x="135" y="327"/>
                      <a:pt x="183" y="387"/>
                      <a:pt x="258" y="387"/>
                    </a:cubicBezTo>
                    <a:cubicBezTo>
                      <a:pt x="305" y="387"/>
                      <a:pt x="336" y="367"/>
                      <a:pt x="370" y="335"/>
                    </a:cubicBezTo>
                    <a:cubicBezTo>
                      <a:pt x="450" y="416"/>
                      <a:pt x="450" y="416"/>
                      <a:pt x="450" y="416"/>
                    </a:cubicBezTo>
                    <a:cubicBezTo>
                      <a:pt x="403" y="468"/>
                      <a:pt x="349" y="505"/>
                      <a:pt x="252" y="505"/>
                    </a:cubicBezTo>
                    <a:cubicBezTo>
                      <a:pt x="106" y="505"/>
                      <a:pt x="0" y="393"/>
                      <a:pt x="0" y="2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82" name="Freeform 15">
                <a:extLst>
                  <a:ext uri="{FF2B5EF4-FFF2-40B4-BE49-F238E27FC236}">
                    <a16:creationId xmlns:a16="http://schemas.microsoft.com/office/drawing/2014/main" id="{BD2B90D5-630B-CFC6-CE5B-4A3E77847404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553254" y="866312"/>
                <a:ext cx="193270" cy="286802"/>
              </a:xfrm>
              <a:custGeom>
                <a:avLst/>
                <a:gdLst>
                  <a:gd name="T0" fmla="*/ 0 w 445"/>
                  <a:gd name="T1" fmla="*/ 0 h 660"/>
                  <a:gd name="T2" fmla="*/ 138 w 445"/>
                  <a:gd name="T3" fmla="*/ 0 h 660"/>
                  <a:gd name="T4" fmla="*/ 138 w 445"/>
                  <a:gd name="T5" fmla="*/ 244 h 660"/>
                  <a:gd name="T6" fmla="*/ 280 w 445"/>
                  <a:gd name="T7" fmla="*/ 166 h 660"/>
                  <a:gd name="T8" fmla="*/ 445 w 445"/>
                  <a:gd name="T9" fmla="*/ 346 h 660"/>
                  <a:gd name="T10" fmla="*/ 445 w 445"/>
                  <a:gd name="T11" fmla="*/ 660 h 660"/>
                  <a:gd name="T12" fmla="*/ 307 w 445"/>
                  <a:gd name="T13" fmla="*/ 660 h 660"/>
                  <a:gd name="T14" fmla="*/ 307 w 445"/>
                  <a:gd name="T15" fmla="*/ 390 h 660"/>
                  <a:gd name="T16" fmla="*/ 224 w 445"/>
                  <a:gd name="T17" fmla="*/ 291 h 660"/>
                  <a:gd name="T18" fmla="*/ 138 w 445"/>
                  <a:gd name="T19" fmla="*/ 390 h 660"/>
                  <a:gd name="T20" fmla="*/ 138 w 445"/>
                  <a:gd name="T21" fmla="*/ 660 h 660"/>
                  <a:gd name="T22" fmla="*/ 0 w 445"/>
                  <a:gd name="T23" fmla="*/ 660 h 660"/>
                  <a:gd name="T24" fmla="*/ 0 w 445"/>
                  <a:gd name="T25" fmla="*/ 0 h 6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45" h="660">
                    <a:moveTo>
                      <a:pt x="0" y="0"/>
                    </a:moveTo>
                    <a:cubicBezTo>
                      <a:pt x="138" y="0"/>
                      <a:pt x="138" y="0"/>
                      <a:pt x="138" y="0"/>
                    </a:cubicBezTo>
                    <a:cubicBezTo>
                      <a:pt x="138" y="244"/>
                      <a:pt x="138" y="244"/>
                      <a:pt x="138" y="244"/>
                    </a:cubicBezTo>
                    <a:cubicBezTo>
                      <a:pt x="169" y="203"/>
                      <a:pt x="210" y="166"/>
                      <a:pt x="280" y="166"/>
                    </a:cubicBezTo>
                    <a:cubicBezTo>
                      <a:pt x="384" y="166"/>
                      <a:pt x="445" y="235"/>
                      <a:pt x="445" y="346"/>
                    </a:cubicBezTo>
                    <a:cubicBezTo>
                      <a:pt x="445" y="660"/>
                      <a:pt x="445" y="660"/>
                      <a:pt x="445" y="660"/>
                    </a:cubicBezTo>
                    <a:cubicBezTo>
                      <a:pt x="307" y="660"/>
                      <a:pt x="307" y="660"/>
                      <a:pt x="307" y="660"/>
                    </a:cubicBezTo>
                    <a:cubicBezTo>
                      <a:pt x="307" y="390"/>
                      <a:pt x="307" y="390"/>
                      <a:pt x="307" y="390"/>
                    </a:cubicBezTo>
                    <a:cubicBezTo>
                      <a:pt x="307" y="324"/>
                      <a:pt x="276" y="291"/>
                      <a:pt x="224" y="291"/>
                    </a:cubicBezTo>
                    <a:cubicBezTo>
                      <a:pt x="171" y="291"/>
                      <a:pt x="138" y="324"/>
                      <a:pt x="138" y="390"/>
                    </a:cubicBezTo>
                    <a:cubicBezTo>
                      <a:pt x="138" y="660"/>
                      <a:pt x="138" y="660"/>
                      <a:pt x="138" y="660"/>
                    </a:cubicBezTo>
                    <a:cubicBezTo>
                      <a:pt x="0" y="660"/>
                      <a:pt x="0" y="660"/>
                      <a:pt x="0" y="66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83" name="Freeform 16">
                <a:extLst>
                  <a:ext uri="{FF2B5EF4-FFF2-40B4-BE49-F238E27FC236}">
                    <a16:creationId xmlns:a16="http://schemas.microsoft.com/office/drawing/2014/main" id="{44BDC175-2104-E7E3-2519-DA2F92A4A931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762039" y="938123"/>
                <a:ext cx="192827" cy="214991"/>
              </a:xfrm>
              <a:custGeom>
                <a:avLst/>
                <a:gdLst>
                  <a:gd name="T0" fmla="*/ 0 w 444"/>
                  <a:gd name="T1" fmla="*/ 9 h 494"/>
                  <a:gd name="T2" fmla="*/ 137 w 444"/>
                  <a:gd name="T3" fmla="*/ 9 h 494"/>
                  <a:gd name="T4" fmla="*/ 137 w 444"/>
                  <a:gd name="T5" fmla="*/ 78 h 494"/>
                  <a:gd name="T6" fmla="*/ 279 w 444"/>
                  <a:gd name="T7" fmla="*/ 0 h 494"/>
                  <a:gd name="T8" fmla="*/ 444 w 444"/>
                  <a:gd name="T9" fmla="*/ 180 h 494"/>
                  <a:gd name="T10" fmla="*/ 444 w 444"/>
                  <a:gd name="T11" fmla="*/ 494 h 494"/>
                  <a:gd name="T12" fmla="*/ 306 w 444"/>
                  <a:gd name="T13" fmla="*/ 494 h 494"/>
                  <a:gd name="T14" fmla="*/ 306 w 444"/>
                  <a:gd name="T15" fmla="*/ 224 h 494"/>
                  <a:gd name="T16" fmla="*/ 223 w 444"/>
                  <a:gd name="T17" fmla="*/ 125 h 494"/>
                  <a:gd name="T18" fmla="*/ 137 w 444"/>
                  <a:gd name="T19" fmla="*/ 224 h 494"/>
                  <a:gd name="T20" fmla="*/ 137 w 444"/>
                  <a:gd name="T21" fmla="*/ 494 h 494"/>
                  <a:gd name="T22" fmla="*/ 0 w 444"/>
                  <a:gd name="T23" fmla="*/ 494 h 494"/>
                  <a:gd name="T24" fmla="*/ 0 w 444"/>
                  <a:gd name="T25" fmla="*/ 9 h 4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44" h="494">
                    <a:moveTo>
                      <a:pt x="0" y="9"/>
                    </a:moveTo>
                    <a:cubicBezTo>
                      <a:pt x="137" y="9"/>
                      <a:pt x="137" y="9"/>
                      <a:pt x="137" y="9"/>
                    </a:cubicBezTo>
                    <a:cubicBezTo>
                      <a:pt x="137" y="78"/>
                      <a:pt x="137" y="78"/>
                      <a:pt x="137" y="78"/>
                    </a:cubicBezTo>
                    <a:cubicBezTo>
                      <a:pt x="169" y="37"/>
                      <a:pt x="210" y="0"/>
                      <a:pt x="279" y="0"/>
                    </a:cubicBezTo>
                    <a:cubicBezTo>
                      <a:pt x="383" y="0"/>
                      <a:pt x="444" y="69"/>
                      <a:pt x="444" y="180"/>
                    </a:cubicBezTo>
                    <a:cubicBezTo>
                      <a:pt x="444" y="494"/>
                      <a:pt x="444" y="494"/>
                      <a:pt x="444" y="494"/>
                    </a:cubicBezTo>
                    <a:cubicBezTo>
                      <a:pt x="306" y="494"/>
                      <a:pt x="306" y="494"/>
                      <a:pt x="306" y="494"/>
                    </a:cubicBezTo>
                    <a:cubicBezTo>
                      <a:pt x="306" y="224"/>
                      <a:pt x="306" y="224"/>
                      <a:pt x="306" y="224"/>
                    </a:cubicBezTo>
                    <a:cubicBezTo>
                      <a:pt x="306" y="158"/>
                      <a:pt x="276" y="125"/>
                      <a:pt x="223" y="125"/>
                    </a:cubicBezTo>
                    <a:cubicBezTo>
                      <a:pt x="171" y="125"/>
                      <a:pt x="137" y="158"/>
                      <a:pt x="137" y="224"/>
                    </a:cubicBezTo>
                    <a:cubicBezTo>
                      <a:pt x="137" y="494"/>
                      <a:pt x="137" y="494"/>
                      <a:pt x="137" y="494"/>
                    </a:cubicBezTo>
                    <a:cubicBezTo>
                      <a:pt x="0" y="494"/>
                      <a:pt x="0" y="494"/>
                      <a:pt x="0" y="494"/>
                    </a:cubicBezTo>
                    <a:lnTo>
                      <a:pt x="0" y="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84" name="Freeform 17">
                <a:extLst>
                  <a:ext uri="{FF2B5EF4-FFF2-40B4-BE49-F238E27FC236}">
                    <a16:creationId xmlns:a16="http://schemas.microsoft.com/office/drawing/2014/main" id="{E76CB955-2FC2-83C2-AC09-AD01BCCF18B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5967277" y="938123"/>
                <a:ext cx="228289" cy="219867"/>
              </a:xfrm>
              <a:custGeom>
                <a:avLst/>
                <a:gdLst>
                  <a:gd name="T0" fmla="*/ 0 w 525"/>
                  <a:gd name="T1" fmla="*/ 254 h 505"/>
                  <a:gd name="T2" fmla="*/ 0 w 525"/>
                  <a:gd name="T3" fmla="*/ 253 h 505"/>
                  <a:gd name="T4" fmla="*/ 263 w 525"/>
                  <a:gd name="T5" fmla="*/ 0 h 505"/>
                  <a:gd name="T6" fmla="*/ 525 w 525"/>
                  <a:gd name="T7" fmla="*/ 251 h 505"/>
                  <a:gd name="T8" fmla="*/ 525 w 525"/>
                  <a:gd name="T9" fmla="*/ 253 h 505"/>
                  <a:gd name="T10" fmla="*/ 262 w 525"/>
                  <a:gd name="T11" fmla="*/ 505 h 505"/>
                  <a:gd name="T12" fmla="*/ 0 w 525"/>
                  <a:gd name="T13" fmla="*/ 254 h 505"/>
                  <a:gd name="T14" fmla="*/ 389 w 525"/>
                  <a:gd name="T15" fmla="*/ 254 h 505"/>
                  <a:gd name="T16" fmla="*/ 389 w 525"/>
                  <a:gd name="T17" fmla="*/ 253 h 505"/>
                  <a:gd name="T18" fmla="*/ 262 w 525"/>
                  <a:gd name="T19" fmla="*/ 119 h 505"/>
                  <a:gd name="T20" fmla="*/ 136 w 525"/>
                  <a:gd name="T21" fmla="*/ 251 h 505"/>
                  <a:gd name="T22" fmla="*/ 136 w 525"/>
                  <a:gd name="T23" fmla="*/ 253 h 505"/>
                  <a:gd name="T24" fmla="*/ 263 w 525"/>
                  <a:gd name="T25" fmla="*/ 387 h 505"/>
                  <a:gd name="T26" fmla="*/ 389 w 525"/>
                  <a:gd name="T27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5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3"/>
                      <a:pt x="112" y="0"/>
                      <a:pt x="263" y="0"/>
                    </a:cubicBezTo>
                    <a:cubicBezTo>
                      <a:pt x="414" y="0"/>
                      <a:pt x="525" y="111"/>
                      <a:pt x="525" y="251"/>
                    </a:cubicBezTo>
                    <a:cubicBezTo>
                      <a:pt x="525" y="253"/>
                      <a:pt x="525" y="253"/>
                      <a:pt x="525" y="253"/>
                    </a:cubicBezTo>
                    <a:cubicBezTo>
                      <a:pt x="525" y="392"/>
                      <a:pt x="413" y="505"/>
                      <a:pt x="262" y="505"/>
                    </a:cubicBezTo>
                    <a:cubicBezTo>
                      <a:pt x="111" y="505"/>
                      <a:pt x="0" y="394"/>
                      <a:pt x="0" y="254"/>
                    </a:cubicBezTo>
                    <a:close/>
                    <a:moveTo>
                      <a:pt x="389" y="254"/>
                    </a:moveTo>
                    <a:cubicBezTo>
                      <a:pt x="389" y="253"/>
                      <a:pt x="389" y="253"/>
                      <a:pt x="389" y="253"/>
                    </a:cubicBezTo>
                    <a:cubicBezTo>
                      <a:pt x="389" y="181"/>
                      <a:pt x="338" y="119"/>
                      <a:pt x="262" y="119"/>
                    </a:cubicBezTo>
                    <a:cubicBezTo>
                      <a:pt x="183" y="119"/>
                      <a:pt x="136" y="179"/>
                      <a:pt x="136" y="251"/>
                    </a:cubicBezTo>
                    <a:cubicBezTo>
                      <a:pt x="136" y="253"/>
                      <a:pt x="136" y="253"/>
                      <a:pt x="136" y="253"/>
                    </a:cubicBezTo>
                    <a:cubicBezTo>
                      <a:pt x="136" y="324"/>
                      <a:pt x="187" y="387"/>
                      <a:pt x="263" y="387"/>
                    </a:cubicBezTo>
                    <a:cubicBezTo>
                      <a:pt x="342" y="387"/>
                      <a:pt x="389" y="326"/>
                      <a:pt x="389" y="2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85" name="Rectangle 18">
                <a:extLst>
                  <a:ext uri="{FF2B5EF4-FFF2-40B4-BE49-F238E27FC236}">
                    <a16:creationId xmlns:a16="http://schemas.microsoft.com/office/drawing/2014/main" id="{BB15E459-A560-CBA7-38D2-49EC0DF1798C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207091" y="866312"/>
                <a:ext cx="59843" cy="286802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86" name="Freeform 19">
                <a:extLst>
                  <a:ext uri="{FF2B5EF4-FFF2-40B4-BE49-F238E27FC236}">
                    <a16:creationId xmlns:a16="http://schemas.microsoft.com/office/drawing/2014/main" id="{A894E637-6612-023A-5D26-292EB224BB2E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278460" y="938123"/>
                <a:ext cx="228732" cy="219867"/>
              </a:xfrm>
              <a:custGeom>
                <a:avLst/>
                <a:gdLst>
                  <a:gd name="T0" fmla="*/ 0 w 526"/>
                  <a:gd name="T1" fmla="*/ 254 h 505"/>
                  <a:gd name="T2" fmla="*/ 0 w 526"/>
                  <a:gd name="T3" fmla="*/ 253 h 505"/>
                  <a:gd name="T4" fmla="*/ 264 w 526"/>
                  <a:gd name="T5" fmla="*/ 0 h 505"/>
                  <a:gd name="T6" fmla="*/ 526 w 526"/>
                  <a:gd name="T7" fmla="*/ 251 h 505"/>
                  <a:gd name="T8" fmla="*/ 526 w 526"/>
                  <a:gd name="T9" fmla="*/ 253 h 505"/>
                  <a:gd name="T10" fmla="*/ 262 w 526"/>
                  <a:gd name="T11" fmla="*/ 505 h 505"/>
                  <a:gd name="T12" fmla="*/ 0 w 526"/>
                  <a:gd name="T13" fmla="*/ 254 h 505"/>
                  <a:gd name="T14" fmla="*/ 390 w 526"/>
                  <a:gd name="T15" fmla="*/ 254 h 505"/>
                  <a:gd name="T16" fmla="*/ 390 w 526"/>
                  <a:gd name="T17" fmla="*/ 253 h 505"/>
                  <a:gd name="T18" fmla="*/ 262 w 526"/>
                  <a:gd name="T19" fmla="*/ 119 h 505"/>
                  <a:gd name="T20" fmla="*/ 136 w 526"/>
                  <a:gd name="T21" fmla="*/ 251 h 505"/>
                  <a:gd name="T22" fmla="*/ 136 w 526"/>
                  <a:gd name="T23" fmla="*/ 253 h 505"/>
                  <a:gd name="T24" fmla="*/ 264 w 526"/>
                  <a:gd name="T25" fmla="*/ 387 h 505"/>
                  <a:gd name="T26" fmla="*/ 390 w 526"/>
                  <a:gd name="T27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6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3"/>
                      <a:pt x="113" y="0"/>
                      <a:pt x="264" y="0"/>
                    </a:cubicBezTo>
                    <a:cubicBezTo>
                      <a:pt x="414" y="0"/>
                      <a:pt x="526" y="111"/>
                      <a:pt x="526" y="251"/>
                    </a:cubicBezTo>
                    <a:cubicBezTo>
                      <a:pt x="526" y="253"/>
                      <a:pt x="526" y="253"/>
                      <a:pt x="526" y="253"/>
                    </a:cubicBezTo>
                    <a:cubicBezTo>
                      <a:pt x="526" y="392"/>
                      <a:pt x="413" y="505"/>
                      <a:pt x="262" y="505"/>
                    </a:cubicBezTo>
                    <a:cubicBezTo>
                      <a:pt x="112" y="505"/>
                      <a:pt x="0" y="394"/>
                      <a:pt x="0" y="254"/>
                    </a:cubicBezTo>
                    <a:close/>
                    <a:moveTo>
                      <a:pt x="390" y="254"/>
                    </a:moveTo>
                    <a:cubicBezTo>
                      <a:pt x="390" y="253"/>
                      <a:pt x="390" y="253"/>
                      <a:pt x="390" y="253"/>
                    </a:cubicBezTo>
                    <a:cubicBezTo>
                      <a:pt x="390" y="181"/>
                      <a:pt x="338" y="119"/>
                      <a:pt x="262" y="119"/>
                    </a:cubicBezTo>
                    <a:cubicBezTo>
                      <a:pt x="183" y="119"/>
                      <a:pt x="136" y="179"/>
                      <a:pt x="136" y="251"/>
                    </a:cubicBezTo>
                    <a:cubicBezTo>
                      <a:pt x="136" y="253"/>
                      <a:pt x="136" y="253"/>
                      <a:pt x="136" y="253"/>
                    </a:cubicBezTo>
                    <a:cubicBezTo>
                      <a:pt x="136" y="324"/>
                      <a:pt x="188" y="387"/>
                      <a:pt x="264" y="387"/>
                    </a:cubicBezTo>
                    <a:cubicBezTo>
                      <a:pt x="343" y="387"/>
                      <a:pt x="390" y="326"/>
                      <a:pt x="390" y="2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87" name="Freeform 20">
                <a:extLst>
                  <a:ext uri="{FF2B5EF4-FFF2-40B4-BE49-F238E27FC236}">
                    <a16:creationId xmlns:a16="http://schemas.microsoft.com/office/drawing/2014/main" id="{C612BEEF-FFCF-00C7-83E8-3D6CD89DD8B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516057" y="938123"/>
                <a:ext cx="221197" cy="278823"/>
              </a:xfrm>
              <a:custGeom>
                <a:avLst/>
                <a:gdLst>
                  <a:gd name="T0" fmla="*/ 24 w 509"/>
                  <a:gd name="T1" fmla="*/ 590 h 641"/>
                  <a:gd name="T2" fmla="*/ 71 w 509"/>
                  <a:gd name="T3" fmla="*/ 487 h 641"/>
                  <a:gd name="T4" fmla="*/ 235 w 509"/>
                  <a:gd name="T5" fmla="*/ 531 h 641"/>
                  <a:gd name="T6" fmla="*/ 373 w 509"/>
                  <a:gd name="T7" fmla="*/ 399 h 641"/>
                  <a:gd name="T8" fmla="*/ 373 w 509"/>
                  <a:gd name="T9" fmla="*/ 376 h 641"/>
                  <a:gd name="T10" fmla="*/ 215 w 509"/>
                  <a:gd name="T11" fmla="*/ 454 h 641"/>
                  <a:gd name="T12" fmla="*/ 0 w 509"/>
                  <a:gd name="T13" fmla="*/ 228 h 641"/>
                  <a:gd name="T14" fmla="*/ 0 w 509"/>
                  <a:gd name="T15" fmla="*/ 226 h 641"/>
                  <a:gd name="T16" fmla="*/ 215 w 509"/>
                  <a:gd name="T17" fmla="*/ 0 h 641"/>
                  <a:gd name="T18" fmla="*/ 372 w 509"/>
                  <a:gd name="T19" fmla="*/ 72 h 641"/>
                  <a:gd name="T20" fmla="*/ 372 w 509"/>
                  <a:gd name="T21" fmla="*/ 9 h 641"/>
                  <a:gd name="T22" fmla="*/ 509 w 509"/>
                  <a:gd name="T23" fmla="*/ 9 h 641"/>
                  <a:gd name="T24" fmla="*/ 509 w 509"/>
                  <a:gd name="T25" fmla="*/ 385 h 641"/>
                  <a:gd name="T26" fmla="*/ 448 w 509"/>
                  <a:gd name="T27" fmla="*/ 576 h 641"/>
                  <a:gd name="T28" fmla="*/ 239 w 509"/>
                  <a:gd name="T29" fmla="*/ 641 h 641"/>
                  <a:gd name="T30" fmla="*/ 24 w 509"/>
                  <a:gd name="T31" fmla="*/ 590 h 641"/>
                  <a:gd name="T32" fmla="*/ 373 w 509"/>
                  <a:gd name="T33" fmla="*/ 228 h 641"/>
                  <a:gd name="T34" fmla="*/ 373 w 509"/>
                  <a:gd name="T35" fmla="*/ 226 h 641"/>
                  <a:gd name="T36" fmla="*/ 255 w 509"/>
                  <a:gd name="T37" fmla="*/ 114 h 641"/>
                  <a:gd name="T38" fmla="*/ 137 w 509"/>
                  <a:gd name="T39" fmla="*/ 226 h 641"/>
                  <a:gd name="T40" fmla="*/ 137 w 509"/>
                  <a:gd name="T41" fmla="*/ 228 h 641"/>
                  <a:gd name="T42" fmla="*/ 255 w 509"/>
                  <a:gd name="T43" fmla="*/ 340 h 641"/>
                  <a:gd name="T44" fmla="*/ 373 w 509"/>
                  <a:gd name="T45" fmla="*/ 228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509" h="641">
                    <a:moveTo>
                      <a:pt x="24" y="590"/>
                    </a:moveTo>
                    <a:cubicBezTo>
                      <a:pt x="71" y="487"/>
                      <a:pt x="71" y="487"/>
                      <a:pt x="71" y="487"/>
                    </a:cubicBezTo>
                    <a:cubicBezTo>
                      <a:pt x="121" y="515"/>
                      <a:pt x="171" y="531"/>
                      <a:pt x="235" y="531"/>
                    </a:cubicBezTo>
                    <a:cubicBezTo>
                      <a:pt x="329" y="531"/>
                      <a:pt x="373" y="486"/>
                      <a:pt x="373" y="399"/>
                    </a:cubicBezTo>
                    <a:cubicBezTo>
                      <a:pt x="373" y="376"/>
                      <a:pt x="373" y="376"/>
                      <a:pt x="373" y="376"/>
                    </a:cubicBezTo>
                    <a:cubicBezTo>
                      <a:pt x="333" y="425"/>
                      <a:pt x="288" y="454"/>
                      <a:pt x="215" y="454"/>
                    </a:cubicBezTo>
                    <a:cubicBezTo>
                      <a:pt x="102" y="454"/>
                      <a:pt x="0" y="372"/>
                      <a:pt x="0" y="228"/>
                    </a:cubicBezTo>
                    <a:cubicBezTo>
                      <a:pt x="0" y="226"/>
                      <a:pt x="0" y="226"/>
                      <a:pt x="0" y="226"/>
                    </a:cubicBezTo>
                    <a:cubicBezTo>
                      <a:pt x="0" y="82"/>
                      <a:pt x="104" y="0"/>
                      <a:pt x="215" y="0"/>
                    </a:cubicBezTo>
                    <a:cubicBezTo>
                      <a:pt x="290" y="0"/>
                      <a:pt x="334" y="32"/>
                      <a:pt x="372" y="72"/>
                    </a:cubicBezTo>
                    <a:cubicBezTo>
                      <a:pt x="372" y="9"/>
                      <a:pt x="372" y="9"/>
                      <a:pt x="372" y="9"/>
                    </a:cubicBezTo>
                    <a:cubicBezTo>
                      <a:pt x="509" y="9"/>
                      <a:pt x="509" y="9"/>
                      <a:pt x="509" y="9"/>
                    </a:cubicBezTo>
                    <a:cubicBezTo>
                      <a:pt x="509" y="385"/>
                      <a:pt x="509" y="385"/>
                      <a:pt x="509" y="385"/>
                    </a:cubicBezTo>
                    <a:cubicBezTo>
                      <a:pt x="509" y="472"/>
                      <a:pt x="488" y="535"/>
                      <a:pt x="448" y="576"/>
                    </a:cubicBezTo>
                    <a:cubicBezTo>
                      <a:pt x="402" y="621"/>
                      <a:pt x="333" y="641"/>
                      <a:pt x="239" y="641"/>
                    </a:cubicBezTo>
                    <a:cubicBezTo>
                      <a:pt x="160" y="641"/>
                      <a:pt x="86" y="623"/>
                      <a:pt x="24" y="590"/>
                    </a:cubicBezTo>
                    <a:close/>
                    <a:moveTo>
                      <a:pt x="373" y="228"/>
                    </a:moveTo>
                    <a:cubicBezTo>
                      <a:pt x="373" y="226"/>
                      <a:pt x="373" y="226"/>
                      <a:pt x="373" y="226"/>
                    </a:cubicBezTo>
                    <a:cubicBezTo>
                      <a:pt x="373" y="160"/>
                      <a:pt x="322" y="114"/>
                      <a:pt x="255" y="114"/>
                    </a:cubicBezTo>
                    <a:cubicBezTo>
                      <a:pt x="188" y="114"/>
                      <a:pt x="137" y="160"/>
                      <a:pt x="137" y="226"/>
                    </a:cubicBezTo>
                    <a:cubicBezTo>
                      <a:pt x="137" y="228"/>
                      <a:pt x="137" y="228"/>
                      <a:pt x="137" y="228"/>
                    </a:cubicBezTo>
                    <a:cubicBezTo>
                      <a:pt x="137" y="295"/>
                      <a:pt x="188" y="340"/>
                      <a:pt x="255" y="340"/>
                    </a:cubicBezTo>
                    <a:cubicBezTo>
                      <a:pt x="322" y="340"/>
                      <a:pt x="373" y="294"/>
                      <a:pt x="373" y="22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88" name="Freeform 21">
                <a:extLst>
                  <a:ext uri="{FF2B5EF4-FFF2-40B4-BE49-F238E27FC236}">
                    <a16:creationId xmlns:a16="http://schemas.microsoft.com/office/drawing/2014/main" id="{535443A8-F420-58B0-6940-C7217CB7D304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747450" y="942113"/>
                <a:ext cx="219424" cy="275277"/>
              </a:xfrm>
              <a:custGeom>
                <a:avLst/>
                <a:gdLst>
                  <a:gd name="T0" fmla="*/ 362 w 505"/>
                  <a:gd name="T1" fmla="*/ 0 h 633"/>
                  <a:gd name="T2" fmla="*/ 505 w 505"/>
                  <a:gd name="T3" fmla="*/ 0 h 633"/>
                  <a:gd name="T4" fmla="*/ 319 w 505"/>
                  <a:gd name="T5" fmla="*/ 497 h 633"/>
                  <a:gd name="T6" fmla="*/ 159 w 505"/>
                  <a:gd name="T7" fmla="*/ 633 h 633"/>
                  <a:gd name="T8" fmla="*/ 37 w 505"/>
                  <a:gd name="T9" fmla="*/ 599 h 633"/>
                  <a:gd name="T10" fmla="*/ 83 w 505"/>
                  <a:gd name="T11" fmla="*/ 500 h 633"/>
                  <a:gd name="T12" fmla="*/ 142 w 505"/>
                  <a:gd name="T13" fmla="*/ 519 h 633"/>
                  <a:gd name="T14" fmla="*/ 190 w 505"/>
                  <a:gd name="T15" fmla="*/ 487 h 633"/>
                  <a:gd name="T16" fmla="*/ 0 w 505"/>
                  <a:gd name="T17" fmla="*/ 0 h 633"/>
                  <a:gd name="T18" fmla="*/ 146 w 505"/>
                  <a:gd name="T19" fmla="*/ 0 h 633"/>
                  <a:gd name="T20" fmla="*/ 256 w 505"/>
                  <a:gd name="T21" fmla="*/ 331 h 633"/>
                  <a:gd name="T22" fmla="*/ 362 w 505"/>
                  <a:gd name="T23" fmla="*/ 0 h 6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505" h="633">
                    <a:moveTo>
                      <a:pt x="362" y="0"/>
                    </a:moveTo>
                    <a:cubicBezTo>
                      <a:pt x="505" y="0"/>
                      <a:pt x="505" y="0"/>
                      <a:pt x="505" y="0"/>
                    </a:cubicBezTo>
                    <a:cubicBezTo>
                      <a:pt x="319" y="497"/>
                      <a:pt x="319" y="497"/>
                      <a:pt x="319" y="497"/>
                    </a:cubicBezTo>
                    <a:cubicBezTo>
                      <a:pt x="282" y="596"/>
                      <a:pt x="242" y="633"/>
                      <a:pt x="159" y="633"/>
                    </a:cubicBezTo>
                    <a:cubicBezTo>
                      <a:pt x="110" y="633"/>
                      <a:pt x="73" y="620"/>
                      <a:pt x="37" y="599"/>
                    </a:cubicBezTo>
                    <a:cubicBezTo>
                      <a:pt x="83" y="500"/>
                      <a:pt x="83" y="500"/>
                      <a:pt x="83" y="500"/>
                    </a:cubicBezTo>
                    <a:cubicBezTo>
                      <a:pt x="101" y="511"/>
                      <a:pt x="124" y="519"/>
                      <a:pt x="142" y="519"/>
                    </a:cubicBezTo>
                    <a:cubicBezTo>
                      <a:pt x="166" y="519"/>
                      <a:pt x="178" y="512"/>
                      <a:pt x="190" y="487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46" y="0"/>
                      <a:pt x="146" y="0"/>
                      <a:pt x="146" y="0"/>
                    </a:cubicBezTo>
                    <a:cubicBezTo>
                      <a:pt x="256" y="331"/>
                      <a:pt x="256" y="331"/>
                      <a:pt x="256" y="331"/>
                    </a:cubicBezTo>
                    <a:lnTo>
                      <a:pt x="362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89" name="Freeform 22">
                <a:extLst>
                  <a:ext uri="{FF2B5EF4-FFF2-40B4-BE49-F238E27FC236}">
                    <a16:creationId xmlns:a16="http://schemas.microsoft.com/office/drawing/2014/main" id="{D577C4C5-162A-509E-0F90-2D9CF5560B46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005842" y="1258171"/>
                <a:ext cx="132541" cy="290348"/>
              </a:xfrm>
              <a:custGeom>
                <a:avLst/>
                <a:gdLst>
                  <a:gd name="T0" fmla="*/ 57 w 305"/>
                  <a:gd name="T1" fmla="*/ 299 h 667"/>
                  <a:gd name="T2" fmla="*/ 0 w 305"/>
                  <a:gd name="T3" fmla="*/ 299 h 667"/>
                  <a:gd name="T4" fmla="*/ 0 w 305"/>
                  <a:gd name="T5" fmla="*/ 186 h 667"/>
                  <a:gd name="T6" fmla="*/ 57 w 305"/>
                  <a:gd name="T7" fmla="*/ 186 h 667"/>
                  <a:gd name="T8" fmla="*/ 57 w 305"/>
                  <a:gd name="T9" fmla="*/ 155 h 667"/>
                  <a:gd name="T10" fmla="*/ 96 w 305"/>
                  <a:gd name="T11" fmla="*/ 38 h 667"/>
                  <a:gd name="T12" fmla="*/ 208 w 305"/>
                  <a:gd name="T13" fmla="*/ 0 h 667"/>
                  <a:gd name="T14" fmla="*/ 305 w 305"/>
                  <a:gd name="T15" fmla="*/ 13 h 667"/>
                  <a:gd name="T16" fmla="*/ 305 w 305"/>
                  <a:gd name="T17" fmla="*/ 127 h 667"/>
                  <a:gd name="T18" fmla="*/ 243 w 305"/>
                  <a:gd name="T19" fmla="*/ 115 h 667"/>
                  <a:gd name="T20" fmla="*/ 193 w 305"/>
                  <a:gd name="T21" fmla="*/ 168 h 667"/>
                  <a:gd name="T22" fmla="*/ 193 w 305"/>
                  <a:gd name="T23" fmla="*/ 187 h 667"/>
                  <a:gd name="T24" fmla="*/ 305 w 305"/>
                  <a:gd name="T25" fmla="*/ 187 h 667"/>
                  <a:gd name="T26" fmla="*/ 305 w 305"/>
                  <a:gd name="T27" fmla="*/ 299 h 667"/>
                  <a:gd name="T28" fmla="*/ 195 w 305"/>
                  <a:gd name="T29" fmla="*/ 299 h 667"/>
                  <a:gd name="T30" fmla="*/ 195 w 305"/>
                  <a:gd name="T31" fmla="*/ 667 h 667"/>
                  <a:gd name="T32" fmla="*/ 57 w 305"/>
                  <a:gd name="T33" fmla="*/ 667 h 667"/>
                  <a:gd name="T34" fmla="*/ 57 w 305"/>
                  <a:gd name="T35" fmla="*/ 299 h 6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305" h="667">
                    <a:moveTo>
                      <a:pt x="57" y="299"/>
                    </a:moveTo>
                    <a:cubicBezTo>
                      <a:pt x="0" y="299"/>
                      <a:pt x="0" y="299"/>
                      <a:pt x="0" y="299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57" y="186"/>
                      <a:pt x="57" y="186"/>
                      <a:pt x="57" y="186"/>
                    </a:cubicBezTo>
                    <a:cubicBezTo>
                      <a:pt x="57" y="155"/>
                      <a:pt x="57" y="155"/>
                      <a:pt x="57" y="155"/>
                    </a:cubicBezTo>
                    <a:cubicBezTo>
                      <a:pt x="57" y="102"/>
                      <a:pt x="71" y="63"/>
                      <a:pt x="96" y="38"/>
                    </a:cubicBezTo>
                    <a:cubicBezTo>
                      <a:pt x="122" y="12"/>
                      <a:pt x="159" y="0"/>
                      <a:pt x="208" y="0"/>
                    </a:cubicBezTo>
                    <a:cubicBezTo>
                      <a:pt x="251" y="0"/>
                      <a:pt x="280" y="5"/>
                      <a:pt x="305" y="13"/>
                    </a:cubicBezTo>
                    <a:cubicBezTo>
                      <a:pt x="305" y="127"/>
                      <a:pt x="305" y="127"/>
                      <a:pt x="305" y="127"/>
                    </a:cubicBezTo>
                    <a:cubicBezTo>
                      <a:pt x="286" y="120"/>
                      <a:pt x="267" y="115"/>
                      <a:pt x="243" y="115"/>
                    </a:cubicBezTo>
                    <a:cubicBezTo>
                      <a:pt x="211" y="115"/>
                      <a:pt x="193" y="132"/>
                      <a:pt x="193" y="168"/>
                    </a:cubicBezTo>
                    <a:cubicBezTo>
                      <a:pt x="193" y="187"/>
                      <a:pt x="193" y="187"/>
                      <a:pt x="193" y="187"/>
                    </a:cubicBezTo>
                    <a:cubicBezTo>
                      <a:pt x="305" y="187"/>
                      <a:pt x="305" y="187"/>
                      <a:pt x="305" y="187"/>
                    </a:cubicBezTo>
                    <a:cubicBezTo>
                      <a:pt x="305" y="299"/>
                      <a:pt x="305" y="299"/>
                      <a:pt x="305" y="299"/>
                    </a:cubicBezTo>
                    <a:cubicBezTo>
                      <a:pt x="195" y="299"/>
                      <a:pt x="195" y="299"/>
                      <a:pt x="195" y="299"/>
                    </a:cubicBezTo>
                    <a:cubicBezTo>
                      <a:pt x="195" y="667"/>
                      <a:pt x="195" y="667"/>
                      <a:pt x="195" y="667"/>
                    </a:cubicBezTo>
                    <a:cubicBezTo>
                      <a:pt x="57" y="667"/>
                      <a:pt x="57" y="667"/>
                      <a:pt x="57" y="667"/>
                    </a:cubicBezTo>
                    <a:lnTo>
                      <a:pt x="57" y="29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90" name="Freeform 23">
                <a:extLst>
                  <a:ext uri="{FF2B5EF4-FFF2-40B4-BE49-F238E27FC236}">
                    <a16:creationId xmlns:a16="http://schemas.microsoft.com/office/drawing/2014/main" id="{9CB671CE-477D-F1B3-6894-F85448189A99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137497" y="1333086"/>
                <a:ext cx="228289" cy="219867"/>
              </a:xfrm>
              <a:custGeom>
                <a:avLst/>
                <a:gdLst>
                  <a:gd name="T0" fmla="*/ 0 w 525"/>
                  <a:gd name="T1" fmla="*/ 255 h 506"/>
                  <a:gd name="T2" fmla="*/ 0 w 525"/>
                  <a:gd name="T3" fmla="*/ 253 h 506"/>
                  <a:gd name="T4" fmla="*/ 263 w 525"/>
                  <a:gd name="T5" fmla="*/ 0 h 506"/>
                  <a:gd name="T6" fmla="*/ 525 w 525"/>
                  <a:gd name="T7" fmla="*/ 251 h 506"/>
                  <a:gd name="T8" fmla="*/ 525 w 525"/>
                  <a:gd name="T9" fmla="*/ 253 h 506"/>
                  <a:gd name="T10" fmla="*/ 261 w 525"/>
                  <a:gd name="T11" fmla="*/ 506 h 506"/>
                  <a:gd name="T12" fmla="*/ 0 w 525"/>
                  <a:gd name="T13" fmla="*/ 255 h 506"/>
                  <a:gd name="T14" fmla="*/ 389 w 525"/>
                  <a:gd name="T15" fmla="*/ 255 h 506"/>
                  <a:gd name="T16" fmla="*/ 389 w 525"/>
                  <a:gd name="T17" fmla="*/ 253 h 506"/>
                  <a:gd name="T18" fmla="*/ 261 w 525"/>
                  <a:gd name="T19" fmla="*/ 119 h 506"/>
                  <a:gd name="T20" fmla="*/ 135 w 525"/>
                  <a:gd name="T21" fmla="*/ 251 h 506"/>
                  <a:gd name="T22" fmla="*/ 135 w 525"/>
                  <a:gd name="T23" fmla="*/ 253 h 506"/>
                  <a:gd name="T24" fmla="*/ 263 w 525"/>
                  <a:gd name="T25" fmla="*/ 387 h 506"/>
                  <a:gd name="T26" fmla="*/ 389 w 525"/>
                  <a:gd name="T27" fmla="*/ 255 h 5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5" h="506">
                    <a:moveTo>
                      <a:pt x="0" y="255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112" y="0"/>
                      <a:pt x="263" y="0"/>
                    </a:cubicBezTo>
                    <a:cubicBezTo>
                      <a:pt x="413" y="0"/>
                      <a:pt x="525" y="112"/>
                      <a:pt x="525" y="251"/>
                    </a:cubicBezTo>
                    <a:cubicBezTo>
                      <a:pt x="525" y="253"/>
                      <a:pt x="525" y="253"/>
                      <a:pt x="525" y="253"/>
                    </a:cubicBezTo>
                    <a:cubicBezTo>
                      <a:pt x="525" y="392"/>
                      <a:pt x="412" y="506"/>
                      <a:pt x="261" y="506"/>
                    </a:cubicBezTo>
                    <a:cubicBezTo>
                      <a:pt x="111" y="506"/>
                      <a:pt x="0" y="394"/>
                      <a:pt x="0" y="255"/>
                    </a:cubicBezTo>
                    <a:close/>
                    <a:moveTo>
                      <a:pt x="389" y="255"/>
                    </a:moveTo>
                    <a:cubicBezTo>
                      <a:pt x="389" y="253"/>
                      <a:pt x="389" y="253"/>
                      <a:pt x="389" y="253"/>
                    </a:cubicBezTo>
                    <a:cubicBezTo>
                      <a:pt x="389" y="182"/>
                      <a:pt x="337" y="119"/>
                      <a:pt x="261" y="119"/>
                    </a:cubicBezTo>
                    <a:cubicBezTo>
                      <a:pt x="183" y="119"/>
                      <a:pt x="135" y="180"/>
                      <a:pt x="135" y="251"/>
                    </a:cubicBezTo>
                    <a:cubicBezTo>
                      <a:pt x="135" y="253"/>
                      <a:pt x="135" y="253"/>
                      <a:pt x="135" y="253"/>
                    </a:cubicBezTo>
                    <a:cubicBezTo>
                      <a:pt x="135" y="325"/>
                      <a:pt x="187" y="387"/>
                      <a:pt x="263" y="387"/>
                    </a:cubicBezTo>
                    <a:cubicBezTo>
                      <a:pt x="342" y="387"/>
                      <a:pt x="389" y="326"/>
                      <a:pt x="389" y="25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91" name="Freeform 24">
                <a:extLst>
                  <a:ext uri="{FF2B5EF4-FFF2-40B4-BE49-F238E27FC236}">
                    <a16:creationId xmlns:a16="http://schemas.microsoft.com/office/drawing/2014/main" id="{2D545142-881D-002A-830D-2B1960B7F79A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379084" y="1331756"/>
                <a:ext cx="127665" cy="216764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0 h 498"/>
                  <a:gd name="T6" fmla="*/ 293 w 293"/>
                  <a:gd name="T7" fmla="*/ 3 h 498"/>
                  <a:gd name="T8" fmla="*/ 293 w 293"/>
                  <a:gd name="T9" fmla="*/ 147 h 498"/>
                  <a:gd name="T10" fmla="*/ 286 w 293"/>
                  <a:gd name="T11" fmla="*/ 147 h 498"/>
                  <a:gd name="T12" fmla="*/ 138 w 293"/>
                  <a:gd name="T13" fmla="*/ 318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0"/>
                      <a:pt x="138" y="110"/>
                      <a:pt x="138" y="110"/>
                    </a:cubicBezTo>
                    <a:cubicBezTo>
                      <a:pt x="166" y="43"/>
                      <a:pt x="211" y="0"/>
                      <a:pt x="293" y="3"/>
                    </a:cubicBezTo>
                    <a:cubicBezTo>
                      <a:pt x="293" y="147"/>
                      <a:pt x="293" y="147"/>
                      <a:pt x="293" y="147"/>
                    </a:cubicBezTo>
                    <a:cubicBezTo>
                      <a:pt x="286" y="147"/>
                      <a:pt x="286" y="147"/>
                      <a:pt x="286" y="147"/>
                    </a:cubicBezTo>
                    <a:cubicBezTo>
                      <a:pt x="194" y="147"/>
                      <a:pt x="138" y="203"/>
                      <a:pt x="138" y="318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92" name="Freeform 25">
                <a:extLst>
                  <a:ext uri="{FF2B5EF4-FFF2-40B4-BE49-F238E27FC236}">
                    <a16:creationId xmlns:a16="http://schemas.microsoft.com/office/drawing/2014/main" id="{5C959273-267C-8CBA-996C-EC8514CCD7D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582993" y="1334859"/>
                <a:ext cx="194157" cy="217207"/>
              </a:xfrm>
              <a:custGeom>
                <a:avLst/>
                <a:gdLst>
                  <a:gd name="T0" fmla="*/ 0 w 446"/>
                  <a:gd name="T1" fmla="*/ 351 h 500"/>
                  <a:gd name="T2" fmla="*/ 0 w 446"/>
                  <a:gd name="T3" fmla="*/ 349 h 500"/>
                  <a:gd name="T4" fmla="*/ 195 w 446"/>
                  <a:gd name="T5" fmla="*/ 195 h 500"/>
                  <a:gd name="T6" fmla="*/ 314 w 446"/>
                  <a:gd name="T7" fmla="*/ 215 h 500"/>
                  <a:gd name="T8" fmla="*/ 314 w 446"/>
                  <a:gd name="T9" fmla="*/ 206 h 500"/>
                  <a:gd name="T10" fmla="*/ 210 w 446"/>
                  <a:gd name="T11" fmla="*/ 118 h 500"/>
                  <a:gd name="T12" fmla="*/ 76 w 446"/>
                  <a:gd name="T13" fmla="*/ 144 h 500"/>
                  <a:gd name="T14" fmla="*/ 42 w 446"/>
                  <a:gd name="T15" fmla="*/ 39 h 500"/>
                  <a:gd name="T16" fmla="*/ 230 w 446"/>
                  <a:gd name="T17" fmla="*/ 0 h 500"/>
                  <a:gd name="T18" fmla="*/ 394 w 446"/>
                  <a:gd name="T19" fmla="*/ 54 h 500"/>
                  <a:gd name="T20" fmla="*/ 446 w 446"/>
                  <a:gd name="T21" fmla="*/ 209 h 500"/>
                  <a:gd name="T22" fmla="*/ 446 w 446"/>
                  <a:gd name="T23" fmla="*/ 491 h 500"/>
                  <a:gd name="T24" fmla="*/ 313 w 446"/>
                  <a:gd name="T25" fmla="*/ 491 h 500"/>
                  <a:gd name="T26" fmla="*/ 313 w 446"/>
                  <a:gd name="T27" fmla="*/ 438 h 500"/>
                  <a:gd name="T28" fmla="*/ 167 w 446"/>
                  <a:gd name="T29" fmla="*/ 500 h 500"/>
                  <a:gd name="T30" fmla="*/ 0 w 446"/>
                  <a:gd name="T31" fmla="*/ 351 h 500"/>
                  <a:gd name="T32" fmla="*/ 316 w 446"/>
                  <a:gd name="T33" fmla="*/ 320 h 500"/>
                  <a:gd name="T34" fmla="*/ 316 w 446"/>
                  <a:gd name="T35" fmla="*/ 295 h 500"/>
                  <a:gd name="T36" fmla="*/ 228 w 446"/>
                  <a:gd name="T37" fmla="*/ 277 h 500"/>
                  <a:gd name="T38" fmla="*/ 133 w 446"/>
                  <a:gd name="T39" fmla="*/ 344 h 500"/>
                  <a:gd name="T40" fmla="*/ 133 w 446"/>
                  <a:gd name="T41" fmla="*/ 346 h 500"/>
                  <a:gd name="T42" fmla="*/ 208 w 446"/>
                  <a:gd name="T43" fmla="*/ 405 h 500"/>
                  <a:gd name="T44" fmla="*/ 316 w 446"/>
                  <a:gd name="T45" fmla="*/ 32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446" h="500">
                    <a:moveTo>
                      <a:pt x="0" y="351"/>
                    </a:moveTo>
                    <a:cubicBezTo>
                      <a:pt x="0" y="349"/>
                      <a:pt x="0" y="349"/>
                      <a:pt x="0" y="349"/>
                    </a:cubicBezTo>
                    <a:cubicBezTo>
                      <a:pt x="0" y="244"/>
                      <a:pt x="81" y="195"/>
                      <a:pt x="195" y="195"/>
                    </a:cubicBezTo>
                    <a:cubicBezTo>
                      <a:pt x="244" y="195"/>
                      <a:pt x="280" y="203"/>
                      <a:pt x="314" y="215"/>
                    </a:cubicBezTo>
                    <a:cubicBezTo>
                      <a:pt x="314" y="206"/>
                      <a:pt x="314" y="206"/>
                      <a:pt x="314" y="206"/>
                    </a:cubicBezTo>
                    <a:cubicBezTo>
                      <a:pt x="314" y="149"/>
                      <a:pt x="279" y="118"/>
                      <a:pt x="210" y="118"/>
                    </a:cubicBezTo>
                    <a:cubicBezTo>
                      <a:pt x="157" y="118"/>
                      <a:pt x="120" y="128"/>
                      <a:pt x="76" y="144"/>
                    </a:cubicBezTo>
                    <a:cubicBezTo>
                      <a:pt x="42" y="39"/>
                      <a:pt x="42" y="39"/>
                      <a:pt x="42" y="39"/>
                    </a:cubicBezTo>
                    <a:cubicBezTo>
                      <a:pt x="95" y="15"/>
                      <a:pt x="148" y="0"/>
                      <a:pt x="230" y="0"/>
                    </a:cubicBezTo>
                    <a:cubicBezTo>
                      <a:pt x="305" y="0"/>
                      <a:pt x="359" y="20"/>
                      <a:pt x="394" y="54"/>
                    </a:cubicBezTo>
                    <a:cubicBezTo>
                      <a:pt x="430" y="91"/>
                      <a:pt x="446" y="144"/>
                      <a:pt x="446" y="209"/>
                    </a:cubicBezTo>
                    <a:cubicBezTo>
                      <a:pt x="446" y="491"/>
                      <a:pt x="446" y="491"/>
                      <a:pt x="446" y="491"/>
                    </a:cubicBezTo>
                    <a:cubicBezTo>
                      <a:pt x="313" y="491"/>
                      <a:pt x="313" y="491"/>
                      <a:pt x="313" y="491"/>
                    </a:cubicBezTo>
                    <a:cubicBezTo>
                      <a:pt x="313" y="438"/>
                      <a:pt x="313" y="438"/>
                      <a:pt x="313" y="438"/>
                    </a:cubicBezTo>
                    <a:cubicBezTo>
                      <a:pt x="280" y="475"/>
                      <a:pt x="234" y="500"/>
                      <a:pt x="167" y="500"/>
                    </a:cubicBezTo>
                    <a:cubicBezTo>
                      <a:pt x="75" y="500"/>
                      <a:pt x="0" y="447"/>
                      <a:pt x="0" y="351"/>
                    </a:cubicBezTo>
                    <a:close/>
                    <a:moveTo>
                      <a:pt x="316" y="320"/>
                    </a:moveTo>
                    <a:cubicBezTo>
                      <a:pt x="316" y="295"/>
                      <a:pt x="316" y="295"/>
                      <a:pt x="316" y="295"/>
                    </a:cubicBezTo>
                    <a:cubicBezTo>
                      <a:pt x="292" y="284"/>
                      <a:pt x="262" y="277"/>
                      <a:pt x="228" y="277"/>
                    </a:cubicBezTo>
                    <a:cubicBezTo>
                      <a:pt x="169" y="277"/>
                      <a:pt x="133" y="301"/>
                      <a:pt x="133" y="344"/>
                    </a:cubicBezTo>
                    <a:cubicBezTo>
                      <a:pt x="133" y="346"/>
                      <a:pt x="133" y="346"/>
                      <a:pt x="133" y="346"/>
                    </a:cubicBezTo>
                    <a:cubicBezTo>
                      <a:pt x="133" y="383"/>
                      <a:pt x="164" y="405"/>
                      <a:pt x="208" y="405"/>
                    </a:cubicBezTo>
                    <a:cubicBezTo>
                      <a:pt x="272" y="405"/>
                      <a:pt x="316" y="369"/>
                      <a:pt x="316" y="3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93" name="Rectangle 26">
                <a:extLst>
                  <a:ext uri="{FF2B5EF4-FFF2-40B4-BE49-F238E27FC236}">
                    <a16:creationId xmlns:a16="http://schemas.microsoft.com/office/drawing/2014/main" id="{2F1B0169-414B-8F53-D204-E4FC9132C39A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801973" y="1260831"/>
                <a:ext cx="59843" cy="287689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94" name="Rectangle 27">
                <a:extLst>
                  <a:ext uri="{FF2B5EF4-FFF2-40B4-BE49-F238E27FC236}">
                    <a16:creationId xmlns:a16="http://schemas.microsoft.com/office/drawing/2014/main" id="{FD3CEF0B-9316-CAAF-B811-7977EA0FDC7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886639" y="1260831"/>
                <a:ext cx="59399" cy="287689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</p:grpSp>
        <p:sp>
          <p:nvSpPr>
            <p:cNvPr id="64" name="Rectangle 28">
              <a:extLst>
                <a:ext uri="{FF2B5EF4-FFF2-40B4-BE49-F238E27FC236}">
                  <a16:creationId xmlns:a16="http://schemas.microsoft.com/office/drawing/2014/main" id="{C44969F7-1BF0-A4FA-F4EB-8003272D98C6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1556230" y="767096"/>
              <a:ext cx="634181" cy="18986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5AB97A83-AA92-5D2A-D89F-2B85130F597F}"/>
                </a:ext>
              </a:extLst>
            </p:cNvPr>
            <p:cNvGrpSpPr/>
            <p:nvPr userDrawn="1"/>
          </p:nvGrpSpPr>
          <p:grpSpPr>
            <a:xfrm>
              <a:off x="11701122" y="936748"/>
              <a:ext cx="321494" cy="1552800"/>
              <a:chOff x="7313961" y="501936"/>
              <a:chExt cx="323594" cy="1566108"/>
            </a:xfrm>
          </p:grpSpPr>
          <p:sp>
            <p:nvSpPr>
              <p:cNvPr id="66" name="Freeform 29">
                <a:extLst>
                  <a:ext uri="{FF2B5EF4-FFF2-40B4-BE49-F238E27FC236}">
                    <a16:creationId xmlns:a16="http://schemas.microsoft.com/office/drawing/2014/main" id="{93913DCE-D7C5-993F-1CBD-D671F4E01A37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83556" y="1311808"/>
                <a:ext cx="249567" cy="247350"/>
              </a:xfrm>
              <a:custGeom>
                <a:avLst/>
                <a:gdLst>
                  <a:gd name="T0" fmla="*/ 0 w 574"/>
                  <a:gd name="T1" fmla="*/ 229 h 569"/>
                  <a:gd name="T2" fmla="*/ 90 w 574"/>
                  <a:gd name="T3" fmla="*/ 413 h 569"/>
                  <a:gd name="T4" fmla="*/ 90 w 574"/>
                  <a:gd name="T5" fmla="*/ 413 h 569"/>
                  <a:gd name="T6" fmla="*/ 90 w 574"/>
                  <a:gd name="T7" fmla="*/ 413 h 569"/>
                  <a:gd name="T8" fmla="*/ 9 w 574"/>
                  <a:gd name="T9" fmla="*/ 413 h 569"/>
                  <a:gd name="T10" fmla="*/ 9 w 574"/>
                  <a:gd name="T11" fmla="*/ 569 h 569"/>
                  <a:gd name="T12" fmla="*/ 574 w 574"/>
                  <a:gd name="T13" fmla="*/ 569 h 569"/>
                  <a:gd name="T14" fmla="*/ 574 w 574"/>
                  <a:gd name="T15" fmla="*/ 413 h 569"/>
                  <a:gd name="T16" fmla="*/ 253 w 574"/>
                  <a:gd name="T17" fmla="*/ 413 h 569"/>
                  <a:gd name="T18" fmla="*/ 133 w 574"/>
                  <a:gd name="T19" fmla="*/ 286 h 569"/>
                  <a:gd name="T20" fmla="*/ 253 w 574"/>
                  <a:gd name="T21" fmla="*/ 155 h 569"/>
                  <a:gd name="T22" fmla="*/ 574 w 574"/>
                  <a:gd name="T23" fmla="*/ 155 h 569"/>
                  <a:gd name="T24" fmla="*/ 574 w 574"/>
                  <a:gd name="T25" fmla="*/ 0 h 569"/>
                  <a:gd name="T26" fmla="*/ 224 w 574"/>
                  <a:gd name="T27" fmla="*/ 0 h 569"/>
                  <a:gd name="T28" fmla="*/ 0 w 574"/>
                  <a:gd name="T29" fmla="*/ 229 h 5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74" h="569">
                    <a:moveTo>
                      <a:pt x="0" y="229"/>
                    </a:moveTo>
                    <a:cubicBezTo>
                      <a:pt x="0" y="294"/>
                      <a:pt x="30" y="368"/>
                      <a:pt x="90" y="413"/>
                    </a:cubicBezTo>
                    <a:cubicBezTo>
                      <a:pt x="90" y="413"/>
                      <a:pt x="90" y="413"/>
                      <a:pt x="90" y="413"/>
                    </a:cubicBezTo>
                    <a:cubicBezTo>
                      <a:pt x="90" y="413"/>
                      <a:pt x="90" y="413"/>
                      <a:pt x="90" y="413"/>
                    </a:cubicBezTo>
                    <a:cubicBezTo>
                      <a:pt x="9" y="413"/>
                      <a:pt x="9" y="413"/>
                      <a:pt x="9" y="413"/>
                    </a:cubicBezTo>
                    <a:cubicBezTo>
                      <a:pt x="9" y="569"/>
                      <a:pt x="9" y="569"/>
                      <a:pt x="9" y="569"/>
                    </a:cubicBezTo>
                    <a:cubicBezTo>
                      <a:pt x="574" y="569"/>
                      <a:pt x="574" y="569"/>
                      <a:pt x="574" y="569"/>
                    </a:cubicBezTo>
                    <a:cubicBezTo>
                      <a:pt x="574" y="413"/>
                      <a:pt x="574" y="413"/>
                      <a:pt x="574" y="413"/>
                    </a:cubicBezTo>
                    <a:cubicBezTo>
                      <a:pt x="253" y="413"/>
                      <a:pt x="253" y="413"/>
                      <a:pt x="253" y="413"/>
                    </a:cubicBezTo>
                    <a:cubicBezTo>
                      <a:pt x="195" y="413"/>
                      <a:pt x="133" y="369"/>
                      <a:pt x="133" y="286"/>
                    </a:cubicBezTo>
                    <a:cubicBezTo>
                      <a:pt x="133" y="221"/>
                      <a:pt x="178" y="155"/>
                      <a:pt x="253" y="155"/>
                    </a:cubicBezTo>
                    <a:cubicBezTo>
                      <a:pt x="574" y="155"/>
                      <a:pt x="574" y="155"/>
                      <a:pt x="574" y="155"/>
                    </a:cubicBezTo>
                    <a:cubicBezTo>
                      <a:pt x="574" y="0"/>
                      <a:pt x="574" y="0"/>
                      <a:pt x="574" y="0"/>
                    </a:cubicBezTo>
                    <a:cubicBezTo>
                      <a:pt x="224" y="0"/>
                      <a:pt x="224" y="0"/>
                      <a:pt x="224" y="0"/>
                    </a:cubicBezTo>
                    <a:cubicBezTo>
                      <a:pt x="94" y="0"/>
                      <a:pt x="0" y="93"/>
                      <a:pt x="0" y="229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67" name="Freeform 30">
                <a:extLst>
                  <a:ext uri="{FF2B5EF4-FFF2-40B4-BE49-F238E27FC236}">
                    <a16:creationId xmlns:a16="http://schemas.microsoft.com/office/drawing/2014/main" id="{6D0A5711-84F8-6852-FC23-C9222B8AB056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87546" y="755049"/>
                <a:ext cx="245577" cy="276163"/>
              </a:xfrm>
              <a:custGeom>
                <a:avLst/>
                <a:gdLst>
                  <a:gd name="T0" fmla="*/ 0 w 554"/>
                  <a:gd name="T1" fmla="*/ 174 h 623"/>
                  <a:gd name="T2" fmla="*/ 377 w 554"/>
                  <a:gd name="T3" fmla="*/ 311 h 623"/>
                  <a:gd name="T4" fmla="*/ 0 w 554"/>
                  <a:gd name="T5" fmla="*/ 450 h 623"/>
                  <a:gd name="T6" fmla="*/ 0 w 554"/>
                  <a:gd name="T7" fmla="*/ 623 h 623"/>
                  <a:gd name="T8" fmla="*/ 554 w 554"/>
                  <a:gd name="T9" fmla="*/ 395 h 623"/>
                  <a:gd name="T10" fmla="*/ 554 w 554"/>
                  <a:gd name="T11" fmla="*/ 228 h 623"/>
                  <a:gd name="T12" fmla="*/ 0 w 554"/>
                  <a:gd name="T13" fmla="*/ 0 h 623"/>
                  <a:gd name="T14" fmla="*/ 0 w 554"/>
                  <a:gd name="T15" fmla="*/ 174 h 6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54" h="623">
                    <a:moveTo>
                      <a:pt x="0" y="174"/>
                    </a:moveTo>
                    <a:lnTo>
                      <a:pt x="377" y="311"/>
                    </a:lnTo>
                    <a:lnTo>
                      <a:pt x="0" y="450"/>
                    </a:lnTo>
                    <a:lnTo>
                      <a:pt x="0" y="623"/>
                    </a:lnTo>
                    <a:lnTo>
                      <a:pt x="554" y="395"/>
                    </a:lnTo>
                    <a:lnTo>
                      <a:pt x="554" y="228"/>
                    </a:lnTo>
                    <a:lnTo>
                      <a:pt x="0" y="0"/>
                    </a:lnTo>
                    <a:lnTo>
                      <a:pt x="0" y="17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68" name="Freeform 31">
                <a:extLst>
                  <a:ext uri="{FF2B5EF4-FFF2-40B4-BE49-F238E27FC236}">
                    <a16:creationId xmlns:a16="http://schemas.microsoft.com/office/drawing/2014/main" id="{185085EF-D1B3-20ED-1267-AC7FAB1644FE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1583096"/>
                <a:ext cx="253999" cy="256659"/>
              </a:xfrm>
              <a:custGeom>
                <a:avLst/>
                <a:gdLst>
                  <a:gd name="T0" fmla="*/ 401 w 584"/>
                  <a:gd name="T1" fmla="*/ 110 h 590"/>
                  <a:gd name="T2" fmla="*/ 460 w 584"/>
                  <a:gd name="T3" fmla="*/ 272 h 590"/>
                  <a:gd name="T4" fmla="*/ 415 w 584"/>
                  <a:gd name="T5" fmla="*/ 397 h 590"/>
                  <a:gd name="T6" fmla="*/ 250 w 584"/>
                  <a:gd name="T7" fmla="*/ 0 h 590"/>
                  <a:gd name="T8" fmla="*/ 92 w 584"/>
                  <a:gd name="T9" fmla="*/ 68 h 590"/>
                  <a:gd name="T10" fmla="*/ 0 w 584"/>
                  <a:gd name="T11" fmla="*/ 291 h 590"/>
                  <a:gd name="T12" fmla="*/ 292 w 584"/>
                  <a:gd name="T13" fmla="*/ 590 h 590"/>
                  <a:gd name="T14" fmla="*/ 584 w 584"/>
                  <a:gd name="T15" fmla="*/ 274 h 590"/>
                  <a:gd name="T16" fmla="*/ 476 w 584"/>
                  <a:gd name="T17" fmla="*/ 12 h 590"/>
                  <a:gd name="T18" fmla="*/ 401 w 584"/>
                  <a:gd name="T19" fmla="*/ 110 h 590"/>
                  <a:gd name="T20" fmla="*/ 179 w 584"/>
                  <a:gd name="T21" fmla="*/ 408 h 590"/>
                  <a:gd name="T22" fmla="*/ 123 w 584"/>
                  <a:gd name="T23" fmla="*/ 288 h 590"/>
                  <a:gd name="T24" fmla="*/ 202 w 584"/>
                  <a:gd name="T25" fmla="*/ 168 h 590"/>
                  <a:gd name="T26" fmla="*/ 315 w 584"/>
                  <a:gd name="T27" fmla="*/ 439 h 590"/>
                  <a:gd name="T28" fmla="*/ 179 w 584"/>
                  <a:gd name="T29" fmla="*/ 408 h 5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84" h="590">
                    <a:moveTo>
                      <a:pt x="401" y="110"/>
                    </a:moveTo>
                    <a:cubicBezTo>
                      <a:pt x="449" y="175"/>
                      <a:pt x="460" y="212"/>
                      <a:pt x="460" y="272"/>
                    </a:cubicBezTo>
                    <a:cubicBezTo>
                      <a:pt x="460" y="325"/>
                      <a:pt x="444" y="367"/>
                      <a:pt x="415" y="397"/>
                    </a:cubicBezTo>
                    <a:cubicBezTo>
                      <a:pt x="250" y="0"/>
                      <a:pt x="250" y="0"/>
                      <a:pt x="250" y="0"/>
                    </a:cubicBezTo>
                    <a:cubicBezTo>
                      <a:pt x="189" y="9"/>
                      <a:pt x="134" y="32"/>
                      <a:pt x="92" y="68"/>
                    </a:cubicBezTo>
                    <a:cubicBezTo>
                      <a:pt x="32" y="120"/>
                      <a:pt x="0" y="197"/>
                      <a:pt x="0" y="291"/>
                    </a:cubicBezTo>
                    <a:cubicBezTo>
                      <a:pt x="0" y="462"/>
                      <a:pt x="126" y="590"/>
                      <a:pt x="292" y="590"/>
                    </a:cubicBezTo>
                    <a:cubicBezTo>
                      <a:pt x="462" y="590"/>
                      <a:pt x="584" y="462"/>
                      <a:pt x="584" y="274"/>
                    </a:cubicBezTo>
                    <a:cubicBezTo>
                      <a:pt x="584" y="169"/>
                      <a:pt x="534" y="62"/>
                      <a:pt x="476" y="12"/>
                    </a:cubicBezTo>
                    <a:lnTo>
                      <a:pt x="401" y="110"/>
                    </a:lnTo>
                    <a:close/>
                    <a:moveTo>
                      <a:pt x="179" y="408"/>
                    </a:moveTo>
                    <a:cubicBezTo>
                      <a:pt x="144" y="381"/>
                      <a:pt x="123" y="339"/>
                      <a:pt x="123" y="288"/>
                    </a:cubicBezTo>
                    <a:cubicBezTo>
                      <a:pt x="123" y="232"/>
                      <a:pt x="155" y="190"/>
                      <a:pt x="202" y="168"/>
                    </a:cubicBezTo>
                    <a:cubicBezTo>
                      <a:pt x="315" y="439"/>
                      <a:pt x="315" y="439"/>
                      <a:pt x="315" y="439"/>
                    </a:cubicBezTo>
                    <a:cubicBezTo>
                      <a:pt x="257" y="447"/>
                      <a:pt x="212" y="432"/>
                      <a:pt x="179" y="40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69" name="Freeform 32">
                <a:extLst>
                  <a:ext uri="{FF2B5EF4-FFF2-40B4-BE49-F238E27FC236}">
                    <a16:creationId xmlns:a16="http://schemas.microsoft.com/office/drawing/2014/main" id="{8434C32D-C325-1F32-5E19-6C9FC933AC3B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13961" y="1846404"/>
                <a:ext cx="319161" cy="221640"/>
              </a:xfrm>
              <a:custGeom>
                <a:avLst/>
                <a:gdLst>
                  <a:gd name="T0" fmla="*/ 580 w 720"/>
                  <a:gd name="T1" fmla="*/ 0 h 500"/>
                  <a:gd name="T2" fmla="*/ 580 w 720"/>
                  <a:gd name="T3" fmla="*/ 346 h 500"/>
                  <a:gd name="T4" fmla="*/ 0 w 720"/>
                  <a:gd name="T5" fmla="*/ 346 h 500"/>
                  <a:gd name="T6" fmla="*/ 0 w 720"/>
                  <a:gd name="T7" fmla="*/ 500 h 500"/>
                  <a:gd name="T8" fmla="*/ 720 w 720"/>
                  <a:gd name="T9" fmla="*/ 500 h 500"/>
                  <a:gd name="T10" fmla="*/ 720 w 720"/>
                  <a:gd name="T11" fmla="*/ 0 h 500"/>
                  <a:gd name="T12" fmla="*/ 580 w 720"/>
                  <a:gd name="T13" fmla="*/ 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0" h="500">
                    <a:moveTo>
                      <a:pt x="580" y="0"/>
                    </a:moveTo>
                    <a:lnTo>
                      <a:pt x="580" y="346"/>
                    </a:lnTo>
                    <a:lnTo>
                      <a:pt x="0" y="346"/>
                    </a:lnTo>
                    <a:lnTo>
                      <a:pt x="0" y="500"/>
                    </a:lnTo>
                    <a:lnTo>
                      <a:pt x="720" y="500"/>
                    </a:lnTo>
                    <a:lnTo>
                      <a:pt x="720" y="0"/>
                    </a:lnTo>
                    <a:lnTo>
                      <a:pt x="58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70" name="Freeform 33">
                <a:extLst>
                  <a:ext uri="{FF2B5EF4-FFF2-40B4-BE49-F238E27FC236}">
                    <a16:creationId xmlns:a16="http://schemas.microsoft.com/office/drawing/2014/main" id="{A281B950-B57F-4814-65C4-87F843CA0E1C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501936"/>
                <a:ext cx="253999" cy="263752"/>
              </a:xfrm>
              <a:custGeom>
                <a:avLst/>
                <a:gdLst>
                  <a:gd name="T0" fmla="*/ 584 w 584"/>
                  <a:gd name="T1" fmla="*/ 304 h 607"/>
                  <a:gd name="T2" fmla="*/ 292 w 584"/>
                  <a:gd name="T3" fmla="*/ 607 h 607"/>
                  <a:gd name="T4" fmla="*/ 0 w 584"/>
                  <a:gd name="T5" fmla="*/ 302 h 607"/>
                  <a:gd name="T6" fmla="*/ 292 w 584"/>
                  <a:gd name="T7" fmla="*/ 0 h 607"/>
                  <a:gd name="T8" fmla="*/ 584 w 584"/>
                  <a:gd name="T9" fmla="*/ 304 h 607"/>
                  <a:gd name="T10" fmla="*/ 133 w 584"/>
                  <a:gd name="T11" fmla="*/ 304 h 607"/>
                  <a:gd name="T12" fmla="*/ 292 w 584"/>
                  <a:gd name="T13" fmla="*/ 454 h 607"/>
                  <a:gd name="T14" fmla="*/ 451 w 584"/>
                  <a:gd name="T15" fmla="*/ 302 h 607"/>
                  <a:gd name="T16" fmla="*/ 292 w 584"/>
                  <a:gd name="T17" fmla="*/ 153 h 607"/>
                  <a:gd name="T18" fmla="*/ 133 w 584"/>
                  <a:gd name="T19" fmla="*/ 304 h 6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84" h="607">
                    <a:moveTo>
                      <a:pt x="584" y="304"/>
                    </a:moveTo>
                    <a:cubicBezTo>
                      <a:pt x="584" y="474"/>
                      <a:pt x="457" y="607"/>
                      <a:pt x="292" y="607"/>
                    </a:cubicBezTo>
                    <a:cubicBezTo>
                      <a:pt x="128" y="607"/>
                      <a:pt x="0" y="473"/>
                      <a:pt x="0" y="302"/>
                    </a:cubicBezTo>
                    <a:cubicBezTo>
                      <a:pt x="0" y="133"/>
                      <a:pt x="126" y="0"/>
                      <a:pt x="292" y="0"/>
                    </a:cubicBezTo>
                    <a:cubicBezTo>
                      <a:pt x="455" y="0"/>
                      <a:pt x="584" y="133"/>
                      <a:pt x="584" y="304"/>
                    </a:cubicBezTo>
                    <a:moveTo>
                      <a:pt x="133" y="304"/>
                    </a:moveTo>
                    <a:cubicBezTo>
                      <a:pt x="133" y="391"/>
                      <a:pt x="198" y="454"/>
                      <a:pt x="292" y="454"/>
                    </a:cubicBezTo>
                    <a:cubicBezTo>
                      <a:pt x="381" y="454"/>
                      <a:pt x="451" y="387"/>
                      <a:pt x="451" y="302"/>
                    </a:cubicBezTo>
                    <a:cubicBezTo>
                      <a:pt x="451" y="216"/>
                      <a:pt x="383" y="153"/>
                      <a:pt x="292" y="153"/>
                    </a:cubicBezTo>
                    <a:cubicBezTo>
                      <a:pt x="203" y="153"/>
                      <a:pt x="133" y="219"/>
                      <a:pt x="133" y="304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71" name="Freeform 34">
                <a:extLst>
                  <a:ext uri="{FF2B5EF4-FFF2-40B4-BE49-F238E27FC236}">
                    <a16:creationId xmlns:a16="http://schemas.microsoft.com/office/drawing/2014/main" id="{EE465ED6-53DE-A385-42CB-0B5A75477346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1021017"/>
                <a:ext cx="253999" cy="263752"/>
              </a:xfrm>
              <a:custGeom>
                <a:avLst/>
                <a:gdLst>
                  <a:gd name="T0" fmla="*/ 584 w 584"/>
                  <a:gd name="T1" fmla="*/ 305 h 607"/>
                  <a:gd name="T2" fmla="*/ 292 w 584"/>
                  <a:gd name="T3" fmla="*/ 607 h 607"/>
                  <a:gd name="T4" fmla="*/ 0 w 584"/>
                  <a:gd name="T5" fmla="*/ 303 h 607"/>
                  <a:gd name="T6" fmla="*/ 292 w 584"/>
                  <a:gd name="T7" fmla="*/ 0 h 607"/>
                  <a:gd name="T8" fmla="*/ 584 w 584"/>
                  <a:gd name="T9" fmla="*/ 305 h 607"/>
                  <a:gd name="T10" fmla="*/ 133 w 584"/>
                  <a:gd name="T11" fmla="*/ 305 h 607"/>
                  <a:gd name="T12" fmla="*/ 292 w 584"/>
                  <a:gd name="T13" fmla="*/ 454 h 607"/>
                  <a:gd name="T14" fmla="*/ 451 w 584"/>
                  <a:gd name="T15" fmla="*/ 303 h 607"/>
                  <a:gd name="T16" fmla="*/ 292 w 584"/>
                  <a:gd name="T17" fmla="*/ 153 h 607"/>
                  <a:gd name="T18" fmla="*/ 133 w 584"/>
                  <a:gd name="T19" fmla="*/ 305 h 6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84" h="607">
                    <a:moveTo>
                      <a:pt x="584" y="305"/>
                    </a:moveTo>
                    <a:cubicBezTo>
                      <a:pt x="584" y="474"/>
                      <a:pt x="457" y="607"/>
                      <a:pt x="292" y="607"/>
                    </a:cubicBezTo>
                    <a:cubicBezTo>
                      <a:pt x="128" y="607"/>
                      <a:pt x="0" y="474"/>
                      <a:pt x="0" y="303"/>
                    </a:cubicBezTo>
                    <a:cubicBezTo>
                      <a:pt x="0" y="133"/>
                      <a:pt x="126" y="0"/>
                      <a:pt x="292" y="0"/>
                    </a:cubicBezTo>
                    <a:cubicBezTo>
                      <a:pt x="455" y="0"/>
                      <a:pt x="584" y="134"/>
                      <a:pt x="584" y="305"/>
                    </a:cubicBezTo>
                    <a:moveTo>
                      <a:pt x="133" y="305"/>
                    </a:moveTo>
                    <a:cubicBezTo>
                      <a:pt x="133" y="391"/>
                      <a:pt x="198" y="454"/>
                      <a:pt x="292" y="454"/>
                    </a:cubicBezTo>
                    <a:cubicBezTo>
                      <a:pt x="381" y="454"/>
                      <a:pt x="451" y="388"/>
                      <a:pt x="451" y="303"/>
                    </a:cubicBezTo>
                    <a:cubicBezTo>
                      <a:pt x="451" y="216"/>
                      <a:pt x="383" y="153"/>
                      <a:pt x="292" y="153"/>
                    </a:cubicBezTo>
                    <a:cubicBezTo>
                      <a:pt x="203" y="153"/>
                      <a:pt x="133" y="220"/>
                      <a:pt x="133" y="305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</p:grp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320E6808-E70B-FA4B-99F6-1C02BBC16598}"/>
              </a:ext>
            </a:extLst>
          </p:cNvPr>
          <p:cNvGrpSpPr/>
          <p:nvPr userDrawn="1"/>
        </p:nvGrpSpPr>
        <p:grpSpPr>
          <a:xfrm>
            <a:off x="1539348" y="3561908"/>
            <a:ext cx="7853422" cy="1769127"/>
            <a:chOff x="541049" y="2649538"/>
            <a:chExt cx="9285724" cy="2092325"/>
          </a:xfrm>
          <a:gradFill>
            <a:gsLst>
              <a:gs pos="0">
                <a:schemeClr val="accent1"/>
              </a:gs>
              <a:gs pos="100000">
                <a:srgbClr val="391262"/>
              </a:gs>
              <a:gs pos="64000">
                <a:srgbClr val="64131E"/>
              </a:gs>
              <a:gs pos="29000">
                <a:srgbClr val="831B22"/>
              </a:gs>
            </a:gsLst>
            <a:path path="circle">
              <a:fillToRect l="100000" t="100000"/>
            </a:path>
          </a:gradFill>
        </p:grpSpPr>
        <p:sp>
          <p:nvSpPr>
            <p:cNvPr id="43" name="Freeform 5">
              <a:extLst>
                <a:ext uri="{FF2B5EF4-FFF2-40B4-BE49-F238E27FC236}">
                  <a16:creationId xmlns:a16="http://schemas.microsoft.com/office/drawing/2014/main" id="{4C297CEF-136F-B1B7-09B1-55E4D7563FD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1049" y="2809876"/>
              <a:ext cx="963613" cy="1928813"/>
            </a:xfrm>
            <a:custGeom>
              <a:avLst/>
              <a:gdLst>
                <a:gd name="T0" fmla="*/ 57 w 301"/>
                <a:gd name="T1" fmla="*/ 458 h 600"/>
                <a:gd name="T2" fmla="*/ 57 w 301"/>
                <a:gd name="T3" fmla="*/ 235 h 600"/>
                <a:gd name="T4" fmla="*/ 0 w 301"/>
                <a:gd name="T5" fmla="*/ 235 h 600"/>
                <a:gd name="T6" fmla="*/ 0 w 301"/>
                <a:gd name="T7" fmla="*/ 121 h 600"/>
                <a:gd name="T8" fmla="*/ 57 w 301"/>
                <a:gd name="T9" fmla="*/ 121 h 600"/>
                <a:gd name="T10" fmla="*/ 57 w 301"/>
                <a:gd name="T11" fmla="*/ 0 h 600"/>
                <a:gd name="T12" fmla="*/ 190 w 301"/>
                <a:gd name="T13" fmla="*/ 0 h 600"/>
                <a:gd name="T14" fmla="*/ 190 w 301"/>
                <a:gd name="T15" fmla="*/ 121 h 600"/>
                <a:gd name="T16" fmla="*/ 301 w 301"/>
                <a:gd name="T17" fmla="*/ 121 h 600"/>
                <a:gd name="T18" fmla="*/ 301 w 301"/>
                <a:gd name="T19" fmla="*/ 235 h 600"/>
                <a:gd name="T20" fmla="*/ 190 w 301"/>
                <a:gd name="T21" fmla="*/ 235 h 600"/>
                <a:gd name="T22" fmla="*/ 190 w 301"/>
                <a:gd name="T23" fmla="*/ 436 h 600"/>
                <a:gd name="T24" fmla="*/ 233 w 301"/>
                <a:gd name="T25" fmla="*/ 482 h 600"/>
                <a:gd name="T26" fmla="*/ 299 w 301"/>
                <a:gd name="T27" fmla="*/ 465 h 600"/>
                <a:gd name="T28" fmla="*/ 299 w 301"/>
                <a:gd name="T29" fmla="*/ 573 h 600"/>
                <a:gd name="T30" fmla="*/ 194 w 301"/>
                <a:gd name="T31" fmla="*/ 600 h 600"/>
                <a:gd name="T32" fmla="*/ 57 w 301"/>
                <a:gd name="T33" fmla="*/ 458 h 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01" h="600">
                  <a:moveTo>
                    <a:pt x="57" y="458"/>
                  </a:moveTo>
                  <a:cubicBezTo>
                    <a:pt x="57" y="235"/>
                    <a:pt x="57" y="235"/>
                    <a:pt x="57" y="235"/>
                  </a:cubicBezTo>
                  <a:cubicBezTo>
                    <a:pt x="0" y="235"/>
                    <a:pt x="0" y="235"/>
                    <a:pt x="0" y="235"/>
                  </a:cubicBezTo>
                  <a:cubicBezTo>
                    <a:pt x="0" y="121"/>
                    <a:pt x="0" y="121"/>
                    <a:pt x="0" y="121"/>
                  </a:cubicBezTo>
                  <a:cubicBezTo>
                    <a:pt x="57" y="121"/>
                    <a:pt x="57" y="121"/>
                    <a:pt x="57" y="121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190" y="0"/>
                    <a:pt x="190" y="0"/>
                    <a:pt x="190" y="0"/>
                  </a:cubicBezTo>
                  <a:cubicBezTo>
                    <a:pt x="190" y="121"/>
                    <a:pt x="190" y="121"/>
                    <a:pt x="190" y="121"/>
                  </a:cubicBezTo>
                  <a:cubicBezTo>
                    <a:pt x="301" y="121"/>
                    <a:pt x="301" y="121"/>
                    <a:pt x="301" y="121"/>
                  </a:cubicBezTo>
                  <a:cubicBezTo>
                    <a:pt x="301" y="235"/>
                    <a:pt x="301" y="235"/>
                    <a:pt x="301" y="235"/>
                  </a:cubicBezTo>
                  <a:cubicBezTo>
                    <a:pt x="190" y="235"/>
                    <a:pt x="190" y="235"/>
                    <a:pt x="190" y="235"/>
                  </a:cubicBezTo>
                  <a:cubicBezTo>
                    <a:pt x="190" y="436"/>
                    <a:pt x="190" y="436"/>
                    <a:pt x="190" y="436"/>
                  </a:cubicBezTo>
                  <a:cubicBezTo>
                    <a:pt x="190" y="467"/>
                    <a:pt x="203" y="482"/>
                    <a:pt x="233" y="482"/>
                  </a:cubicBezTo>
                  <a:cubicBezTo>
                    <a:pt x="258" y="482"/>
                    <a:pt x="280" y="476"/>
                    <a:pt x="299" y="465"/>
                  </a:cubicBezTo>
                  <a:cubicBezTo>
                    <a:pt x="299" y="573"/>
                    <a:pt x="299" y="573"/>
                    <a:pt x="299" y="573"/>
                  </a:cubicBezTo>
                  <a:cubicBezTo>
                    <a:pt x="271" y="590"/>
                    <a:pt x="239" y="600"/>
                    <a:pt x="194" y="600"/>
                  </a:cubicBezTo>
                  <a:cubicBezTo>
                    <a:pt x="112" y="600"/>
                    <a:pt x="57" y="568"/>
                    <a:pt x="57" y="45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44" name="Freeform 6">
              <a:extLst>
                <a:ext uri="{FF2B5EF4-FFF2-40B4-BE49-F238E27FC236}">
                  <a16:creationId xmlns:a16="http://schemas.microsoft.com/office/drawing/2014/main" id="{622BAF6B-1742-15FD-B0EB-40B8C3DC116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708151" y="2649538"/>
              <a:ext cx="1382713" cy="2063750"/>
            </a:xfrm>
            <a:custGeom>
              <a:avLst/>
              <a:gdLst>
                <a:gd name="T0" fmla="*/ 0 w 432"/>
                <a:gd name="T1" fmla="*/ 0 h 642"/>
                <a:gd name="T2" fmla="*/ 134 w 432"/>
                <a:gd name="T3" fmla="*/ 0 h 642"/>
                <a:gd name="T4" fmla="*/ 134 w 432"/>
                <a:gd name="T5" fmla="*/ 237 h 642"/>
                <a:gd name="T6" fmla="*/ 272 w 432"/>
                <a:gd name="T7" fmla="*/ 162 h 642"/>
                <a:gd name="T8" fmla="*/ 432 w 432"/>
                <a:gd name="T9" fmla="*/ 337 h 642"/>
                <a:gd name="T10" fmla="*/ 432 w 432"/>
                <a:gd name="T11" fmla="*/ 642 h 642"/>
                <a:gd name="T12" fmla="*/ 298 w 432"/>
                <a:gd name="T13" fmla="*/ 642 h 642"/>
                <a:gd name="T14" fmla="*/ 298 w 432"/>
                <a:gd name="T15" fmla="*/ 379 h 642"/>
                <a:gd name="T16" fmla="*/ 218 w 432"/>
                <a:gd name="T17" fmla="*/ 283 h 642"/>
                <a:gd name="T18" fmla="*/ 134 w 432"/>
                <a:gd name="T19" fmla="*/ 379 h 642"/>
                <a:gd name="T20" fmla="*/ 134 w 432"/>
                <a:gd name="T21" fmla="*/ 642 h 642"/>
                <a:gd name="T22" fmla="*/ 0 w 432"/>
                <a:gd name="T23" fmla="*/ 642 h 642"/>
                <a:gd name="T24" fmla="*/ 0 w 432"/>
                <a:gd name="T25" fmla="*/ 0 h 6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2" h="642">
                  <a:moveTo>
                    <a:pt x="0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4" y="237"/>
                    <a:pt x="134" y="237"/>
                    <a:pt x="134" y="237"/>
                  </a:cubicBezTo>
                  <a:cubicBezTo>
                    <a:pt x="165" y="198"/>
                    <a:pt x="204" y="162"/>
                    <a:pt x="272" y="162"/>
                  </a:cubicBezTo>
                  <a:cubicBezTo>
                    <a:pt x="373" y="162"/>
                    <a:pt x="432" y="229"/>
                    <a:pt x="432" y="337"/>
                  </a:cubicBezTo>
                  <a:cubicBezTo>
                    <a:pt x="432" y="642"/>
                    <a:pt x="432" y="642"/>
                    <a:pt x="432" y="642"/>
                  </a:cubicBezTo>
                  <a:cubicBezTo>
                    <a:pt x="298" y="642"/>
                    <a:pt x="298" y="642"/>
                    <a:pt x="298" y="642"/>
                  </a:cubicBezTo>
                  <a:cubicBezTo>
                    <a:pt x="298" y="379"/>
                    <a:pt x="298" y="379"/>
                    <a:pt x="298" y="379"/>
                  </a:cubicBezTo>
                  <a:cubicBezTo>
                    <a:pt x="298" y="316"/>
                    <a:pt x="269" y="283"/>
                    <a:pt x="218" y="283"/>
                  </a:cubicBezTo>
                  <a:cubicBezTo>
                    <a:pt x="166" y="283"/>
                    <a:pt x="134" y="316"/>
                    <a:pt x="134" y="379"/>
                  </a:cubicBezTo>
                  <a:cubicBezTo>
                    <a:pt x="134" y="642"/>
                    <a:pt x="134" y="642"/>
                    <a:pt x="134" y="642"/>
                  </a:cubicBezTo>
                  <a:cubicBezTo>
                    <a:pt x="0" y="642"/>
                    <a:pt x="0" y="642"/>
                    <a:pt x="0" y="642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45" name="Freeform 7">
              <a:extLst>
                <a:ext uri="{FF2B5EF4-FFF2-40B4-BE49-F238E27FC236}">
                  <a16:creationId xmlns:a16="http://schemas.microsoft.com/office/drawing/2014/main" id="{788B3367-A4C9-CCD9-A688-1D2826A4B01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261304" y="3179763"/>
              <a:ext cx="1390650" cy="1562100"/>
            </a:xfrm>
            <a:custGeom>
              <a:avLst/>
              <a:gdLst>
                <a:gd name="T0" fmla="*/ 0 w 434"/>
                <a:gd name="T1" fmla="*/ 342 h 486"/>
                <a:gd name="T2" fmla="*/ 0 w 434"/>
                <a:gd name="T3" fmla="*/ 340 h 486"/>
                <a:gd name="T4" fmla="*/ 190 w 434"/>
                <a:gd name="T5" fmla="*/ 189 h 486"/>
                <a:gd name="T6" fmla="*/ 305 w 434"/>
                <a:gd name="T7" fmla="*/ 209 h 486"/>
                <a:gd name="T8" fmla="*/ 305 w 434"/>
                <a:gd name="T9" fmla="*/ 201 h 486"/>
                <a:gd name="T10" fmla="*/ 204 w 434"/>
                <a:gd name="T11" fmla="*/ 115 h 486"/>
                <a:gd name="T12" fmla="*/ 74 w 434"/>
                <a:gd name="T13" fmla="*/ 140 h 486"/>
                <a:gd name="T14" fmla="*/ 40 w 434"/>
                <a:gd name="T15" fmla="*/ 38 h 486"/>
                <a:gd name="T16" fmla="*/ 223 w 434"/>
                <a:gd name="T17" fmla="*/ 0 h 486"/>
                <a:gd name="T18" fmla="*/ 383 w 434"/>
                <a:gd name="T19" fmla="*/ 53 h 486"/>
                <a:gd name="T20" fmla="*/ 434 w 434"/>
                <a:gd name="T21" fmla="*/ 204 h 486"/>
                <a:gd name="T22" fmla="*/ 434 w 434"/>
                <a:gd name="T23" fmla="*/ 477 h 486"/>
                <a:gd name="T24" fmla="*/ 304 w 434"/>
                <a:gd name="T25" fmla="*/ 477 h 486"/>
                <a:gd name="T26" fmla="*/ 304 w 434"/>
                <a:gd name="T27" fmla="*/ 426 h 486"/>
                <a:gd name="T28" fmla="*/ 162 w 434"/>
                <a:gd name="T29" fmla="*/ 486 h 486"/>
                <a:gd name="T30" fmla="*/ 0 w 434"/>
                <a:gd name="T31" fmla="*/ 342 h 486"/>
                <a:gd name="T32" fmla="*/ 307 w 434"/>
                <a:gd name="T33" fmla="*/ 311 h 486"/>
                <a:gd name="T34" fmla="*/ 307 w 434"/>
                <a:gd name="T35" fmla="*/ 287 h 486"/>
                <a:gd name="T36" fmla="*/ 222 w 434"/>
                <a:gd name="T37" fmla="*/ 270 h 486"/>
                <a:gd name="T38" fmla="*/ 129 w 434"/>
                <a:gd name="T39" fmla="*/ 335 h 486"/>
                <a:gd name="T40" fmla="*/ 129 w 434"/>
                <a:gd name="T41" fmla="*/ 336 h 486"/>
                <a:gd name="T42" fmla="*/ 202 w 434"/>
                <a:gd name="T43" fmla="*/ 394 h 486"/>
                <a:gd name="T44" fmla="*/ 307 w 434"/>
                <a:gd name="T45" fmla="*/ 311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34" h="486">
                  <a:moveTo>
                    <a:pt x="0" y="342"/>
                  </a:moveTo>
                  <a:cubicBezTo>
                    <a:pt x="0" y="340"/>
                    <a:pt x="0" y="340"/>
                    <a:pt x="0" y="340"/>
                  </a:cubicBezTo>
                  <a:cubicBezTo>
                    <a:pt x="0" y="237"/>
                    <a:pt x="78" y="189"/>
                    <a:pt x="190" y="189"/>
                  </a:cubicBezTo>
                  <a:cubicBezTo>
                    <a:pt x="237" y="189"/>
                    <a:pt x="272" y="197"/>
                    <a:pt x="305" y="209"/>
                  </a:cubicBezTo>
                  <a:cubicBezTo>
                    <a:pt x="305" y="201"/>
                    <a:pt x="305" y="201"/>
                    <a:pt x="305" y="201"/>
                  </a:cubicBezTo>
                  <a:cubicBezTo>
                    <a:pt x="305" y="145"/>
                    <a:pt x="271" y="115"/>
                    <a:pt x="204" y="115"/>
                  </a:cubicBezTo>
                  <a:cubicBezTo>
                    <a:pt x="153" y="115"/>
                    <a:pt x="117" y="124"/>
                    <a:pt x="74" y="140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92" y="15"/>
                    <a:pt x="143" y="0"/>
                    <a:pt x="223" y="0"/>
                  </a:cubicBezTo>
                  <a:cubicBezTo>
                    <a:pt x="296" y="0"/>
                    <a:pt x="349" y="20"/>
                    <a:pt x="383" y="53"/>
                  </a:cubicBezTo>
                  <a:cubicBezTo>
                    <a:pt x="418" y="88"/>
                    <a:pt x="434" y="140"/>
                    <a:pt x="434" y="204"/>
                  </a:cubicBezTo>
                  <a:cubicBezTo>
                    <a:pt x="434" y="477"/>
                    <a:pt x="434" y="477"/>
                    <a:pt x="434" y="477"/>
                  </a:cubicBezTo>
                  <a:cubicBezTo>
                    <a:pt x="304" y="477"/>
                    <a:pt x="304" y="477"/>
                    <a:pt x="304" y="477"/>
                  </a:cubicBezTo>
                  <a:cubicBezTo>
                    <a:pt x="304" y="426"/>
                    <a:pt x="304" y="426"/>
                    <a:pt x="304" y="426"/>
                  </a:cubicBezTo>
                  <a:cubicBezTo>
                    <a:pt x="272" y="462"/>
                    <a:pt x="227" y="486"/>
                    <a:pt x="162" y="486"/>
                  </a:cubicBezTo>
                  <a:cubicBezTo>
                    <a:pt x="73" y="486"/>
                    <a:pt x="0" y="435"/>
                    <a:pt x="0" y="342"/>
                  </a:cubicBezTo>
                  <a:close/>
                  <a:moveTo>
                    <a:pt x="307" y="311"/>
                  </a:moveTo>
                  <a:cubicBezTo>
                    <a:pt x="307" y="287"/>
                    <a:pt x="307" y="287"/>
                    <a:pt x="307" y="287"/>
                  </a:cubicBezTo>
                  <a:cubicBezTo>
                    <a:pt x="284" y="277"/>
                    <a:pt x="254" y="270"/>
                    <a:pt x="222" y="270"/>
                  </a:cubicBezTo>
                  <a:cubicBezTo>
                    <a:pt x="164" y="270"/>
                    <a:pt x="129" y="292"/>
                    <a:pt x="129" y="335"/>
                  </a:cubicBezTo>
                  <a:cubicBezTo>
                    <a:pt x="129" y="336"/>
                    <a:pt x="129" y="336"/>
                    <a:pt x="129" y="336"/>
                  </a:cubicBezTo>
                  <a:cubicBezTo>
                    <a:pt x="129" y="372"/>
                    <a:pt x="159" y="394"/>
                    <a:pt x="202" y="394"/>
                  </a:cubicBezTo>
                  <a:cubicBezTo>
                    <a:pt x="265" y="394"/>
                    <a:pt x="307" y="359"/>
                    <a:pt x="307" y="3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53" name="Freeform 8">
              <a:extLst>
                <a:ext uri="{FF2B5EF4-FFF2-40B4-BE49-F238E27FC236}">
                  <a16:creationId xmlns:a16="http://schemas.microsoft.com/office/drawing/2014/main" id="{E75C15B3-8177-7E6B-C4A7-1B9D3FB9D02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59916" y="3170238"/>
              <a:ext cx="1384300" cy="1543050"/>
            </a:xfrm>
            <a:custGeom>
              <a:avLst/>
              <a:gdLst>
                <a:gd name="T0" fmla="*/ 0 w 432"/>
                <a:gd name="T1" fmla="*/ 9 h 480"/>
                <a:gd name="T2" fmla="*/ 133 w 432"/>
                <a:gd name="T3" fmla="*/ 9 h 480"/>
                <a:gd name="T4" fmla="*/ 133 w 432"/>
                <a:gd name="T5" fmla="*/ 75 h 480"/>
                <a:gd name="T6" fmla="*/ 272 w 432"/>
                <a:gd name="T7" fmla="*/ 0 h 480"/>
                <a:gd name="T8" fmla="*/ 432 w 432"/>
                <a:gd name="T9" fmla="*/ 175 h 480"/>
                <a:gd name="T10" fmla="*/ 432 w 432"/>
                <a:gd name="T11" fmla="*/ 480 h 480"/>
                <a:gd name="T12" fmla="*/ 298 w 432"/>
                <a:gd name="T13" fmla="*/ 480 h 480"/>
                <a:gd name="T14" fmla="*/ 298 w 432"/>
                <a:gd name="T15" fmla="*/ 217 h 480"/>
                <a:gd name="T16" fmla="*/ 217 w 432"/>
                <a:gd name="T17" fmla="*/ 121 h 480"/>
                <a:gd name="T18" fmla="*/ 133 w 432"/>
                <a:gd name="T19" fmla="*/ 217 h 480"/>
                <a:gd name="T20" fmla="*/ 133 w 432"/>
                <a:gd name="T21" fmla="*/ 480 h 480"/>
                <a:gd name="T22" fmla="*/ 0 w 432"/>
                <a:gd name="T23" fmla="*/ 480 h 480"/>
                <a:gd name="T24" fmla="*/ 0 w 432"/>
                <a:gd name="T25" fmla="*/ 9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2" h="480">
                  <a:moveTo>
                    <a:pt x="0" y="9"/>
                  </a:moveTo>
                  <a:cubicBezTo>
                    <a:pt x="133" y="9"/>
                    <a:pt x="133" y="9"/>
                    <a:pt x="133" y="9"/>
                  </a:cubicBezTo>
                  <a:cubicBezTo>
                    <a:pt x="133" y="75"/>
                    <a:pt x="133" y="75"/>
                    <a:pt x="133" y="75"/>
                  </a:cubicBezTo>
                  <a:cubicBezTo>
                    <a:pt x="164" y="36"/>
                    <a:pt x="204" y="0"/>
                    <a:pt x="272" y="0"/>
                  </a:cubicBezTo>
                  <a:cubicBezTo>
                    <a:pt x="373" y="0"/>
                    <a:pt x="432" y="67"/>
                    <a:pt x="432" y="175"/>
                  </a:cubicBezTo>
                  <a:cubicBezTo>
                    <a:pt x="432" y="480"/>
                    <a:pt x="432" y="480"/>
                    <a:pt x="432" y="480"/>
                  </a:cubicBezTo>
                  <a:cubicBezTo>
                    <a:pt x="298" y="480"/>
                    <a:pt x="298" y="480"/>
                    <a:pt x="298" y="480"/>
                  </a:cubicBezTo>
                  <a:cubicBezTo>
                    <a:pt x="298" y="217"/>
                    <a:pt x="298" y="217"/>
                    <a:pt x="298" y="217"/>
                  </a:cubicBezTo>
                  <a:cubicBezTo>
                    <a:pt x="298" y="154"/>
                    <a:pt x="268" y="121"/>
                    <a:pt x="217" y="121"/>
                  </a:cubicBezTo>
                  <a:cubicBezTo>
                    <a:pt x="166" y="121"/>
                    <a:pt x="133" y="154"/>
                    <a:pt x="133" y="217"/>
                  </a:cubicBezTo>
                  <a:cubicBezTo>
                    <a:pt x="133" y="480"/>
                    <a:pt x="133" y="480"/>
                    <a:pt x="133" y="480"/>
                  </a:cubicBezTo>
                  <a:cubicBezTo>
                    <a:pt x="0" y="480"/>
                    <a:pt x="0" y="480"/>
                    <a:pt x="0" y="480"/>
                  </a:cubicBezTo>
                  <a:lnTo>
                    <a:pt x="0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54" name="Freeform 9">
              <a:extLst>
                <a:ext uri="{FF2B5EF4-FFF2-40B4-BE49-F238E27FC236}">
                  <a16:creationId xmlns:a16="http://schemas.microsoft.com/office/drawing/2014/main" id="{AA27F0F6-EBAD-77B3-0964-617F5FC5A0B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436593" y="2649538"/>
              <a:ext cx="1460500" cy="2063750"/>
            </a:xfrm>
            <a:custGeom>
              <a:avLst/>
              <a:gdLst>
                <a:gd name="T0" fmla="*/ 0 w 920"/>
                <a:gd name="T1" fmla="*/ 0 h 1300"/>
                <a:gd name="T2" fmla="*/ 270 w 920"/>
                <a:gd name="T3" fmla="*/ 0 h 1300"/>
                <a:gd name="T4" fmla="*/ 270 w 920"/>
                <a:gd name="T5" fmla="*/ 692 h 1300"/>
                <a:gd name="T6" fmla="*/ 585 w 920"/>
                <a:gd name="T7" fmla="*/ 346 h 1300"/>
                <a:gd name="T8" fmla="*/ 908 w 920"/>
                <a:gd name="T9" fmla="*/ 346 h 1300"/>
                <a:gd name="T10" fmla="*/ 547 w 920"/>
                <a:gd name="T11" fmla="*/ 721 h 1300"/>
                <a:gd name="T12" fmla="*/ 920 w 920"/>
                <a:gd name="T13" fmla="*/ 1300 h 1300"/>
                <a:gd name="T14" fmla="*/ 609 w 920"/>
                <a:gd name="T15" fmla="*/ 1300 h 1300"/>
                <a:gd name="T16" fmla="*/ 365 w 920"/>
                <a:gd name="T17" fmla="*/ 909 h 1300"/>
                <a:gd name="T18" fmla="*/ 270 w 920"/>
                <a:gd name="T19" fmla="*/ 1010 h 1300"/>
                <a:gd name="T20" fmla="*/ 270 w 920"/>
                <a:gd name="T21" fmla="*/ 1300 h 1300"/>
                <a:gd name="T22" fmla="*/ 0 w 920"/>
                <a:gd name="T23" fmla="*/ 1300 h 1300"/>
                <a:gd name="T24" fmla="*/ 0 w 920"/>
                <a:gd name="T25" fmla="*/ 0 h 13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20" h="1300">
                  <a:moveTo>
                    <a:pt x="0" y="0"/>
                  </a:moveTo>
                  <a:lnTo>
                    <a:pt x="270" y="0"/>
                  </a:lnTo>
                  <a:lnTo>
                    <a:pt x="270" y="692"/>
                  </a:lnTo>
                  <a:lnTo>
                    <a:pt x="585" y="346"/>
                  </a:lnTo>
                  <a:lnTo>
                    <a:pt x="908" y="346"/>
                  </a:lnTo>
                  <a:lnTo>
                    <a:pt x="547" y="721"/>
                  </a:lnTo>
                  <a:lnTo>
                    <a:pt x="920" y="1300"/>
                  </a:lnTo>
                  <a:lnTo>
                    <a:pt x="609" y="1300"/>
                  </a:lnTo>
                  <a:lnTo>
                    <a:pt x="365" y="909"/>
                  </a:lnTo>
                  <a:lnTo>
                    <a:pt x="270" y="1010"/>
                  </a:lnTo>
                  <a:lnTo>
                    <a:pt x="270" y="1300"/>
                  </a:lnTo>
                  <a:lnTo>
                    <a:pt x="0" y="130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55" name="Freeform 10">
              <a:extLst>
                <a:ext uri="{FF2B5EF4-FFF2-40B4-BE49-F238E27FC236}">
                  <a16:creationId xmlns:a16="http://schemas.microsoft.com/office/drawing/2014/main" id="{0D449E32-BCCB-5FA7-37E4-30FF7569B63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919896" y="3173413"/>
              <a:ext cx="1227138" cy="1568450"/>
            </a:xfrm>
            <a:custGeom>
              <a:avLst/>
              <a:gdLst>
                <a:gd name="T0" fmla="*/ 0 w 383"/>
                <a:gd name="T1" fmla="*/ 417 h 488"/>
                <a:gd name="T2" fmla="*/ 57 w 383"/>
                <a:gd name="T3" fmla="*/ 329 h 488"/>
                <a:gd name="T4" fmla="*/ 206 w 383"/>
                <a:gd name="T5" fmla="*/ 385 h 488"/>
                <a:gd name="T6" fmla="*/ 262 w 383"/>
                <a:gd name="T7" fmla="*/ 350 h 488"/>
                <a:gd name="T8" fmla="*/ 262 w 383"/>
                <a:gd name="T9" fmla="*/ 348 h 488"/>
                <a:gd name="T10" fmla="*/ 165 w 383"/>
                <a:gd name="T11" fmla="*/ 294 h 488"/>
                <a:gd name="T12" fmla="*/ 24 w 383"/>
                <a:gd name="T13" fmla="*/ 152 h 488"/>
                <a:gd name="T14" fmla="*/ 24 w 383"/>
                <a:gd name="T15" fmla="*/ 150 h 488"/>
                <a:gd name="T16" fmla="*/ 196 w 383"/>
                <a:gd name="T17" fmla="*/ 0 h 488"/>
                <a:gd name="T18" fmla="*/ 372 w 383"/>
                <a:gd name="T19" fmla="*/ 55 h 488"/>
                <a:gd name="T20" fmla="*/ 321 w 383"/>
                <a:gd name="T21" fmla="*/ 147 h 488"/>
                <a:gd name="T22" fmla="*/ 194 w 383"/>
                <a:gd name="T23" fmla="*/ 103 h 488"/>
                <a:gd name="T24" fmla="*/ 144 w 383"/>
                <a:gd name="T25" fmla="*/ 136 h 488"/>
                <a:gd name="T26" fmla="*/ 144 w 383"/>
                <a:gd name="T27" fmla="*/ 138 h 488"/>
                <a:gd name="T28" fmla="*/ 240 w 383"/>
                <a:gd name="T29" fmla="*/ 194 h 488"/>
                <a:gd name="T30" fmla="*/ 383 w 383"/>
                <a:gd name="T31" fmla="*/ 334 h 488"/>
                <a:gd name="T32" fmla="*/ 383 w 383"/>
                <a:gd name="T33" fmla="*/ 336 h 488"/>
                <a:gd name="T34" fmla="*/ 203 w 383"/>
                <a:gd name="T35" fmla="*/ 488 h 488"/>
                <a:gd name="T36" fmla="*/ 0 w 383"/>
                <a:gd name="T37" fmla="*/ 417 h 4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83" h="488">
                  <a:moveTo>
                    <a:pt x="0" y="417"/>
                  </a:moveTo>
                  <a:cubicBezTo>
                    <a:pt x="57" y="329"/>
                    <a:pt x="57" y="329"/>
                    <a:pt x="57" y="329"/>
                  </a:cubicBezTo>
                  <a:cubicBezTo>
                    <a:pt x="108" y="366"/>
                    <a:pt x="162" y="385"/>
                    <a:pt x="206" y="385"/>
                  </a:cubicBezTo>
                  <a:cubicBezTo>
                    <a:pt x="245" y="385"/>
                    <a:pt x="262" y="371"/>
                    <a:pt x="262" y="350"/>
                  </a:cubicBezTo>
                  <a:cubicBezTo>
                    <a:pt x="262" y="348"/>
                    <a:pt x="262" y="348"/>
                    <a:pt x="262" y="348"/>
                  </a:cubicBezTo>
                  <a:cubicBezTo>
                    <a:pt x="262" y="319"/>
                    <a:pt x="217" y="309"/>
                    <a:pt x="165" y="294"/>
                  </a:cubicBezTo>
                  <a:cubicBezTo>
                    <a:pt x="99" y="274"/>
                    <a:pt x="24" y="243"/>
                    <a:pt x="24" y="152"/>
                  </a:cubicBezTo>
                  <a:cubicBezTo>
                    <a:pt x="24" y="150"/>
                    <a:pt x="24" y="150"/>
                    <a:pt x="24" y="150"/>
                  </a:cubicBezTo>
                  <a:cubicBezTo>
                    <a:pt x="24" y="54"/>
                    <a:pt x="101" y="0"/>
                    <a:pt x="196" y="0"/>
                  </a:cubicBezTo>
                  <a:cubicBezTo>
                    <a:pt x="256" y="0"/>
                    <a:pt x="321" y="21"/>
                    <a:pt x="372" y="55"/>
                  </a:cubicBezTo>
                  <a:cubicBezTo>
                    <a:pt x="321" y="147"/>
                    <a:pt x="321" y="147"/>
                    <a:pt x="321" y="147"/>
                  </a:cubicBezTo>
                  <a:cubicBezTo>
                    <a:pt x="275" y="120"/>
                    <a:pt x="228" y="103"/>
                    <a:pt x="194" y="103"/>
                  </a:cubicBezTo>
                  <a:cubicBezTo>
                    <a:pt x="161" y="103"/>
                    <a:pt x="144" y="118"/>
                    <a:pt x="144" y="136"/>
                  </a:cubicBezTo>
                  <a:cubicBezTo>
                    <a:pt x="144" y="138"/>
                    <a:pt x="144" y="138"/>
                    <a:pt x="144" y="138"/>
                  </a:cubicBezTo>
                  <a:cubicBezTo>
                    <a:pt x="144" y="164"/>
                    <a:pt x="189" y="176"/>
                    <a:pt x="240" y="194"/>
                  </a:cubicBezTo>
                  <a:cubicBezTo>
                    <a:pt x="306" y="216"/>
                    <a:pt x="383" y="248"/>
                    <a:pt x="383" y="334"/>
                  </a:cubicBezTo>
                  <a:cubicBezTo>
                    <a:pt x="383" y="336"/>
                    <a:pt x="383" y="336"/>
                    <a:pt x="383" y="336"/>
                  </a:cubicBezTo>
                  <a:cubicBezTo>
                    <a:pt x="383" y="440"/>
                    <a:pt x="305" y="488"/>
                    <a:pt x="203" y="488"/>
                  </a:cubicBezTo>
                  <a:cubicBezTo>
                    <a:pt x="137" y="488"/>
                    <a:pt x="63" y="466"/>
                    <a:pt x="0" y="4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56" name="Oval 11">
              <a:extLst>
                <a:ext uri="{FF2B5EF4-FFF2-40B4-BE49-F238E27FC236}">
                  <a16:creationId xmlns:a16="http://schemas.microsoft.com/office/drawing/2014/main" id="{DF4FD3AA-2A1C-04CA-7759-A7926327B4AA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9282260" y="4167188"/>
              <a:ext cx="544513" cy="5461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2184363834"/>
      </p:ext>
    </p:extLst>
  </p:cSld>
  <p:clrMapOvr>
    <a:masterClrMapping/>
  </p:clrMapOvr>
  <p:transition spd="med"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_Black">
    <p:bg>
      <p:bgPr>
        <a:gradFill>
          <a:gsLst>
            <a:gs pos="100000">
              <a:srgbClr val="391262"/>
            </a:gs>
            <a:gs pos="38000">
              <a:srgbClr val="64131E"/>
            </a:gs>
            <a:gs pos="0">
              <a:srgbClr val="831B22"/>
            </a:gs>
            <a:gs pos="71000">
              <a:srgbClr val="4D144A"/>
            </a:gs>
          </a:gsLst>
          <a:path path="circle">
            <a:fillToRect l="100000" t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6" name="Group 165">
            <a:extLst>
              <a:ext uri="{FF2B5EF4-FFF2-40B4-BE49-F238E27FC236}">
                <a16:creationId xmlns:a16="http://schemas.microsoft.com/office/drawing/2014/main" id="{45DF6D6F-9C39-7C31-64D4-4BCE9C9CA5D6}"/>
              </a:ext>
            </a:extLst>
          </p:cNvPr>
          <p:cNvGrpSpPr/>
          <p:nvPr userDrawn="1"/>
        </p:nvGrpSpPr>
        <p:grpSpPr>
          <a:xfrm>
            <a:off x="1539348" y="3561908"/>
            <a:ext cx="7853422" cy="1769127"/>
            <a:chOff x="541049" y="2649538"/>
            <a:chExt cx="9285724" cy="2092325"/>
          </a:xfrm>
          <a:solidFill>
            <a:schemeClr val="bg1"/>
          </a:solidFill>
        </p:grpSpPr>
        <p:sp>
          <p:nvSpPr>
            <p:cNvPr id="167" name="Freeform 5">
              <a:extLst>
                <a:ext uri="{FF2B5EF4-FFF2-40B4-BE49-F238E27FC236}">
                  <a16:creationId xmlns:a16="http://schemas.microsoft.com/office/drawing/2014/main" id="{E109AFA1-C190-E6CF-D819-5DDBF44B5ED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1049" y="2809876"/>
              <a:ext cx="963613" cy="1928813"/>
            </a:xfrm>
            <a:custGeom>
              <a:avLst/>
              <a:gdLst>
                <a:gd name="T0" fmla="*/ 57 w 301"/>
                <a:gd name="T1" fmla="*/ 458 h 600"/>
                <a:gd name="T2" fmla="*/ 57 w 301"/>
                <a:gd name="T3" fmla="*/ 235 h 600"/>
                <a:gd name="T4" fmla="*/ 0 w 301"/>
                <a:gd name="T5" fmla="*/ 235 h 600"/>
                <a:gd name="T6" fmla="*/ 0 w 301"/>
                <a:gd name="T7" fmla="*/ 121 h 600"/>
                <a:gd name="T8" fmla="*/ 57 w 301"/>
                <a:gd name="T9" fmla="*/ 121 h 600"/>
                <a:gd name="T10" fmla="*/ 57 w 301"/>
                <a:gd name="T11" fmla="*/ 0 h 600"/>
                <a:gd name="T12" fmla="*/ 190 w 301"/>
                <a:gd name="T13" fmla="*/ 0 h 600"/>
                <a:gd name="T14" fmla="*/ 190 w 301"/>
                <a:gd name="T15" fmla="*/ 121 h 600"/>
                <a:gd name="T16" fmla="*/ 301 w 301"/>
                <a:gd name="T17" fmla="*/ 121 h 600"/>
                <a:gd name="T18" fmla="*/ 301 w 301"/>
                <a:gd name="T19" fmla="*/ 235 h 600"/>
                <a:gd name="T20" fmla="*/ 190 w 301"/>
                <a:gd name="T21" fmla="*/ 235 h 600"/>
                <a:gd name="T22" fmla="*/ 190 w 301"/>
                <a:gd name="T23" fmla="*/ 436 h 600"/>
                <a:gd name="T24" fmla="*/ 233 w 301"/>
                <a:gd name="T25" fmla="*/ 482 h 600"/>
                <a:gd name="T26" fmla="*/ 299 w 301"/>
                <a:gd name="T27" fmla="*/ 465 h 600"/>
                <a:gd name="T28" fmla="*/ 299 w 301"/>
                <a:gd name="T29" fmla="*/ 573 h 600"/>
                <a:gd name="T30" fmla="*/ 194 w 301"/>
                <a:gd name="T31" fmla="*/ 600 h 600"/>
                <a:gd name="T32" fmla="*/ 57 w 301"/>
                <a:gd name="T33" fmla="*/ 458 h 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01" h="600">
                  <a:moveTo>
                    <a:pt x="57" y="458"/>
                  </a:moveTo>
                  <a:cubicBezTo>
                    <a:pt x="57" y="235"/>
                    <a:pt x="57" y="235"/>
                    <a:pt x="57" y="235"/>
                  </a:cubicBezTo>
                  <a:cubicBezTo>
                    <a:pt x="0" y="235"/>
                    <a:pt x="0" y="235"/>
                    <a:pt x="0" y="235"/>
                  </a:cubicBezTo>
                  <a:cubicBezTo>
                    <a:pt x="0" y="121"/>
                    <a:pt x="0" y="121"/>
                    <a:pt x="0" y="121"/>
                  </a:cubicBezTo>
                  <a:cubicBezTo>
                    <a:pt x="57" y="121"/>
                    <a:pt x="57" y="121"/>
                    <a:pt x="57" y="121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190" y="0"/>
                    <a:pt x="190" y="0"/>
                    <a:pt x="190" y="0"/>
                  </a:cubicBezTo>
                  <a:cubicBezTo>
                    <a:pt x="190" y="121"/>
                    <a:pt x="190" y="121"/>
                    <a:pt x="190" y="121"/>
                  </a:cubicBezTo>
                  <a:cubicBezTo>
                    <a:pt x="301" y="121"/>
                    <a:pt x="301" y="121"/>
                    <a:pt x="301" y="121"/>
                  </a:cubicBezTo>
                  <a:cubicBezTo>
                    <a:pt x="301" y="235"/>
                    <a:pt x="301" y="235"/>
                    <a:pt x="301" y="235"/>
                  </a:cubicBezTo>
                  <a:cubicBezTo>
                    <a:pt x="190" y="235"/>
                    <a:pt x="190" y="235"/>
                    <a:pt x="190" y="235"/>
                  </a:cubicBezTo>
                  <a:cubicBezTo>
                    <a:pt x="190" y="436"/>
                    <a:pt x="190" y="436"/>
                    <a:pt x="190" y="436"/>
                  </a:cubicBezTo>
                  <a:cubicBezTo>
                    <a:pt x="190" y="467"/>
                    <a:pt x="203" y="482"/>
                    <a:pt x="233" y="482"/>
                  </a:cubicBezTo>
                  <a:cubicBezTo>
                    <a:pt x="258" y="482"/>
                    <a:pt x="280" y="476"/>
                    <a:pt x="299" y="465"/>
                  </a:cubicBezTo>
                  <a:cubicBezTo>
                    <a:pt x="299" y="573"/>
                    <a:pt x="299" y="573"/>
                    <a:pt x="299" y="573"/>
                  </a:cubicBezTo>
                  <a:cubicBezTo>
                    <a:pt x="271" y="590"/>
                    <a:pt x="239" y="600"/>
                    <a:pt x="194" y="600"/>
                  </a:cubicBezTo>
                  <a:cubicBezTo>
                    <a:pt x="112" y="600"/>
                    <a:pt x="57" y="568"/>
                    <a:pt x="57" y="45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68" name="Freeform 6">
              <a:extLst>
                <a:ext uri="{FF2B5EF4-FFF2-40B4-BE49-F238E27FC236}">
                  <a16:creationId xmlns:a16="http://schemas.microsoft.com/office/drawing/2014/main" id="{1969BD4D-0C40-739F-FF6B-4214C2BEBC9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708151" y="2649538"/>
              <a:ext cx="1382713" cy="2063750"/>
            </a:xfrm>
            <a:custGeom>
              <a:avLst/>
              <a:gdLst>
                <a:gd name="T0" fmla="*/ 0 w 432"/>
                <a:gd name="T1" fmla="*/ 0 h 642"/>
                <a:gd name="T2" fmla="*/ 134 w 432"/>
                <a:gd name="T3" fmla="*/ 0 h 642"/>
                <a:gd name="T4" fmla="*/ 134 w 432"/>
                <a:gd name="T5" fmla="*/ 237 h 642"/>
                <a:gd name="T6" fmla="*/ 272 w 432"/>
                <a:gd name="T7" fmla="*/ 162 h 642"/>
                <a:gd name="T8" fmla="*/ 432 w 432"/>
                <a:gd name="T9" fmla="*/ 337 h 642"/>
                <a:gd name="T10" fmla="*/ 432 w 432"/>
                <a:gd name="T11" fmla="*/ 642 h 642"/>
                <a:gd name="T12" fmla="*/ 298 w 432"/>
                <a:gd name="T13" fmla="*/ 642 h 642"/>
                <a:gd name="T14" fmla="*/ 298 w 432"/>
                <a:gd name="T15" fmla="*/ 379 h 642"/>
                <a:gd name="T16" fmla="*/ 218 w 432"/>
                <a:gd name="T17" fmla="*/ 283 h 642"/>
                <a:gd name="T18" fmla="*/ 134 w 432"/>
                <a:gd name="T19" fmla="*/ 379 h 642"/>
                <a:gd name="T20" fmla="*/ 134 w 432"/>
                <a:gd name="T21" fmla="*/ 642 h 642"/>
                <a:gd name="T22" fmla="*/ 0 w 432"/>
                <a:gd name="T23" fmla="*/ 642 h 642"/>
                <a:gd name="T24" fmla="*/ 0 w 432"/>
                <a:gd name="T25" fmla="*/ 0 h 6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2" h="642">
                  <a:moveTo>
                    <a:pt x="0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4" y="237"/>
                    <a:pt x="134" y="237"/>
                    <a:pt x="134" y="237"/>
                  </a:cubicBezTo>
                  <a:cubicBezTo>
                    <a:pt x="165" y="198"/>
                    <a:pt x="204" y="162"/>
                    <a:pt x="272" y="162"/>
                  </a:cubicBezTo>
                  <a:cubicBezTo>
                    <a:pt x="373" y="162"/>
                    <a:pt x="432" y="229"/>
                    <a:pt x="432" y="337"/>
                  </a:cubicBezTo>
                  <a:cubicBezTo>
                    <a:pt x="432" y="642"/>
                    <a:pt x="432" y="642"/>
                    <a:pt x="432" y="642"/>
                  </a:cubicBezTo>
                  <a:cubicBezTo>
                    <a:pt x="298" y="642"/>
                    <a:pt x="298" y="642"/>
                    <a:pt x="298" y="642"/>
                  </a:cubicBezTo>
                  <a:cubicBezTo>
                    <a:pt x="298" y="379"/>
                    <a:pt x="298" y="379"/>
                    <a:pt x="298" y="379"/>
                  </a:cubicBezTo>
                  <a:cubicBezTo>
                    <a:pt x="298" y="316"/>
                    <a:pt x="269" y="283"/>
                    <a:pt x="218" y="283"/>
                  </a:cubicBezTo>
                  <a:cubicBezTo>
                    <a:pt x="166" y="283"/>
                    <a:pt x="134" y="316"/>
                    <a:pt x="134" y="379"/>
                  </a:cubicBezTo>
                  <a:cubicBezTo>
                    <a:pt x="134" y="642"/>
                    <a:pt x="134" y="642"/>
                    <a:pt x="134" y="642"/>
                  </a:cubicBezTo>
                  <a:cubicBezTo>
                    <a:pt x="0" y="642"/>
                    <a:pt x="0" y="642"/>
                    <a:pt x="0" y="642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69" name="Freeform 7">
              <a:extLst>
                <a:ext uri="{FF2B5EF4-FFF2-40B4-BE49-F238E27FC236}">
                  <a16:creationId xmlns:a16="http://schemas.microsoft.com/office/drawing/2014/main" id="{6DB7C37A-1FE6-9BFA-5E83-3EC0F79497F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261304" y="3179763"/>
              <a:ext cx="1390650" cy="1562100"/>
            </a:xfrm>
            <a:custGeom>
              <a:avLst/>
              <a:gdLst>
                <a:gd name="T0" fmla="*/ 0 w 434"/>
                <a:gd name="T1" fmla="*/ 342 h 486"/>
                <a:gd name="T2" fmla="*/ 0 w 434"/>
                <a:gd name="T3" fmla="*/ 340 h 486"/>
                <a:gd name="T4" fmla="*/ 190 w 434"/>
                <a:gd name="T5" fmla="*/ 189 h 486"/>
                <a:gd name="T6" fmla="*/ 305 w 434"/>
                <a:gd name="T7" fmla="*/ 209 h 486"/>
                <a:gd name="T8" fmla="*/ 305 w 434"/>
                <a:gd name="T9" fmla="*/ 201 h 486"/>
                <a:gd name="T10" fmla="*/ 204 w 434"/>
                <a:gd name="T11" fmla="*/ 115 h 486"/>
                <a:gd name="T12" fmla="*/ 74 w 434"/>
                <a:gd name="T13" fmla="*/ 140 h 486"/>
                <a:gd name="T14" fmla="*/ 40 w 434"/>
                <a:gd name="T15" fmla="*/ 38 h 486"/>
                <a:gd name="T16" fmla="*/ 223 w 434"/>
                <a:gd name="T17" fmla="*/ 0 h 486"/>
                <a:gd name="T18" fmla="*/ 383 w 434"/>
                <a:gd name="T19" fmla="*/ 53 h 486"/>
                <a:gd name="T20" fmla="*/ 434 w 434"/>
                <a:gd name="T21" fmla="*/ 204 h 486"/>
                <a:gd name="T22" fmla="*/ 434 w 434"/>
                <a:gd name="T23" fmla="*/ 477 h 486"/>
                <a:gd name="T24" fmla="*/ 304 w 434"/>
                <a:gd name="T25" fmla="*/ 477 h 486"/>
                <a:gd name="T26" fmla="*/ 304 w 434"/>
                <a:gd name="T27" fmla="*/ 426 h 486"/>
                <a:gd name="T28" fmla="*/ 162 w 434"/>
                <a:gd name="T29" fmla="*/ 486 h 486"/>
                <a:gd name="T30" fmla="*/ 0 w 434"/>
                <a:gd name="T31" fmla="*/ 342 h 486"/>
                <a:gd name="T32" fmla="*/ 307 w 434"/>
                <a:gd name="T33" fmla="*/ 311 h 486"/>
                <a:gd name="T34" fmla="*/ 307 w 434"/>
                <a:gd name="T35" fmla="*/ 287 h 486"/>
                <a:gd name="T36" fmla="*/ 222 w 434"/>
                <a:gd name="T37" fmla="*/ 270 h 486"/>
                <a:gd name="T38" fmla="*/ 129 w 434"/>
                <a:gd name="T39" fmla="*/ 335 h 486"/>
                <a:gd name="T40" fmla="*/ 129 w 434"/>
                <a:gd name="T41" fmla="*/ 336 h 486"/>
                <a:gd name="T42" fmla="*/ 202 w 434"/>
                <a:gd name="T43" fmla="*/ 394 h 486"/>
                <a:gd name="T44" fmla="*/ 307 w 434"/>
                <a:gd name="T45" fmla="*/ 311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34" h="486">
                  <a:moveTo>
                    <a:pt x="0" y="342"/>
                  </a:moveTo>
                  <a:cubicBezTo>
                    <a:pt x="0" y="340"/>
                    <a:pt x="0" y="340"/>
                    <a:pt x="0" y="340"/>
                  </a:cubicBezTo>
                  <a:cubicBezTo>
                    <a:pt x="0" y="237"/>
                    <a:pt x="78" y="189"/>
                    <a:pt x="190" y="189"/>
                  </a:cubicBezTo>
                  <a:cubicBezTo>
                    <a:pt x="237" y="189"/>
                    <a:pt x="272" y="197"/>
                    <a:pt x="305" y="209"/>
                  </a:cubicBezTo>
                  <a:cubicBezTo>
                    <a:pt x="305" y="201"/>
                    <a:pt x="305" y="201"/>
                    <a:pt x="305" y="201"/>
                  </a:cubicBezTo>
                  <a:cubicBezTo>
                    <a:pt x="305" y="145"/>
                    <a:pt x="271" y="115"/>
                    <a:pt x="204" y="115"/>
                  </a:cubicBezTo>
                  <a:cubicBezTo>
                    <a:pt x="153" y="115"/>
                    <a:pt x="117" y="124"/>
                    <a:pt x="74" y="140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92" y="15"/>
                    <a:pt x="143" y="0"/>
                    <a:pt x="223" y="0"/>
                  </a:cubicBezTo>
                  <a:cubicBezTo>
                    <a:pt x="296" y="0"/>
                    <a:pt x="349" y="20"/>
                    <a:pt x="383" y="53"/>
                  </a:cubicBezTo>
                  <a:cubicBezTo>
                    <a:pt x="418" y="88"/>
                    <a:pt x="434" y="140"/>
                    <a:pt x="434" y="204"/>
                  </a:cubicBezTo>
                  <a:cubicBezTo>
                    <a:pt x="434" y="477"/>
                    <a:pt x="434" y="477"/>
                    <a:pt x="434" y="477"/>
                  </a:cubicBezTo>
                  <a:cubicBezTo>
                    <a:pt x="304" y="477"/>
                    <a:pt x="304" y="477"/>
                    <a:pt x="304" y="477"/>
                  </a:cubicBezTo>
                  <a:cubicBezTo>
                    <a:pt x="304" y="426"/>
                    <a:pt x="304" y="426"/>
                    <a:pt x="304" y="426"/>
                  </a:cubicBezTo>
                  <a:cubicBezTo>
                    <a:pt x="272" y="462"/>
                    <a:pt x="227" y="486"/>
                    <a:pt x="162" y="486"/>
                  </a:cubicBezTo>
                  <a:cubicBezTo>
                    <a:pt x="73" y="486"/>
                    <a:pt x="0" y="435"/>
                    <a:pt x="0" y="342"/>
                  </a:cubicBezTo>
                  <a:close/>
                  <a:moveTo>
                    <a:pt x="307" y="311"/>
                  </a:moveTo>
                  <a:cubicBezTo>
                    <a:pt x="307" y="287"/>
                    <a:pt x="307" y="287"/>
                    <a:pt x="307" y="287"/>
                  </a:cubicBezTo>
                  <a:cubicBezTo>
                    <a:pt x="284" y="277"/>
                    <a:pt x="254" y="270"/>
                    <a:pt x="222" y="270"/>
                  </a:cubicBezTo>
                  <a:cubicBezTo>
                    <a:pt x="164" y="270"/>
                    <a:pt x="129" y="292"/>
                    <a:pt x="129" y="335"/>
                  </a:cubicBezTo>
                  <a:cubicBezTo>
                    <a:pt x="129" y="336"/>
                    <a:pt x="129" y="336"/>
                    <a:pt x="129" y="336"/>
                  </a:cubicBezTo>
                  <a:cubicBezTo>
                    <a:pt x="129" y="372"/>
                    <a:pt x="159" y="394"/>
                    <a:pt x="202" y="394"/>
                  </a:cubicBezTo>
                  <a:cubicBezTo>
                    <a:pt x="265" y="394"/>
                    <a:pt x="307" y="359"/>
                    <a:pt x="307" y="3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70" name="Freeform 8">
              <a:extLst>
                <a:ext uri="{FF2B5EF4-FFF2-40B4-BE49-F238E27FC236}">
                  <a16:creationId xmlns:a16="http://schemas.microsoft.com/office/drawing/2014/main" id="{3AEA624F-19C6-31CA-5CD9-7E42ED68DA5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59916" y="3170238"/>
              <a:ext cx="1384300" cy="1543050"/>
            </a:xfrm>
            <a:custGeom>
              <a:avLst/>
              <a:gdLst>
                <a:gd name="T0" fmla="*/ 0 w 432"/>
                <a:gd name="T1" fmla="*/ 9 h 480"/>
                <a:gd name="T2" fmla="*/ 133 w 432"/>
                <a:gd name="T3" fmla="*/ 9 h 480"/>
                <a:gd name="T4" fmla="*/ 133 w 432"/>
                <a:gd name="T5" fmla="*/ 75 h 480"/>
                <a:gd name="T6" fmla="*/ 272 w 432"/>
                <a:gd name="T7" fmla="*/ 0 h 480"/>
                <a:gd name="T8" fmla="*/ 432 w 432"/>
                <a:gd name="T9" fmla="*/ 175 h 480"/>
                <a:gd name="T10" fmla="*/ 432 w 432"/>
                <a:gd name="T11" fmla="*/ 480 h 480"/>
                <a:gd name="T12" fmla="*/ 298 w 432"/>
                <a:gd name="T13" fmla="*/ 480 h 480"/>
                <a:gd name="T14" fmla="*/ 298 w 432"/>
                <a:gd name="T15" fmla="*/ 217 h 480"/>
                <a:gd name="T16" fmla="*/ 217 w 432"/>
                <a:gd name="T17" fmla="*/ 121 h 480"/>
                <a:gd name="T18" fmla="*/ 133 w 432"/>
                <a:gd name="T19" fmla="*/ 217 h 480"/>
                <a:gd name="T20" fmla="*/ 133 w 432"/>
                <a:gd name="T21" fmla="*/ 480 h 480"/>
                <a:gd name="T22" fmla="*/ 0 w 432"/>
                <a:gd name="T23" fmla="*/ 480 h 480"/>
                <a:gd name="T24" fmla="*/ 0 w 432"/>
                <a:gd name="T25" fmla="*/ 9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2" h="480">
                  <a:moveTo>
                    <a:pt x="0" y="9"/>
                  </a:moveTo>
                  <a:cubicBezTo>
                    <a:pt x="133" y="9"/>
                    <a:pt x="133" y="9"/>
                    <a:pt x="133" y="9"/>
                  </a:cubicBezTo>
                  <a:cubicBezTo>
                    <a:pt x="133" y="75"/>
                    <a:pt x="133" y="75"/>
                    <a:pt x="133" y="75"/>
                  </a:cubicBezTo>
                  <a:cubicBezTo>
                    <a:pt x="164" y="36"/>
                    <a:pt x="204" y="0"/>
                    <a:pt x="272" y="0"/>
                  </a:cubicBezTo>
                  <a:cubicBezTo>
                    <a:pt x="373" y="0"/>
                    <a:pt x="432" y="67"/>
                    <a:pt x="432" y="175"/>
                  </a:cubicBezTo>
                  <a:cubicBezTo>
                    <a:pt x="432" y="480"/>
                    <a:pt x="432" y="480"/>
                    <a:pt x="432" y="480"/>
                  </a:cubicBezTo>
                  <a:cubicBezTo>
                    <a:pt x="298" y="480"/>
                    <a:pt x="298" y="480"/>
                    <a:pt x="298" y="480"/>
                  </a:cubicBezTo>
                  <a:cubicBezTo>
                    <a:pt x="298" y="217"/>
                    <a:pt x="298" y="217"/>
                    <a:pt x="298" y="217"/>
                  </a:cubicBezTo>
                  <a:cubicBezTo>
                    <a:pt x="298" y="154"/>
                    <a:pt x="268" y="121"/>
                    <a:pt x="217" y="121"/>
                  </a:cubicBezTo>
                  <a:cubicBezTo>
                    <a:pt x="166" y="121"/>
                    <a:pt x="133" y="154"/>
                    <a:pt x="133" y="217"/>
                  </a:cubicBezTo>
                  <a:cubicBezTo>
                    <a:pt x="133" y="480"/>
                    <a:pt x="133" y="480"/>
                    <a:pt x="133" y="480"/>
                  </a:cubicBezTo>
                  <a:cubicBezTo>
                    <a:pt x="0" y="480"/>
                    <a:pt x="0" y="480"/>
                    <a:pt x="0" y="480"/>
                  </a:cubicBezTo>
                  <a:lnTo>
                    <a:pt x="0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71" name="Freeform 9">
              <a:extLst>
                <a:ext uri="{FF2B5EF4-FFF2-40B4-BE49-F238E27FC236}">
                  <a16:creationId xmlns:a16="http://schemas.microsoft.com/office/drawing/2014/main" id="{ED142D15-3F97-1719-8D74-37D26D1CAA3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436593" y="2649538"/>
              <a:ext cx="1460500" cy="2063750"/>
            </a:xfrm>
            <a:custGeom>
              <a:avLst/>
              <a:gdLst>
                <a:gd name="T0" fmla="*/ 0 w 920"/>
                <a:gd name="T1" fmla="*/ 0 h 1300"/>
                <a:gd name="T2" fmla="*/ 270 w 920"/>
                <a:gd name="T3" fmla="*/ 0 h 1300"/>
                <a:gd name="T4" fmla="*/ 270 w 920"/>
                <a:gd name="T5" fmla="*/ 692 h 1300"/>
                <a:gd name="T6" fmla="*/ 585 w 920"/>
                <a:gd name="T7" fmla="*/ 346 h 1300"/>
                <a:gd name="T8" fmla="*/ 908 w 920"/>
                <a:gd name="T9" fmla="*/ 346 h 1300"/>
                <a:gd name="T10" fmla="*/ 547 w 920"/>
                <a:gd name="T11" fmla="*/ 721 h 1300"/>
                <a:gd name="T12" fmla="*/ 920 w 920"/>
                <a:gd name="T13" fmla="*/ 1300 h 1300"/>
                <a:gd name="T14" fmla="*/ 609 w 920"/>
                <a:gd name="T15" fmla="*/ 1300 h 1300"/>
                <a:gd name="T16" fmla="*/ 365 w 920"/>
                <a:gd name="T17" fmla="*/ 909 h 1300"/>
                <a:gd name="T18" fmla="*/ 270 w 920"/>
                <a:gd name="T19" fmla="*/ 1010 h 1300"/>
                <a:gd name="T20" fmla="*/ 270 w 920"/>
                <a:gd name="T21" fmla="*/ 1300 h 1300"/>
                <a:gd name="T22" fmla="*/ 0 w 920"/>
                <a:gd name="T23" fmla="*/ 1300 h 1300"/>
                <a:gd name="T24" fmla="*/ 0 w 920"/>
                <a:gd name="T25" fmla="*/ 0 h 13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20" h="1300">
                  <a:moveTo>
                    <a:pt x="0" y="0"/>
                  </a:moveTo>
                  <a:lnTo>
                    <a:pt x="270" y="0"/>
                  </a:lnTo>
                  <a:lnTo>
                    <a:pt x="270" y="692"/>
                  </a:lnTo>
                  <a:lnTo>
                    <a:pt x="585" y="346"/>
                  </a:lnTo>
                  <a:lnTo>
                    <a:pt x="908" y="346"/>
                  </a:lnTo>
                  <a:lnTo>
                    <a:pt x="547" y="721"/>
                  </a:lnTo>
                  <a:lnTo>
                    <a:pt x="920" y="1300"/>
                  </a:lnTo>
                  <a:lnTo>
                    <a:pt x="609" y="1300"/>
                  </a:lnTo>
                  <a:lnTo>
                    <a:pt x="365" y="909"/>
                  </a:lnTo>
                  <a:lnTo>
                    <a:pt x="270" y="1010"/>
                  </a:lnTo>
                  <a:lnTo>
                    <a:pt x="270" y="1300"/>
                  </a:lnTo>
                  <a:lnTo>
                    <a:pt x="0" y="130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72" name="Freeform 10">
              <a:extLst>
                <a:ext uri="{FF2B5EF4-FFF2-40B4-BE49-F238E27FC236}">
                  <a16:creationId xmlns:a16="http://schemas.microsoft.com/office/drawing/2014/main" id="{6FEBB0B2-4586-05AB-B4FE-055E54F117A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919896" y="3173413"/>
              <a:ext cx="1227138" cy="1568450"/>
            </a:xfrm>
            <a:custGeom>
              <a:avLst/>
              <a:gdLst>
                <a:gd name="T0" fmla="*/ 0 w 383"/>
                <a:gd name="T1" fmla="*/ 417 h 488"/>
                <a:gd name="T2" fmla="*/ 57 w 383"/>
                <a:gd name="T3" fmla="*/ 329 h 488"/>
                <a:gd name="T4" fmla="*/ 206 w 383"/>
                <a:gd name="T5" fmla="*/ 385 h 488"/>
                <a:gd name="T6" fmla="*/ 262 w 383"/>
                <a:gd name="T7" fmla="*/ 350 h 488"/>
                <a:gd name="T8" fmla="*/ 262 w 383"/>
                <a:gd name="T9" fmla="*/ 348 h 488"/>
                <a:gd name="T10" fmla="*/ 165 w 383"/>
                <a:gd name="T11" fmla="*/ 294 h 488"/>
                <a:gd name="T12" fmla="*/ 24 w 383"/>
                <a:gd name="T13" fmla="*/ 152 h 488"/>
                <a:gd name="T14" fmla="*/ 24 w 383"/>
                <a:gd name="T15" fmla="*/ 150 h 488"/>
                <a:gd name="T16" fmla="*/ 196 w 383"/>
                <a:gd name="T17" fmla="*/ 0 h 488"/>
                <a:gd name="T18" fmla="*/ 372 w 383"/>
                <a:gd name="T19" fmla="*/ 55 h 488"/>
                <a:gd name="T20" fmla="*/ 321 w 383"/>
                <a:gd name="T21" fmla="*/ 147 h 488"/>
                <a:gd name="T22" fmla="*/ 194 w 383"/>
                <a:gd name="T23" fmla="*/ 103 h 488"/>
                <a:gd name="T24" fmla="*/ 144 w 383"/>
                <a:gd name="T25" fmla="*/ 136 h 488"/>
                <a:gd name="T26" fmla="*/ 144 w 383"/>
                <a:gd name="T27" fmla="*/ 138 h 488"/>
                <a:gd name="T28" fmla="*/ 240 w 383"/>
                <a:gd name="T29" fmla="*/ 194 h 488"/>
                <a:gd name="T30" fmla="*/ 383 w 383"/>
                <a:gd name="T31" fmla="*/ 334 h 488"/>
                <a:gd name="T32" fmla="*/ 383 w 383"/>
                <a:gd name="T33" fmla="*/ 336 h 488"/>
                <a:gd name="T34" fmla="*/ 203 w 383"/>
                <a:gd name="T35" fmla="*/ 488 h 488"/>
                <a:gd name="T36" fmla="*/ 0 w 383"/>
                <a:gd name="T37" fmla="*/ 417 h 4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83" h="488">
                  <a:moveTo>
                    <a:pt x="0" y="417"/>
                  </a:moveTo>
                  <a:cubicBezTo>
                    <a:pt x="57" y="329"/>
                    <a:pt x="57" y="329"/>
                    <a:pt x="57" y="329"/>
                  </a:cubicBezTo>
                  <a:cubicBezTo>
                    <a:pt x="108" y="366"/>
                    <a:pt x="162" y="385"/>
                    <a:pt x="206" y="385"/>
                  </a:cubicBezTo>
                  <a:cubicBezTo>
                    <a:pt x="245" y="385"/>
                    <a:pt x="262" y="371"/>
                    <a:pt x="262" y="350"/>
                  </a:cubicBezTo>
                  <a:cubicBezTo>
                    <a:pt x="262" y="348"/>
                    <a:pt x="262" y="348"/>
                    <a:pt x="262" y="348"/>
                  </a:cubicBezTo>
                  <a:cubicBezTo>
                    <a:pt x="262" y="319"/>
                    <a:pt x="217" y="309"/>
                    <a:pt x="165" y="294"/>
                  </a:cubicBezTo>
                  <a:cubicBezTo>
                    <a:pt x="99" y="274"/>
                    <a:pt x="24" y="243"/>
                    <a:pt x="24" y="152"/>
                  </a:cubicBezTo>
                  <a:cubicBezTo>
                    <a:pt x="24" y="150"/>
                    <a:pt x="24" y="150"/>
                    <a:pt x="24" y="150"/>
                  </a:cubicBezTo>
                  <a:cubicBezTo>
                    <a:pt x="24" y="54"/>
                    <a:pt x="101" y="0"/>
                    <a:pt x="196" y="0"/>
                  </a:cubicBezTo>
                  <a:cubicBezTo>
                    <a:pt x="256" y="0"/>
                    <a:pt x="321" y="21"/>
                    <a:pt x="372" y="55"/>
                  </a:cubicBezTo>
                  <a:cubicBezTo>
                    <a:pt x="321" y="147"/>
                    <a:pt x="321" y="147"/>
                    <a:pt x="321" y="147"/>
                  </a:cubicBezTo>
                  <a:cubicBezTo>
                    <a:pt x="275" y="120"/>
                    <a:pt x="228" y="103"/>
                    <a:pt x="194" y="103"/>
                  </a:cubicBezTo>
                  <a:cubicBezTo>
                    <a:pt x="161" y="103"/>
                    <a:pt x="144" y="118"/>
                    <a:pt x="144" y="136"/>
                  </a:cubicBezTo>
                  <a:cubicBezTo>
                    <a:pt x="144" y="138"/>
                    <a:pt x="144" y="138"/>
                    <a:pt x="144" y="138"/>
                  </a:cubicBezTo>
                  <a:cubicBezTo>
                    <a:pt x="144" y="164"/>
                    <a:pt x="189" y="176"/>
                    <a:pt x="240" y="194"/>
                  </a:cubicBezTo>
                  <a:cubicBezTo>
                    <a:pt x="306" y="216"/>
                    <a:pt x="383" y="248"/>
                    <a:pt x="383" y="334"/>
                  </a:cubicBezTo>
                  <a:cubicBezTo>
                    <a:pt x="383" y="336"/>
                    <a:pt x="383" y="336"/>
                    <a:pt x="383" y="336"/>
                  </a:cubicBezTo>
                  <a:cubicBezTo>
                    <a:pt x="383" y="440"/>
                    <a:pt x="305" y="488"/>
                    <a:pt x="203" y="488"/>
                  </a:cubicBezTo>
                  <a:cubicBezTo>
                    <a:pt x="137" y="488"/>
                    <a:pt x="63" y="466"/>
                    <a:pt x="0" y="4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73" name="Oval 11">
              <a:extLst>
                <a:ext uri="{FF2B5EF4-FFF2-40B4-BE49-F238E27FC236}">
                  <a16:creationId xmlns:a16="http://schemas.microsoft.com/office/drawing/2014/main" id="{70877F96-1F23-E1FC-71E9-01EE358F60FD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9282260" y="4167188"/>
              <a:ext cx="544513" cy="5461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59C8C1D9-B375-1D63-409C-0E8AA8DEE2D1}"/>
              </a:ext>
            </a:extLst>
          </p:cNvPr>
          <p:cNvGrpSpPr/>
          <p:nvPr userDrawn="1"/>
        </p:nvGrpSpPr>
        <p:grpSpPr>
          <a:xfrm>
            <a:off x="9392771" y="767096"/>
            <a:ext cx="2800816" cy="1898696"/>
            <a:chOff x="9390324" y="767096"/>
            <a:chExt cx="2800087" cy="1898696"/>
          </a:xfrm>
        </p:grpSpPr>
        <p:grpSp>
          <p:nvGrpSpPr>
            <p:cNvPr id="76" name="Group 75">
              <a:extLst>
                <a:ext uri="{FF2B5EF4-FFF2-40B4-BE49-F238E27FC236}">
                  <a16:creationId xmlns:a16="http://schemas.microsoft.com/office/drawing/2014/main" id="{04DB0252-2F51-9D54-5F87-47E8112037C5}"/>
                </a:ext>
              </a:extLst>
            </p:cNvPr>
            <p:cNvGrpSpPr/>
            <p:nvPr userDrawn="1"/>
          </p:nvGrpSpPr>
          <p:grpSpPr>
            <a:xfrm>
              <a:off x="9390324" y="936748"/>
              <a:ext cx="1965963" cy="1042086"/>
              <a:chOff x="4988072" y="501936"/>
              <a:chExt cx="1978802" cy="1051017"/>
            </a:xfrm>
            <a:solidFill>
              <a:schemeClr val="bg1"/>
            </a:solidFill>
          </p:grpSpPr>
          <p:sp>
            <p:nvSpPr>
              <p:cNvPr id="85" name="Freeform 5">
                <a:extLst>
                  <a:ext uri="{FF2B5EF4-FFF2-40B4-BE49-F238E27FC236}">
                    <a16:creationId xmlns:a16="http://schemas.microsoft.com/office/drawing/2014/main" id="{433FD598-576F-FFF0-672B-6A9B1AF51242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559016" y="501936"/>
                <a:ext cx="218094" cy="282813"/>
              </a:xfrm>
              <a:custGeom>
                <a:avLst/>
                <a:gdLst>
                  <a:gd name="T0" fmla="*/ 0 w 502"/>
                  <a:gd name="T1" fmla="*/ 550 h 651"/>
                  <a:gd name="T2" fmla="*/ 83 w 502"/>
                  <a:gd name="T3" fmla="*/ 451 h 651"/>
                  <a:gd name="T4" fmla="*/ 272 w 502"/>
                  <a:gd name="T5" fmla="*/ 528 h 651"/>
                  <a:gd name="T6" fmla="*/ 363 w 502"/>
                  <a:gd name="T7" fmla="*/ 469 h 651"/>
                  <a:gd name="T8" fmla="*/ 363 w 502"/>
                  <a:gd name="T9" fmla="*/ 467 h 651"/>
                  <a:gd name="T10" fmla="*/ 236 w 502"/>
                  <a:gd name="T11" fmla="*/ 386 h 651"/>
                  <a:gd name="T12" fmla="*/ 26 w 502"/>
                  <a:gd name="T13" fmla="*/ 192 h 651"/>
                  <a:gd name="T14" fmla="*/ 26 w 502"/>
                  <a:gd name="T15" fmla="*/ 191 h 651"/>
                  <a:gd name="T16" fmla="*/ 247 w 502"/>
                  <a:gd name="T17" fmla="*/ 0 h 651"/>
                  <a:gd name="T18" fmla="*/ 483 w 502"/>
                  <a:gd name="T19" fmla="*/ 80 h 651"/>
                  <a:gd name="T20" fmla="*/ 410 w 502"/>
                  <a:gd name="T21" fmla="*/ 185 h 651"/>
                  <a:gd name="T22" fmla="*/ 246 w 502"/>
                  <a:gd name="T23" fmla="*/ 123 h 651"/>
                  <a:gd name="T24" fmla="*/ 164 w 502"/>
                  <a:gd name="T25" fmla="*/ 178 h 651"/>
                  <a:gd name="T26" fmla="*/ 164 w 502"/>
                  <a:gd name="T27" fmla="*/ 180 h 651"/>
                  <a:gd name="T28" fmla="*/ 301 w 502"/>
                  <a:gd name="T29" fmla="*/ 263 h 651"/>
                  <a:gd name="T30" fmla="*/ 502 w 502"/>
                  <a:gd name="T31" fmla="*/ 453 h 651"/>
                  <a:gd name="T32" fmla="*/ 502 w 502"/>
                  <a:gd name="T33" fmla="*/ 455 h 651"/>
                  <a:gd name="T34" fmla="*/ 269 w 502"/>
                  <a:gd name="T35" fmla="*/ 651 h 651"/>
                  <a:gd name="T36" fmla="*/ 0 w 502"/>
                  <a:gd name="T37" fmla="*/ 550 h 6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02" h="651">
                    <a:moveTo>
                      <a:pt x="0" y="550"/>
                    </a:moveTo>
                    <a:cubicBezTo>
                      <a:pt x="83" y="451"/>
                      <a:pt x="83" y="451"/>
                      <a:pt x="83" y="451"/>
                    </a:cubicBezTo>
                    <a:cubicBezTo>
                      <a:pt x="140" y="498"/>
                      <a:pt x="200" y="528"/>
                      <a:pt x="272" y="528"/>
                    </a:cubicBezTo>
                    <a:cubicBezTo>
                      <a:pt x="329" y="528"/>
                      <a:pt x="363" y="506"/>
                      <a:pt x="363" y="469"/>
                    </a:cubicBezTo>
                    <a:cubicBezTo>
                      <a:pt x="363" y="467"/>
                      <a:pt x="363" y="467"/>
                      <a:pt x="363" y="467"/>
                    </a:cubicBezTo>
                    <a:cubicBezTo>
                      <a:pt x="363" y="431"/>
                      <a:pt x="342" y="413"/>
                      <a:pt x="236" y="386"/>
                    </a:cubicBezTo>
                    <a:cubicBezTo>
                      <a:pt x="108" y="354"/>
                      <a:pt x="26" y="318"/>
                      <a:pt x="26" y="192"/>
                    </a:cubicBezTo>
                    <a:cubicBezTo>
                      <a:pt x="26" y="191"/>
                      <a:pt x="26" y="191"/>
                      <a:pt x="26" y="191"/>
                    </a:cubicBezTo>
                    <a:cubicBezTo>
                      <a:pt x="26" y="76"/>
                      <a:pt x="118" y="0"/>
                      <a:pt x="247" y="0"/>
                    </a:cubicBezTo>
                    <a:cubicBezTo>
                      <a:pt x="340" y="0"/>
                      <a:pt x="419" y="29"/>
                      <a:pt x="483" y="80"/>
                    </a:cubicBezTo>
                    <a:cubicBezTo>
                      <a:pt x="410" y="185"/>
                      <a:pt x="410" y="185"/>
                      <a:pt x="410" y="185"/>
                    </a:cubicBezTo>
                    <a:cubicBezTo>
                      <a:pt x="354" y="146"/>
                      <a:pt x="299" y="123"/>
                      <a:pt x="246" y="123"/>
                    </a:cubicBezTo>
                    <a:cubicBezTo>
                      <a:pt x="192" y="123"/>
                      <a:pt x="164" y="147"/>
                      <a:pt x="164" y="178"/>
                    </a:cubicBezTo>
                    <a:cubicBezTo>
                      <a:pt x="164" y="180"/>
                      <a:pt x="164" y="180"/>
                      <a:pt x="164" y="180"/>
                    </a:cubicBezTo>
                    <a:cubicBezTo>
                      <a:pt x="164" y="221"/>
                      <a:pt x="191" y="235"/>
                      <a:pt x="301" y="263"/>
                    </a:cubicBezTo>
                    <a:cubicBezTo>
                      <a:pt x="429" y="297"/>
                      <a:pt x="502" y="343"/>
                      <a:pt x="502" y="453"/>
                    </a:cubicBezTo>
                    <a:cubicBezTo>
                      <a:pt x="502" y="455"/>
                      <a:pt x="502" y="455"/>
                      <a:pt x="502" y="455"/>
                    </a:cubicBezTo>
                    <a:cubicBezTo>
                      <a:pt x="502" y="581"/>
                      <a:pt x="406" y="651"/>
                      <a:pt x="269" y="651"/>
                    </a:cubicBezTo>
                    <a:cubicBezTo>
                      <a:pt x="173" y="651"/>
                      <a:pt x="76" y="618"/>
                      <a:pt x="0" y="55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86" name="Freeform 6">
                <a:extLst>
                  <a:ext uri="{FF2B5EF4-FFF2-40B4-BE49-F238E27FC236}">
                    <a16:creationId xmlns:a16="http://schemas.microsoft.com/office/drawing/2014/main" id="{824AAD10-C96C-2D4A-15C2-1D354C7C691E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791295" y="566212"/>
                <a:ext cx="322264" cy="214547"/>
              </a:xfrm>
              <a:custGeom>
                <a:avLst/>
                <a:gdLst>
                  <a:gd name="T0" fmla="*/ 0 w 741"/>
                  <a:gd name="T1" fmla="*/ 9 h 494"/>
                  <a:gd name="T2" fmla="*/ 138 w 741"/>
                  <a:gd name="T3" fmla="*/ 9 h 494"/>
                  <a:gd name="T4" fmla="*/ 138 w 741"/>
                  <a:gd name="T5" fmla="*/ 78 h 494"/>
                  <a:gd name="T6" fmla="*/ 281 w 741"/>
                  <a:gd name="T7" fmla="*/ 0 h 494"/>
                  <a:gd name="T8" fmla="*/ 418 w 741"/>
                  <a:gd name="T9" fmla="*/ 77 h 494"/>
                  <a:gd name="T10" fmla="*/ 577 w 741"/>
                  <a:gd name="T11" fmla="*/ 0 h 494"/>
                  <a:gd name="T12" fmla="*/ 741 w 741"/>
                  <a:gd name="T13" fmla="*/ 178 h 494"/>
                  <a:gd name="T14" fmla="*/ 741 w 741"/>
                  <a:gd name="T15" fmla="*/ 494 h 494"/>
                  <a:gd name="T16" fmla="*/ 603 w 741"/>
                  <a:gd name="T17" fmla="*/ 494 h 494"/>
                  <a:gd name="T18" fmla="*/ 603 w 741"/>
                  <a:gd name="T19" fmla="*/ 224 h 494"/>
                  <a:gd name="T20" fmla="*/ 523 w 741"/>
                  <a:gd name="T21" fmla="*/ 125 h 494"/>
                  <a:gd name="T22" fmla="*/ 439 w 741"/>
                  <a:gd name="T23" fmla="*/ 224 h 494"/>
                  <a:gd name="T24" fmla="*/ 439 w 741"/>
                  <a:gd name="T25" fmla="*/ 494 h 494"/>
                  <a:gd name="T26" fmla="*/ 302 w 741"/>
                  <a:gd name="T27" fmla="*/ 494 h 494"/>
                  <a:gd name="T28" fmla="*/ 302 w 741"/>
                  <a:gd name="T29" fmla="*/ 224 h 494"/>
                  <a:gd name="T30" fmla="*/ 221 w 741"/>
                  <a:gd name="T31" fmla="*/ 125 h 494"/>
                  <a:gd name="T32" fmla="*/ 138 w 741"/>
                  <a:gd name="T33" fmla="*/ 224 h 494"/>
                  <a:gd name="T34" fmla="*/ 138 w 741"/>
                  <a:gd name="T35" fmla="*/ 494 h 494"/>
                  <a:gd name="T36" fmla="*/ 0 w 741"/>
                  <a:gd name="T37" fmla="*/ 494 h 494"/>
                  <a:gd name="T38" fmla="*/ 0 w 741"/>
                  <a:gd name="T39" fmla="*/ 9 h 4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41" h="494">
                    <a:moveTo>
                      <a:pt x="0" y="9"/>
                    </a:moveTo>
                    <a:cubicBezTo>
                      <a:pt x="138" y="9"/>
                      <a:pt x="138" y="9"/>
                      <a:pt x="138" y="9"/>
                    </a:cubicBezTo>
                    <a:cubicBezTo>
                      <a:pt x="138" y="78"/>
                      <a:pt x="138" y="78"/>
                      <a:pt x="138" y="78"/>
                    </a:cubicBezTo>
                    <a:cubicBezTo>
                      <a:pt x="170" y="37"/>
                      <a:pt x="211" y="0"/>
                      <a:pt x="281" y="0"/>
                    </a:cubicBezTo>
                    <a:cubicBezTo>
                      <a:pt x="344" y="0"/>
                      <a:pt x="392" y="28"/>
                      <a:pt x="418" y="77"/>
                    </a:cubicBezTo>
                    <a:cubicBezTo>
                      <a:pt x="460" y="27"/>
                      <a:pt x="511" y="0"/>
                      <a:pt x="577" y="0"/>
                    </a:cubicBezTo>
                    <a:cubicBezTo>
                      <a:pt x="679" y="0"/>
                      <a:pt x="741" y="62"/>
                      <a:pt x="741" y="178"/>
                    </a:cubicBezTo>
                    <a:cubicBezTo>
                      <a:pt x="741" y="494"/>
                      <a:pt x="741" y="494"/>
                      <a:pt x="741" y="494"/>
                    </a:cubicBezTo>
                    <a:cubicBezTo>
                      <a:pt x="603" y="494"/>
                      <a:pt x="603" y="494"/>
                      <a:pt x="603" y="494"/>
                    </a:cubicBezTo>
                    <a:cubicBezTo>
                      <a:pt x="603" y="224"/>
                      <a:pt x="603" y="224"/>
                      <a:pt x="603" y="224"/>
                    </a:cubicBezTo>
                    <a:cubicBezTo>
                      <a:pt x="603" y="159"/>
                      <a:pt x="574" y="125"/>
                      <a:pt x="523" y="125"/>
                    </a:cubicBezTo>
                    <a:cubicBezTo>
                      <a:pt x="471" y="125"/>
                      <a:pt x="439" y="159"/>
                      <a:pt x="439" y="224"/>
                    </a:cubicBezTo>
                    <a:cubicBezTo>
                      <a:pt x="439" y="494"/>
                      <a:pt x="439" y="494"/>
                      <a:pt x="439" y="494"/>
                    </a:cubicBezTo>
                    <a:cubicBezTo>
                      <a:pt x="302" y="494"/>
                      <a:pt x="302" y="494"/>
                      <a:pt x="302" y="494"/>
                    </a:cubicBezTo>
                    <a:cubicBezTo>
                      <a:pt x="302" y="224"/>
                      <a:pt x="302" y="224"/>
                      <a:pt x="302" y="224"/>
                    </a:cubicBezTo>
                    <a:cubicBezTo>
                      <a:pt x="302" y="159"/>
                      <a:pt x="273" y="125"/>
                      <a:pt x="221" y="125"/>
                    </a:cubicBezTo>
                    <a:cubicBezTo>
                      <a:pt x="170" y="125"/>
                      <a:pt x="138" y="159"/>
                      <a:pt x="138" y="224"/>
                    </a:cubicBezTo>
                    <a:cubicBezTo>
                      <a:pt x="138" y="494"/>
                      <a:pt x="138" y="494"/>
                      <a:pt x="138" y="494"/>
                    </a:cubicBezTo>
                    <a:cubicBezTo>
                      <a:pt x="0" y="494"/>
                      <a:pt x="0" y="494"/>
                      <a:pt x="0" y="494"/>
                    </a:cubicBezTo>
                    <a:lnTo>
                      <a:pt x="0" y="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87" name="Freeform 7">
                <a:extLst>
                  <a:ext uri="{FF2B5EF4-FFF2-40B4-BE49-F238E27FC236}">
                    <a16:creationId xmlns:a16="http://schemas.microsoft.com/office/drawing/2014/main" id="{8776387C-7DBE-0FBD-3AED-689433E76864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125971" y="567985"/>
                <a:ext cx="193713" cy="216764"/>
              </a:xfrm>
              <a:custGeom>
                <a:avLst/>
                <a:gdLst>
                  <a:gd name="T0" fmla="*/ 0 w 446"/>
                  <a:gd name="T1" fmla="*/ 351 h 499"/>
                  <a:gd name="T2" fmla="*/ 0 w 446"/>
                  <a:gd name="T3" fmla="*/ 349 h 499"/>
                  <a:gd name="T4" fmla="*/ 195 w 446"/>
                  <a:gd name="T5" fmla="*/ 194 h 499"/>
                  <a:gd name="T6" fmla="*/ 314 w 446"/>
                  <a:gd name="T7" fmla="*/ 214 h 499"/>
                  <a:gd name="T8" fmla="*/ 314 w 446"/>
                  <a:gd name="T9" fmla="*/ 206 h 499"/>
                  <a:gd name="T10" fmla="*/ 210 w 446"/>
                  <a:gd name="T11" fmla="*/ 117 h 499"/>
                  <a:gd name="T12" fmla="*/ 76 w 446"/>
                  <a:gd name="T13" fmla="*/ 144 h 499"/>
                  <a:gd name="T14" fmla="*/ 42 w 446"/>
                  <a:gd name="T15" fmla="*/ 39 h 499"/>
                  <a:gd name="T16" fmla="*/ 230 w 446"/>
                  <a:gd name="T17" fmla="*/ 0 h 499"/>
                  <a:gd name="T18" fmla="*/ 394 w 446"/>
                  <a:gd name="T19" fmla="*/ 54 h 499"/>
                  <a:gd name="T20" fmla="*/ 446 w 446"/>
                  <a:gd name="T21" fmla="*/ 209 h 499"/>
                  <a:gd name="T22" fmla="*/ 446 w 446"/>
                  <a:gd name="T23" fmla="*/ 490 h 499"/>
                  <a:gd name="T24" fmla="*/ 313 w 446"/>
                  <a:gd name="T25" fmla="*/ 490 h 499"/>
                  <a:gd name="T26" fmla="*/ 313 w 446"/>
                  <a:gd name="T27" fmla="*/ 438 h 499"/>
                  <a:gd name="T28" fmla="*/ 166 w 446"/>
                  <a:gd name="T29" fmla="*/ 499 h 499"/>
                  <a:gd name="T30" fmla="*/ 0 w 446"/>
                  <a:gd name="T31" fmla="*/ 351 h 499"/>
                  <a:gd name="T32" fmla="*/ 316 w 446"/>
                  <a:gd name="T33" fmla="*/ 319 h 499"/>
                  <a:gd name="T34" fmla="*/ 316 w 446"/>
                  <a:gd name="T35" fmla="*/ 295 h 499"/>
                  <a:gd name="T36" fmla="*/ 228 w 446"/>
                  <a:gd name="T37" fmla="*/ 277 h 499"/>
                  <a:gd name="T38" fmla="*/ 133 w 446"/>
                  <a:gd name="T39" fmla="*/ 344 h 499"/>
                  <a:gd name="T40" fmla="*/ 133 w 446"/>
                  <a:gd name="T41" fmla="*/ 346 h 499"/>
                  <a:gd name="T42" fmla="*/ 208 w 446"/>
                  <a:gd name="T43" fmla="*/ 404 h 499"/>
                  <a:gd name="T44" fmla="*/ 316 w 446"/>
                  <a:gd name="T45" fmla="*/ 319 h 4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446" h="499">
                    <a:moveTo>
                      <a:pt x="0" y="351"/>
                    </a:moveTo>
                    <a:cubicBezTo>
                      <a:pt x="0" y="349"/>
                      <a:pt x="0" y="349"/>
                      <a:pt x="0" y="349"/>
                    </a:cubicBezTo>
                    <a:cubicBezTo>
                      <a:pt x="0" y="243"/>
                      <a:pt x="80" y="194"/>
                      <a:pt x="195" y="194"/>
                    </a:cubicBezTo>
                    <a:cubicBezTo>
                      <a:pt x="244" y="194"/>
                      <a:pt x="280" y="202"/>
                      <a:pt x="314" y="214"/>
                    </a:cubicBezTo>
                    <a:cubicBezTo>
                      <a:pt x="314" y="206"/>
                      <a:pt x="314" y="206"/>
                      <a:pt x="314" y="206"/>
                    </a:cubicBezTo>
                    <a:cubicBezTo>
                      <a:pt x="314" y="149"/>
                      <a:pt x="279" y="117"/>
                      <a:pt x="210" y="117"/>
                    </a:cubicBezTo>
                    <a:cubicBezTo>
                      <a:pt x="157" y="117"/>
                      <a:pt x="120" y="127"/>
                      <a:pt x="76" y="144"/>
                    </a:cubicBezTo>
                    <a:cubicBezTo>
                      <a:pt x="42" y="39"/>
                      <a:pt x="42" y="39"/>
                      <a:pt x="42" y="39"/>
                    </a:cubicBezTo>
                    <a:cubicBezTo>
                      <a:pt x="95" y="15"/>
                      <a:pt x="147" y="0"/>
                      <a:pt x="230" y="0"/>
                    </a:cubicBezTo>
                    <a:cubicBezTo>
                      <a:pt x="305" y="0"/>
                      <a:pt x="359" y="20"/>
                      <a:pt x="394" y="54"/>
                    </a:cubicBezTo>
                    <a:cubicBezTo>
                      <a:pt x="430" y="90"/>
                      <a:pt x="446" y="144"/>
                      <a:pt x="446" y="209"/>
                    </a:cubicBezTo>
                    <a:cubicBezTo>
                      <a:pt x="446" y="490"/>
                      <a:pt x="446" y="490"/>
                      <a:pt x="446" y="490"/>
                    </a:cubicBezTo>
                    <a:cubicBezTo>
                      <a:pt x="313" y="490"/>
                      <a:pt x="313" y="490"/>
                      <a:pt x="313" y="490"/>
                    </a:cubicBezTo>
                    <a:cubicBezTo>
                      <a:pt x="313" y="438"/>
                      <a:pt x="313" y="438"/>
                      <a:pt x="313" y="438"/>
                    </a:cubicBezTo>
                    <a:cubicBezTo>
                      <a:pt x="280" y="475"/>
                      <a:pt x="233" y="499"/>
                      <a:pt x="166" y="499"/>
                    </a:cubicBezTo>
                    <a:cubicBezTo>
                      <a:pt x="75" y="499"/>
                      <a:pt x="0" y="447"/>
                      <a:pt x="0" y="351"/>
                    </a:cubicBezTo>
                    <a:close/>
                    <a:moveTo>
                      <a:pt x="316" y="319"/>
                    </a:moveTo>
                    <a:cubicBezTo>
                      <a:pt x="316" y="295"/>
                      <a:pt x="316" y="295"/>
                      <a:pt x="316" y="295"/>
                    </a:cubicBezTo>
                    <a:cubicBezTo>
                      <a:pt x="292" y="284"/>
                      <a:pt x="262" y="277"/>
                      <a:pt x="228" y="277"/>
                    </a:cubicBezTo>
                    <a:cubicBezTo>
                      <a:pt x="169" y="277"/>
                      <a:pt x="133" y="300"/>
                      <a:pt x="133" y="344"/>
                    </a:cubicBezTo>
                    <a:cubicBezTo>
                      <a:pt x="133" y="346"/>
                      <a:pt x="133" y="346"/>
                      <a:pt x="133" y="346"/>
                    </a:cubicBezTo>
                    <a:cubicBezTo>
                      <a:pt x="133" y="383"/>
                      <a:pt x="164" y="404"/>
                      <a:pt x="208" y="404"/>
                    </a:cubicBezTo>
                    <a:cubicBezTo>
                      <a:pt x="272" y="404"/>
                      <a:pt x="316" y="369"/>
                      <a:pt x="316" y="31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88" name="Freeform 8">
                <a:extLst>
                  <a:ext uri="{FF2B5EF4-FFF2-40B4-BE49-F238E27FC236}">
                    <a16:creationId xmlns:a16="http://schemas.microsoft.com/office/drawing/2014/main" id="{262E0FEC-2981-11B0-3D88-8A94D08178CF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336529" y="564438"/>
                <a:ext cx="127665" cy="216321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1 h 498"/>
                  <a:gd name="T6" fmla="*/ 293 w 293"/>
                  <a:gd name="T7" fmla="*/ 4 h 498"/>
                  <a:gd name="T8" fmla="*/ 293 w 293"/>
                  <a:gd name="T9" fmla="*/ 148 h 498"/>
                  <a:gd name="T10" fmla="*/ 285 w 293"/>
                  <a:gd name="T11" fmla="*/ 148 h 498"/>
                  <a:gd name="T12" fmla="*/ 138 w 293"/>
                  <a:gd name="T13" fmla="*/ 319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1"/>
                      <a:pt x="138" y="111"/>
                      <a:pt x="138" y="111"/>
                    </a:cubicBezTo>
                    <a:cubicBezTo>
                      <a:pt x="166" y="44"/>
                      <a:pt x="211" y="0"/>
                      <a:pt x="293" y="4"/>
                    </a:cubicBezTo>
                    <a:cubicBezTo>
                      <a:pt x="293" y="148"/>
                      <a:pt x="293" y="148"/>
                      <a:pt x="293" y="148"/>
                    </a:cubicBezTo>
                    <a:cubicBezTo>
                      <a:pt x="285" y="148"/>
                      <a:pt x="285" y="148"/>
                      <a:pt x="285" y="148"/>
                    </a:cubicBezTo>
                    <a:cubicBezTo>
                      <a:pt x="194" y="148"/>
                      <a:pt x="138" y="203"/>
                      <a:pt x="138" y="319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89" name="Freeform 9">
                <a:extLst>
                  <a:ext uri="{FF2B5EF4-FFF2-40B4-BE49-F238E27FC236}">
                    <a16:creationId xmlns:a16="http://schemas.microsoft.com/office/drawing/2014/main" id="{FECC1288-545E-BDB4-6462-3EE5544D7025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475719" y="516121"/>
                <a:ext cx="134757" cy="268184"/>
              </a:xfrm>
              <a:custGeom>
                <a:avLst/>
                <a:gdLst>
                  <a:gd name="T0" fmla="*/ 58 w 310"/>
                  <a:gd name="T1" fmla="*/ 472 h 617"/>
                  <a:gd name="T2" fmla="*/ 58 w 310"/>
                  <a:gd name="T3" fmla="*/ 242 h 617"/>
                  <a:gd name="T4" fmla="*/ 0 w 310"/>
                  <a:gd name="T5" fmla="*/ 242 h 617"/>
                  <a:gd name="T6" fmla="*/ 0 w 310"/>
                  <a:gd name="T7" fmla="*/ 124 h 617"/>
                  <a:gd name="T8" fmla="*/ 58 w 310"/>
                  <a:gd name="T9" fmla="*/ 124 h 617"/>
                  <a:gd name="T10" fmla="*/ 58 w 310"/>
                  <a:gd name="T11" fmla="*/ 0 h 617"/>
                  <a:gd name="T12" fmla="*/ 196 w 310"/>
                  <a:gd name="T13" fmla="*/ 0 h 617"/>
                  <a:gd name="T14" fmla="*/ 196 w 310"/>
                  <a:gd name="T15" fmla="*/ 124 h 617"/>
                  <a:gd name="T16" fmla="*/ 310 w 310"/>
                  <a:gd name="T17" fmla="*/ 124 h 617"/>
                  <a:gd name="T18" fmla="*/ 310 w 310"/>
                  <a:gd name="T19" fmla="*/ 242 h 617"/>
                  <a:gd name="T20" fmla="*/ 196 w 310"/>
                  <a:gd name="T21" fmla="*/ 242 h 617"/>
                  <a:gd name="T22" fmla="*/ 196 w 310"/>
                  <a:gd name="T23" fmla="*/ 449 h 617"/>
                  <a:gd name="T24" fmla="*/ 240 w 310"/>
                  <a:gd name="T25" fmla="*/ 496 h 617"/>
                  <a:gd name="T26" fmla="*/ 308 w 310"/>
                  <a:gd name="T27" fmla="*/ 479 h 617"/>
                  <a:gd name="T28" fmla="*/ 308 w 310"/>
                  <a:gd name="T29" fmla="*/ 589 h 617"/>
                  <a:gd name="T30" fmla="*/ 199 w 310"/>
                  <a:gd name="T31" fmla="*/ 617 h 617"/>
                  <a:gd name="T32" fmla="*/ 58 w 310"/>
                  <a:gd name="T33" fmla="*/ 472 h 6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10" h="617">
                    <a:moveTo>
                      <a:pt x="58" y="472"/>
                    </a:moveTo>
                    <a:cubicBezTo>
                      <a:pt x="58" y="242"/>
                      <a:pt x="58" y="242"/>
                      <a:pt x="58" y="242"/>
                    </a:cubicBezTo>
                    <a:cubicBezTo>
                      <a:pt x="0" y="242"/>
                      <a:pt x="0" y="242"/>
                      <a:pt x="0" y="242"/>
                    </a:cubicBezTo>
                    <a:cubicBezTo>
                      <a:pt x="0" y="124"/>
                      <a:pt x="0" y="124"/>
                      <a:pt x="0" y="124"/>
                    </a:cubicBezTo>
                    <a:cubicBezTo>
                      <a:pt x="58" y="124"/>
                      <a:pt x="58" y="124"/>
                      <a:pt x="58" y="124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196" y="0"/>
                      <a:pt x="196" y="0"/>
                      <a:pt x="196" y="0"/>
                    </a:cubicBezTo>
                    <a:cubicBezTo>
                      <a:pt x="196" y="124"/>
                      <a:pt x="196" y="124"/>
                      <a:pt x="196" y="124"/>
                    </a:cubicBezTo>
                    <a:cubicBezTo>
                      <a:pt x="310" y="124"/>
                      <a:pt x="310" y="124"/>
                      <a:pt x="310" y="124"/>
                    </a:cubicBezTo>
                    <a:cubicBezTo>
                      <a:pt x="310" y="242"/>
                      <a:pt x="310" y="242"/>
                      <a:pt x="310" y="242"/>
                    </a:cubicBezTo>
                    <a:cubicBezTo>
                      <a:pt x="196" y="242"/>
                      <a:pt x="196" y="242"/>
                      <a:pt x="196" y="242"/>
                    </a:cubicBezTo>
                    <a:cubicBezTo>
                      <a:pt x="196" y="449"/>
                      <a:pt x="196" y="449"/>
                      <a:pt x="196" y="449"/>
                    </a:cubicBezTo>
                    <a:cubicBezTo>
                      <a:pt x="196" y="481"/>
                      <a:pt x="209" y="496"/>
                      <a:pt x="240" y="496"/>
                    </a:cubicBezTo>
                    <a:cubicBezTo>
                      <a:pt x="265" y="496"/>
                      <a:pt x="288" y="490"/>
                      <a:pt x="308" y="479"/>
                    </a:cubicBezTo>
                    <a:cubicBezTo>
                      <a:pt x="308" y="589"/>
                      <a:pt x="308" y="589"/>
                      <a:pt x="308" y="589"/>
                    </a:cubicBezTo>
                    <a:cubicBezTo>
                      <a:pt x="279" y="607"/>
                      <a:pt x="245" y="617"/>
                      <a:pt x="199" y="617"/>
                    </a:cubicBezTo>
                    <a:cubicBezTo>
                      <a:pt x="115" y="617"/>
                      <a:pt x="58" y="584"/>
                      <a:pt x="58" y="47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90" name="Freeform 10">
                <a:extLst>
                  <a:ext uri="{FF2B5EF4-FFF2-40B4-BE49-F238E27FC236}">
                    <a16:creationId xmlns:a16="http://schemas.microsoft.com/office/drawing/2014/main" id="{9DB49BE1-F1C8-5A4F-1BE7-B9C5B671A4B9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618455" y="566212"/>
                <a:ext cx="207012" cy="219424"/>
              </a:xfrm>
              <a:custGeom>
                <a:avLst/>
                <a:gdLst>
                  <a:gd name="T0" fmla="*/ 0 w 476"/>
                  <a:gd name="T1" fmla="*/ 254 h 505"/>
                  <a:gd name="T2" fmla="*/ 0 w 476"/>
                  <a:gd name="T3" fmla="*/ 253 h 505"/>
                  <a:gd name="T4" fmla="*/ 240 w 476"/>
                  <a:gd name="T5" fmla="*/ 0 h 505"/>
                  <a:gd name="T6" fmla="*/ 476 w 476"/>
                  <a:gd name="T7" fmla="*/ 263 h 505"/>
                  <a:gd name="T8" fmla="*/ 475 w 476"/>
                  <a:gd name="T9" fmla="*/ 300 h 505"/>
                  <a:gd name="T10" fmla="*/ 137 w 476"/>
                  <a:gd name="T11" fmla="*/ 300 h 505"/>
                  <a:gd name="T12" fmla="*/ 256 w 476"/>
                  <a:gd name="T13" fmla="*/ 395 h 505"/>
                  <a:gd name="T14" fmla="*/ 373 w 476"/>
                  <a:gd name="T15" fmla="*/ 345 h 505"/>
                  <a:gd name="T16" fmla="*/ 452 w 476"/>
                  <a:gd name="T17" fmla="*/ 415 h 505"/>
                  <a:gd name="T18" fmla="*/ 254 w 476"/>
                  <a:gd name="T19" fmla="*/ 505 h 505"/>
                  <a:gd name="T20" fmla="*/ 0 w 476"/>
                  <a:gd name="T21" fmla="*/ 254 h 505"/>
                  <a:gd name="T22" fmla="*/ 342 w 476"/>
                  <a:gd name="T23" fmla="*/ 214 h 505"/>
                  <a:gd name="T24" fmla="*/ 240 w 476"/>
                  <a:gd name="T25" fmla="*/ 111 h 505"/>
                  <a:gd name="T26" fmla="*/ 135 w 476"/>
                  <a:gd name="T27" fmla="*/ 214 h 505"/>
                  <a:gd name="T28" fmla="*/ 342 w 476"/>
                  <a:gd name="T29" fmla="*/ 21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76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99" y="0"/>
                      <a:pt x="240" y="0"/>
                    </a:cubicBezTo>
                    <a:cubicBezTo>
                      <a:pt x="402" y="0"/>
                      <a:pt x="476" y="126"/>
                      <a:pt x="476" y="263"/>
                    </a:cubicBezTo>
                    <a:cubicBezTo>
                      <a:pt x="476" y="274"/>
                      <a:pt x="476" y="287"/>
                      <a:pt x="475" y="300"/>
                    </a:cubicBezTo>
                    <a:cubicBezTo>
                      <a:pt x="137" y="300"/>
                      <a:pt x="137" y="300"/>
                      <a:pt x="137" y="300"/>
                    </a:cubicBezTo>
                    <a:cubicBezTo>
                      <a:pt x="151" y="362"/>
                      <a:pt x="194" y="395"/>
                      <a:pt x="256" y="395"/>
                    </a:cubicBezTo>
                    <a:cubicBezTo>
                      <a:pt x="302" y="395"/>
                      <a:pt x="335" y="380"/>
                      <a:pt x="373" y="345"/>
                    </a:cubicBezTo>
                    <a:cubicBezTo>
                      <a:pt x="452" y="415"/>
                      <a:pt x="452" y="415"/>
                      <a:pt x="452" y="415"/>
                    </a:cubicBezTo>
                    <a:cubicBezTo>
                      <a:pt x="407" y="471"/>
                      <a:pt x="342" y="505"/>
                      <a:pt x="254" y="505"/>
                    </a:cubicBezTo>
                    <a:cubicBezTo>
                      <a:pt x="108" y="505"/>
                      <a:pt x="0" y="403"/>
                      <a:pt x="0" y="254"/>
                    </a:cubicBezTo>
                    <a:close/>
                    <a:moveTo>
                      <a:pt x="342" y="214"/>
                    </a:moveTo>
                    <a:cubicBezTo>
                      <a:pt x="334" y="152"/>
                      <a:pt x="298" y="111"/>
                      <a:pt x="240" y="111"/>
                    </a:cubicBezTo>
                    <a:cubicBezTo>
                      <a:pt x="183" y="111"/>
                      <a:pt x="146" y="151"/>
                      <a:pt x="135" y="214"/>
                    </a:cubicBezTo>
                    <a:lnTo>
                      <a:pt x="342" y="2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91" name="Freeform 11">
                <a:extLst>
                  <a:ext uri="{FF2B5EF4-FFF2-40B4-BE49-F238E27FC236}">
                    <a16:creationId xmlns:a16="http://schemas.microsoft.com/office/drawing/2014/main" id="{5700CEE7-82FA-F314-D150-00348A9C1993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837879" y="564438"/>
                <a:ext cx="127221" cy="216321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1 h 498"/>
                  <a:gd name="T6" fmla="*/ 293 w 293"/>
                  <a:gd name="T7" fmla="*/ 4 h 498"/>
                  <a:gd name="T8" fmla="*/ 293 w 293"/>
                  <a:gd name="T9" fmla="*/ 148 h 498"/>
                  <a:gd name="T10" fmla="*/ 285 w 293"/>
                  <a:gd name="T11" fmla="*/ 148 h 498"/>
                  <a:gd name="T12" fmla="*/ 138 w 293"/>
                  <a:gd name="T13" fmla="*/ 319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1"/>
                      <a:pt x="138" y="111"/>
                      <a:pt x="138" y="111"/>
                    </a:cubicBezTo>
                    <a:cubicBezTo>
                      <a:pt x="166" y="44"/>
                      <a:pt x="211" y="0"/>
                      <a:pt x="293" y="4"/>
                    </a:cubicBezTo>
                    <a:cubicBezTo>
                      <a:pt x="293" y="148"/>
                      <a:pt x="293" y="148"/>
                      <a:pt x="293" y="148"/>
                    </a:cubicBezTo>
                    <a:cubicBezTo>
                      <a:pt x="285" y="148"/>
                      <a:pt x="285" y="148"/>
                      <a:pt x="285" y="148"/>
                    </a:cubicBezTo>
                    <a:cubicBezTo>
                      <a:pt x="194" y="148"/>
                      <a:pt x="138" y="203"/>
                      <a:pt x="138" y="319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92" name="Freeform 12">
                <a:extLst>
                  <a:ext uri="{FF2B5EF4-FFF2-40B4-BE49-F238E27FC236}">
                    <a16:creationId xmlns:a16="http://schemas.microsoft.com/office/drawing/2014/main" id="{FC0AB9F7-3D02-4537-31F6-D98B2250C9F3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4988072" y="888476"/>
                <a:ext cx="134757" cy="268628"/>
              </a:xfrm>
              <a:custGeom>
                <a:avLst/>
                <a:gdLst>
                  <a:gd name="T0" fmla="*/ 58 w 310"/>
                  <a:gd name="T1" fmla="*/ 472 h 618"/>
                  <a:gd name="T2" fmla="*/ 58 w 310"/>
                  <a:gd name="T3" fmla="*/ 242 h 618"/>
                  <a:gd name="T4" fmla="*/ 0 w 310"/>
                  <a:gd name="T5" fmla="*/ 242 h 618"/>
                  <a:gd name="T6" fmla="*/ 0 w 310"/>
                  <a:gd name="T7" fmla="*/ 124 h 618"/>
                  <a:gd name="T8" fmla="*/ 58 w 310"/>
                  <a:gd name="T9" fmla="*/ 124 h 618"/>
                  <a:gd name="T10" fmla="*/ 58 w 310"/>
                  <a:gd name="T11" fmla="*/ 0 h 618"/>
                  <a:gd name="T12" fmla="*/ 195 w 310"/>
                  <a:gd name="T13" fmla="*/ 0 h 618"/>
                  <a:gd name="T14" fmla="*/ 195 w 310"/>
                  <a:gd name="T15" fmla="*/ 124 h 618"/>
                  <a:gd name="T16" fmla="*/ 310 w 310"/>
                  <a:gd name="T17" fmla="*/ 124 h 618"/>
                  <a:gd name="T18" fmla="*/ 310 w 310"/>
                  <a:gd name="T19" fmla="*/ 242 h 618"/>
                  <a:gd name="T20" fmla="*/ 195 w 310"/>
                  <a:gd name="T21" fmla="*/ 242 h 618"/>
                  <a:gd name="T22" fmla="*/ 195 w 310"/>
                  <a:gd name="T23" fmla="*/ 449 h 618"/>
                  <a:gd name="T24" fmla="*/ 240 w 310"/>
                  <a:gd name="T25" fmla="*/ 496 h 618"/>
                  <a:gd name="T26" fmla="*/ 308 w 310"/>
                  <a:gd name="T27" fmla="*/ 479 h 618"/>
                  <a:gd name="T28" fmla="*/ 308 w 310"/>
                  <a:gd name="T29" fmla="*/ 590 h 618"/>
                  <a:gd name="T30" fmla="*/ 199 w 310"/>
                  <a:gd name="T31" fmla="*/ 618 h 618"/>
                  <a:gd name="T32" fmla="*/ 58 w 310"/>
                  <a:gd name="T33" fmla="*/ 472 h 6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10" h="618">
                    <a:moveTo>
                      <a:pt x="58" y="472"/>
                    </a:moveTo>
                    <a:cubicBezTo>
                      <a:pt x="58" y="242"/>
                      <a:pt x="58" y="242"/>
                      <a:pt x="58" y="242"/>
                    </a:cubicBezTo>
                    <a:cubicBezTo>
                      <a:pt x="0" y="242"/>
                      <a:pt x="0" y="242"/>
                      <a:pt x="0" y="242"/>
                    </a:cubicBezTo>
                    <a:cubicBezTo>
                      <a:pt x="0" y="124"/>
                      <a:pt x="0" y="124"/>
                      <a:pt x="0" y="124"/>
                    </a:cubicBezTo>
                    <a:cubicBezTo>
                      <a:pt x="58" y="124"/>
                      <a:pt x="58" y="124"/>
                      <a:pt x="58" y="124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195" y="0"/>
                      <a:pt x="195" y="0"/>
                      <a:pt x="195" y="0"/>
                    </a:cubicBezTo>
                    <a:cubicBezTo>
                      <a:pt x="195" y="124"/>
                      <a:pt x="195" y="124"/>
                      <a:pt x="195" y="124"/>
                    </a:cubicBezTo>
                    <a:cubicBezTo>
                      <a:pt x="310" y="124"/>
                      <a:pt x="310" y="124"/>
                      <a:pt x="310" y="124"/>
                    </a:cubicBezTo>
                    <a:cubicBezTo>
                      <a:pt x="310" y="242"/>
                      <a:pt x="310" y="242"/>
                      <a:pt x="310" y="242"/>
                    </a:cubicBezTo>
                    <a:cubicBezTo>
                      <a:pt x="195" y="242"/>
                      <a:pt x="195" y="242"/>
                      <a:pt x="195" y="242"/>
                    </a:cubicBezTo>
                    <a:cubicBezTo>
                      <a:pt x="195" y="449"/>
                      <a:pt x="195" y="449"/>
                      <a:pt x="195" y="449"/>
                    </a:cubicBezTo>
                    <a:cubicBezTo>
                      <a:pt x="195" y="481"/>
                      <a:pt x="209" y="496"/>
                      <a:pt x="240" y="496"/>
                    </a:cubicBezTo>
                    <a:cubicBezTo>
                      <a:pt x="265" y="496"/>
                      <a:pt x="288" y="490"/>
                      <a:pt x="308" y="479"/>
                    </a:cubicBezTo>
                    <a:cubicBezTo>
                      <a:pt x="308" y="590"/>
                      <a:pt x="308" y="590"/>
                      <a:pt x="308" y="590"/>
                    </a:cubicBezTo>
                    <a:cubicBezTo>
                      <a:pt x="279" y="607"/>
                      <a:pt x="245" y="618"/>
                      <a:pt x="199" y="618"/>
                    </a:cubicBezTo>
                    <a:cubicBezTo>
                      <a:pt x="115" y="618"/>
                      <a:pt x="58" y="584"/>
                      <a:pt x="58" y="47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93" name="Freeform 13">
                <a:extLst>
                  <a:ext uri="{FF2B5EF4-FFF2-40B4-BE49-F238E27FC236}">
                    <a16:creationId xmlns:a16="http://schemas.microsoft.com/office/drawing/2014/main" id="{12D11DBC-90A7-4337-F6CB-C20DBD872CBD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5131251" y="938123"/>
                <a:ext cx="207455" cy="219867"/>
              </a:xfrm>
              <a:custGeom>
                <a:avLst/>
                <a:gdLst>
                  <a:gd name="T0" fmla="*/ 0 w 477"/>
                  <a:gd name="T1" fmla="*/ 254 h 505"/>
                  <a:gd name="T2" fmla="*/ 0 w 477"/>
                  <a:gd name="T3" fmla="*/ 253 h 505"/>
                  <a:gd name="T4" fmla="*/ 240 w 477"/>
                  <a:gd name="T5" fmla="*/ 0 h 505"/>
                  <a:gd name="T6" fmla="*/ 477 w 477"/>
                  <a:gd name="T7" fmla="*/ 263 h 505"/>
                  <a:gd name="T8" fmla="*/ 475 w 477"/>
                  <a:gd name="T9" fmla="*/ 300 h 505"/>
                  <a:gd name="T10" fmla="*/ 137 w 477"/>
                  <a:gd name="T11" fmla="*/ 300 h 505"/>
                  <a:gd name="T12" fmla="*/ 256 w 477"/>
                  <a:gd name="T13" fmla="*/ 395 h 505"/>
                  <a:gd name="T14" fmla="*/ 373 w 477"/>
                  <a:gd name="T15" fmla="*/ 345 h 505"/>
                  <a:gd name="T16" fmla="*/ 452 w 477"/>
                  <a:gd name="T17" fmla="*/ 415 h 505"/>
                  <a:gd name="T18" fmla="*/ 254 w 477"/>
                  <a:gd name="T19" fmla="*/ 505 h 505"/>
                  <a:gd name="T20" fmla="*/ 0 w 477"/>
                  <a:gd name="T21" fmla="*/ 254 h 505"/>
                  <a:gd name="T22" fmla="*/ 343 w 477"/>
                  <a:gd name="T23" fmla="*/ 214 h 505"/>
                  <a:gd name="T24" fmla="*/ 240 w 477"/>
                  <a:gd name="T25" fmla="*/ 111 h 505"/>
                  <a:gd name="T26" fmla="*/ 135 w 477"/>
                  <a:gd name="T27" fmla="*/ 214 h 505"/>
                  <a:gd name="T28" fmla="*/ 343 w 477"/>
                  <a:gd name="T29" fmla="*/ 21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77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99" y="0"/>
                      <a:pt x="240" y="0"/>
                    </a:cubicBezTo>
                    <a:cubicBezTo>
                      <a:pt x="402" y="0"/>
                      <a:pt x="477" y="126"/>
                      <a:pt x="477" y="263"/>
                    </a:cubicBezTo>
                    <a:cubicBezTo>
                      <a:pt x="477" y="274"/>
                      <a:pt x="476" y="287"/>
                      <a:pt x="475" y="300"/>
                    </a:cubicBezTo>
                    <a:cubicBezTo>
                      <a:pt x="137" y="300"/>
                      <a:pt x="137" y="300"/>
                      <a:pt x="137" y="300"/>
                    </a:cubicBezTo>
                    <a:cubicBezTo>
                      <a:pt x="151" y="362"/>
                      <a:pt x="194" y="395"/>
                      <a:pt x="256" y="395"/>
                    </a:cubicBezTo>
                    <a:cubicBezTo>
                      <a:pt x="302" y="395"/>
                      <a:pt x="335" y="380"/>
                      <a:pt x="373" y="345"/>
                    </a:cubicBezTo>
                    <a:cubicBezTo>
                      <a:pt x="452" y="415"/>
                      <a:pt x="452" y="415"/>
                      <a:pt x="452" y="415"/>
                    </a:cubicBezTo>
                    <a:cubicBezTo>
                      <a:pt x="407" y="471"/>
                      <a:pt x="342" y="505"/>
                      <a:pt x="254" y="505"/>
                    </a:cubicBezTo>
                    <a:cubicBezTo>
                      <a:pt x="108" y="505"/>
                      <a:pt x="0" y="403"/>
                      <a:pt x="0" y="254"/>
                    </a:cubicBezTo>
                    <a:close/>
                    <a:moveTo>
                      <a:pt x="343" y="214"/>
                    </a:moveTo>
                    <a:cubicBezTo>
                      <a:pt x="334" y="152"/>
                      <a:pt x="298" y="111"/>
                      <a:pt x="240" y="111"/>
                    </a:cubicBezTo>
                    <a:cubicBezTo>
                      <a:pt x="183" y="111"/>
                      <a:pt x="146" y="151"/>
                      <a:pt x="135" y="214"/>
                    </a:cubicBezTo>
                    <a:lnTo>
                      <a:pt x="343" y="2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94" name="Freeform 14">
                <a:extLst>
                  <a:ext uri="{FF2B5EF4-FFF2-40B4-BE49-F238E27FC236}">
                    <a16:creationId xmlns:a16="http://schemas.microsoft.com/office/drawing/2014/main" id="{F524D8E9-37C3-A27E-30E8-DF8ACF25D41F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348015" y="938123"/>
                <a:ext cx="195486" cy="219867"/>
              </a:xfrm>
              <a:custGeom>
                <a:avLst/>
                <a:gdLst>
                  <a:gd name="T0" fmla="*/ 0 w 450"/>
                  <a:gd name="T1" fmla="*/ 254 h 505"/>
                  <a:gd name="T2" fmla="*/ 0 w 450"/>
                  <a:gd name="T3" fmla="*/ 253 h 505"/>
                  <a:gd name="T4" fmla="*/ 254 w 450"/>
                  <a:gd name="T5" fmla="*/ 0 h 505"/>
                  <a:gd name="T6" fmla="*/ 448 w 450"/>
                  <a:gd name="T7" fmla="*/ 82 h 505"/>
                  <a:gd name="T8" fmla="*/ 363 w 450"/>
                  <a:gd name="T9" fmla="*/ 172 h 505"/>
                  <a:gd name="T10" fmla="*/ 253 w 450"/>
                  <a:gd name="T11" fmla="*/ 119 h 505"/>
                  <a:gd name="T12" fmla="*/ 135 w 450"/>
                  <a:gd name="T13" fmla="*/ 251 h 505"/>
                  <a:gd name="T14" fmla="*/ 135 w 450"/>
                  <a:gd name="T15" fmla="*/ 253 h 505"/>
                  <a:gd name="T16" fmla="*/ 258 w 450"/>
                  <a:gd name="T17" fmla="*/ 387 h 505"/>
                  <a:gd name="T18" fmla="*/ 370 w 450"/>
                  <a:gd name="T19" fmla="*/ 335 h 505"/>
                  <a:gd name="T20" fmla="*/ 450 w 450"/>
                  <a:gd name="T21" fmla="*/ 416 h 505"/>
                  <a:gd name="T22" fmla="*/ 252 w 450"/>
                  <a:gd name="T23" fmla="*/ 505 h 505"/>
                  <a:gd name="T24" fmla="*/ 0 w 450"/>
                  <a:gd name="T25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50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106" y="0"/>
                      <a:pt x="254" y="0"/>
                    </a:cubicBezTo>
                    <a:cubicBezTo>
                      <a:pt x="345" y="0"/>
                      <a:pt x="402" y="31"/>
                      <a:pt x="448" y="82"/>
                    </a:cubicBezTo>
                    <a:cubicBezTo>
                      <a:pt x="363" y="172"/>
                      <a:pt x="363" y="172"/>
                      <a:pt x="363" y="172"/>
                    </a:cubicBezTo>
                    <a:cubicBezTo>
                      <a:pt x="333" y="139"/>
                      <a:pt x="302" y="119"/>
                      <a:pt x="253" y="119"/>
                    </a:cubicBezTo>
                    <a:cubicBezTo>
                      <a:pt x="184" y="119"/>
                      <a:pt x="135" y="179"/>
                      <a:pt x="135" y="251"/>
                    </a:cubicBezTo>
                    <a:cubicBezTo>
                      <a:pt x="135" y="253"/>
                      <a:pt x="135" y="253"/>
                      <a:pt x="135" y="253"/>
                    </a:cubicBezTo>
                    <a:cubicBezTo>
                      <a:pt x="135" y="327"/>
                      <a:pt x="183" y="387"/>
                      <a:pt x="258" y="387"/>
                    </a:cubicBezTo>
                    <a:cubicBezTo>
                      <a:pt x="305" y="387"/>
                      <a:pt x="336" y="367"/>
                      <a:pt x="370" y="335"/>
                    </a:cubicBezTo>
                    <a:cubicBezTo>
                      <a:pt x="450" y="416"/>
                      <a:pt x="450" y="416"/>
                      <a:pt x="450" y="416"/>
                    </a:cubicBezTo>
                    <a:cubicBezTo>
                      <a:pt x="403" y="468"/>
                      <a:pt x="349" y="505"/>
                      <a:pt x="252" y="505"/>
                    </a:cubicBezTo>
                    <a:cubicBezTo>
                      <a:pt x="106" y="505"/>
                      <a:pt x="0" y="393"/>
                      <a:pt x="0" y="2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95" name="Freeform 15">
                <a:extLst>
                  <a:ext uri="{FF2B5EF4-FFF2-40B4-BE49-F238E27FC236}">
                    <a16:creationId xmlns:a16="http://schemas.microsoft.com/office/drawing/2014/main" id="{083673F6-E265-4005-D62C-293234A8CE09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553254" y="866312"/>
                <a:ext cx="193270" cy="286802"/>
              </a:xfrm>
              <a:custGeom>
                <a:avLst/>
                <a:gdLst>
                  <a:gd name="T0" fmla="*/ 0 w 445"/>
                  <a:gd name="T1" fmla="*/ 0 h 660"/>
                  <a:gd name="T2" fmla="*/ 138 w 445"/>
                  <a:gd name="T3" fmla="*/ 0 h 660"/>
                  <a:gd name="T4" fmla="*/ 138 w 445"/>
                  <a:gd name="T5" fmla="*/ 244 h 660"/>
                  <a:gd name="T6" fmla="*/ 280 w 445"/>
                  <a:gd name="T7" fmla="*/ 166 h 660"/>
                  <a:gd name="T8" fmla="*/ 445 w 445"/>
                  <a:gd name="T9" fmla="*/ 346 h 660"/>
                  <a:gd name="T10" fmla="*/ 445 w 445"/>
                  <a:gd name="T11" fmla="*/ 660 h 660"/>
                  <a:gd name="T12" fmla="*/ 307 w 445"/>
                  <a:gd name="T13" fmla="*/ 660 h 660"/>
                  <a:gd name="T14" fmla="*/ 307 w 445"/>
                  <a:gd name="T15" fmla="*/ 390 h 660"/>
                  <a:gd name="T16" fmla="*/ 224 w 445"/>
                  <a:gd name="T17" fmla="*/ 291 h 660"/>
                  <a:gd name="T18" fmla="*/ 138 w 445"/>
                  <a:gd name="T19" fmla="*/ 390 h 660"/>
                  <a:gd name="T20" fmla="*/ 138 w 445"/>
                  <a:gd name="T21" fmla="*/ 660 h 660"/>
                  <a:gd name="T22" fmla="*/ 0 w 445"/>
                  <a:gd name="T23" fmla="*/ 660 h 660"/>
                  <a:gd name="T24" fmla="*/ 0 w 445"/>
                  <a:gd name="T25" fmla="*/ 0 h 6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45" h="660">
                    <a:moveTo>
                      <a:pt x="0" y="0"/>
                    </a:moveTo>
                    <a:cubicBezTo>
                      <a:pt x="138" y="0"/>
                      <a:pt x="138" y="0"/>
                      <a:pt x="138" y="0"/>
                    </a:cubicBezTo>
                    <a:cubicBezTo>
                      <a:pt x="138" y="244"/>
                      <a:pt x="138" y="244"/>
                      <a:pt x="138" y="244"/>
                    </a:cubicBezTo>
                    <a:cubicBezTo>
                      <a:pt x="169" y="203"/>
                      <a:pt x="210" y="166"/>
                      <a:pt x="280" y="166"/>
                    </a:cubicBezTo>
                    <a:cubicBezTo>
                      <a:pt x="384" y="166"/>
                      <a:pt x="445" y="235"/>
                      <a:pt x="445" y="346"/>
                    </a:cubicBezTo>
                    <a:cubicBezTo>
                      <a:pt x="445" y="660"/>
                      <a:pt x="445" y="660"/>
                      <a:pt x="445" y="660"/>
                    </a:cubicBezTo>
                    <a:cubicBezTo>
                      <a:pt x="307" y="660"/>
                      <a:pt x="307" y="660"/>
                      <a:pt x="307" y="660"/>
                    </a:cubicBezTo>
                    <a:cubicBezTo>
                      <a:pt x="307" y="390"/>
                      <a:pt x="307" y="390"/>
                      <a:pt x="307" y="390"/>
                    </a:cubicBezTo>
                    <a:cubicBezTo>
                      <a:pt x="307" y="324"/>
                      <a:pt x="276" y="291"/>
                      <a:pt x="224" y="291"/>
                    </a:cubicBezTo>
                    <a:cubicBezTo>
                      <a:pt x="171" y="291"/>
                      <a:pt x="138" y="324"/>
                      <a:pt x="138" y="390"/>
                    </a:cubicBezTo>
                    <a:cubicBezTo>
                      <a:pt x="138" y="660"/>
                      <a:pt x="138" y="660"/>
                      <a:pt x="138" y="660"/>
                    </a:cubicBezTo>
                    <a:cubicBezTo>
                      <a:pt x="0" y="660"/>
                      <a:pt x="0" y="660"/>
                      <a:pt x="0" y="66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96" name="Freeform 16">
                <a:extLst>
                  <a:ext uri="{FF2B5EF4-FFF2-40B4-BE49-F238E27FC236}">
                    <a16:creationId xmlns:a16="http://schemas.microsoft.com/office/drawing/2014/main" id="{4F04928C-BA06-2085-F636-A4F44FC6E987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762039" y="938123"/>
                <a:ext cx="192827" cy="214991"/>
              </a:xfrm>
              <a:custGeom>
                <a:avLst/>
                <a:gdLst>
                  <a:gd name="T0" fmla="*/ 0 w 444"/>
                  <a:gd name="T1" fmla="*/ 9 h 494"/>
                  <a:gd name="T2" fmla="*/ 137 w 444"/>
                  <a:gd name="T3" fmla="*/ 9 h 494"/>
                  <a:gd name="T4" fmla="*/ 137 w 444"/>
                  <a:gd name="T5" fmla="*/ 78 h 494"/>
                  <a:gd name="T6" fmla="*/ 279 w 444"/>
                  <a:gd name="T7" fmla="*/ 0 h 494"/>
                  <a:gd name="T8" fmla="*/ 444 w 444"/>
                  <a:gd name="T9" fmla="*/ 180 h 494"/>
                  <a:gd name="T10" fmla="*/ 444 w 444"/>
                  <a:gd name="T11" fmla="*/ 494 h 494"/>
                  <a:gd name="T12" fmla="*/ 306 w 444"/>
                  <a:gd name="T13" fmla="*/ 494 h 494"/>
                  <a:gd name="T14" fmla="*/ 306 w 444"/>
                  <a:gd name="T15" fmla="*/ 224 h 494"/>
                  <a:gd name="T16" fmla="*/ 223 w 444"/>
                  <a:gd name="T17" fmla="*/ 125 h 494"/>
                  <a:gd name="T18" fmla="*/ 137 w 444"/>
                  <a:gd name="T19" fmla="*/ 224 h 494"/>
                  <a:gd name="T20" fmla="*/ 137 w 444"/>
                  <a:gd name="T21" fmla="*/ 494 h 494"/>
                  <a:gd name="T22" fmla="*/ 0 w 444"/>
                  <a:gd name="T23" fmla="*/ 494 h 494"/>
                  <a:gd name="T24" fmla="*/ 0 w 444"/>
                  <a:gd name="T25" fmla="*/ 9 h 4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44" h="494">
                    <a:moveTo>
                      <a:pt x="0" y="9"/>
                    </a:moveTo>
                    <a:cubicBezTo>
                      <a:pt x="137" y="9"/>
                      <a:pt x="137" y="9"/>
                      <a:pt x="137" y="9"/>
                    </a:cubicBezTo>
                    <a:cubicBezTo>
                      <a:pt x="137" y="78"/>
                      <a:pt x="137" y="78"/>
                      <a:pt x="137" y="78"/>
                    </a:cubicBezTo>
                    <a:cubicBezTo>
                      <a:pt x="169" y="37"/>
                      <a:pt x="210" y="0"/>
                      <a:pt x="279" y="0"/>
                    </a:cubicBezTo>
                    <a:cubicBezTo>
                      <a:pt x="383" y="0"/>
                      <a:pt x="444" y="69"/>
                      <a:pt x="444" y="180"/>
                    </a:cubicBezTo>
                    <a:cubicBezTo>
                      <a:pt x="444" y="494"/>
                      <a:pt x="444" y="494"/>
                      <a:pt x="444" y="494"/>
                    </a:cubicBezTo>
                    <a:cubicBezTo>
                      <a:pt x="306" y="494"/>
                      <a:pt x="306" y="494"/>
                      <a:pt x="306" y="494"/>
                    </a:cubicBezTo>
                    <a:cubicBezTo>
                      <a:pt x="306" y="224"/>
                      <a:pt x="306" y="224"/>
                      <a:pt x="306" y="224"/>
                    </a:cubicBezTo>
                    <a:cubicBezTo>
                      <a:pt x="306" y="158"/>
                      <a:pt x="276" y="125"/>
                      <a:pt x="223" y="125"/>
                    </a:cubicBezTo>
                    <a:cubicBezTo>
                      <a:pt x="171" y="125"/>
                      <a:pt x="137" y="158"/>
                      <a:pt x="137" y="224"/>
                    </a:cubicBezTo>
                    <a:cubicBezTo>
                      <a:pt x="137" y="494"/>
                      <a:pt x="137" y="494"/>
                      <a:pt x="137" y="494"/>
                    </a:cubicBezTo>
                    <a:cubicBezTo>
                      <a:pt x="0" y="494"/>
                      <a:pt x="0" y="494"/>
                      <a:pt x="0" y="494"/>
                    </a:cubicBezTo>
                    <a:lnTo>
                      <a:pt x="0" y="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97" name="Freeform 17">
                <a:extLst>
                  <a:ext uri="{FF2B5EF4-FFF2-40B4-BE49-F238E27FC236}">
                    <a16:creationId xmlns:a16="http://schemas.microsoft.com/office/drawing/2014/main" id="{0B7609F1-6889-0F3F-1078-1078D3AEDAE7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5967277" y="938123"/>
                <a:ext cx="228289" cy="219867"/>
              </a:xfrm>
              <a:custGeom>
                <a:avLst/>
                <a:gdLst>
                  <a:gd name="T0" fmla="*/ 0 w 525"/>
                  <a:gd name="T1" fmla="*/ 254 h 505"/>
                  <a:gd name="T2" fmla="*/ 0 w 525"/>
                  <a:gd name="T3" fmla="*/ 253 h 505"/>
                  <a:gd name="T4" fmla="*/ 263 w 525"/>
                  <a:gd name="T5" fmla="*/ 0 h 505"/>
                  <a:gd name="T6" fmla="*/ 525 w 525"/>
                  <a:gd name="T7" fmla="*/ 251 h 505"/>
                  <a:gd name="T8" fmla="*/ 525 w 525"/>
                  <a:gd name="T9" fmla="*/ 253 h 505"/>
                  <a:gd name="T10" fmla="*/ 262 w 525"/>
                  <a:gd name="T11" fmla="*/ 505 h 505"/>
                  <a:gd name="T12" fmla="*/ 0 w 525"/>
                  <a:gd name="T13" fmla="*/ 254 h 505"/>
                  <a:gd name="T14" fmla="*/ 389 w 525"/>
                  <a:gd name="T15" fmla="*/ 254 h 505"/>
                  <a:gd name="T16" fmla="*/ 389 w 525"/>
                  <a:gd name="T17" fmla="*/ 253 h 505"/>
                  <a:gd name="T18" fmla="*/ 262 w 525"/>
                  <a:gd name="T19" fmla="*/ 119 h 505"/>
                  <a:gd name="T20" fmla="*/ 136 w 525"/>
                  <a:gd name="T21" fmla="*/ 251 h 505"/>
                  <a:gd name="T22" fmla="*/ 136 w 525"/>
                  <a:gd name="T23" fmla="*/ 253 h 505"/>
                  <a:gd name="T24" fmla="*/ 263 w 525"/>
                  <a:gd name="T25" fmla="*/ 387 h 505"/>
                  <a:gd name="T26" fmla="*/ 389 w 525"/>
                  <a:gd name="T27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5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3"/>
                      <a:pt x="112" y="0"/>
                      <a:pt x="263" y="0"/>
                    </a:cubicBezTo>
                    <a:cubicBezTo>
                      <a:pt x="414" y="0"/>
                      <a:pt x="525" y="111"/>
                      <a:pt x="525" y="251"/>
                    </a:cubicBezTo>
                    <a:cubicBezTo>
                      <a:pt x="525" y="253"/>
                      <a:pt x="525" y="253"/>
                      <a:pt x="525" y="253"/>
                    </a:cubicBezTo>
                    <a:cubicBezTo>
                      <a:pt x="525" y="392"/>
                      <a:pt x="413" y="505"/>
                      <a:pt x="262" y="505"/>
                    </a:cubicBezTo>
                    <a:cubicBezTo>
                      <a:pt x="111" y="505"/>
                      <a:pt x="0" y="394"/>
                      <a:pt x="0" y="254"/>
                    </a:cubicBezTo>
                    <a:close/>
                    <a:moveTo>
                      <a:pt x="389" y="254"/>
                    </a:moveTo>
                    <a:cubicBezTo>
                      <a:pt x="389" y="253"/>
                      <a:pt x="389" y="253"/>
                      <a:pt x="389" y="253"/>
                    </a:cubicBezTo>
                    <a:cubicBezTo>
                      <a:pt x="389" y="181"/>
                      <a:pt x="338" y="119"/>
                      <a:pt x="262" y="119"/>
                    </a:cubicBezTo>
                    <a:cubicBezTo>
                      <a:pt x="183" y="119"/>
                      <a:pt x="136" y="179"/>
                      <a:pt x="136" y="251"/>
                    </a:cubicBezTo>
                    <a:cubicBezTo>
                      <a:pt x="136" y="253"/>
                      <a:pt x="136" y="253"/>
                      <a:pt x="136" y="253"/>
                    </a:cubicBezTo>
                    <a:cubicBezTo>
                      <a:pt x="136" y="324"/>
                      <a:pt x="187" y="387"/>
                      <a:pt x="263" y="387"/>
                    </a:cubicBezTo>
                    <a:cubicBezTo>
                      <a:pt x="342" y="387"/>
                      <a:pt x="389" y="326"/>
                      <a:pt x="389" y="2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98" name="Rectangle 18">
                <a:extLst>
                  <a:ext uri="{FF2B5EF4-FFF2-40B4-BE49-F238E27FC236}">
                    <a16:creationId xmlns:a16="http://schemas.microsoft.com/office/drawing/2014/main" id="{14DEDB85-DF79-F93C-595F-4B0E6B36F339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207091" y="866312"/>
                <a:ext cx="59843" cy="286802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99" name="Freeform 19">
                <a:extLst>
                  <a:ext uri="{FF2B5EF4-FFF2-40B4-BE49-F238E27FC236}">
                    <a16:creationId xmlns:a16="http://schemas.microsoft.com/office/drawing/2014/main" id="{481DD98C-1DDB-14FF-BA62-46FAD00BAA89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278460" y="938123"/>
                <a:ext cx="228732" cy="219867"/>
              </a:xfrm>
              <a:custGeom>
                <a:avLst/>
                <a:gdLst>
                  <a:gd name="T0" fmla="*/ 0 w 526"/>
                  <a:gd name="T1" fmla="*/ 254 h 505"/>
                  <a:gd name="T2" fmla="*/ 0 w 526"/>
                  <a:gd name="T3" fmla="*/ 253 h 505"/>
                  <a:gd name="T4" fmla="*/ 264 w 526"/>
                  <a:gd name="T5" fmla="*/ 0 h 505"/>
                  <a:gd name="T6" fmla="*/ 526 w 526"/>
                  <a:gd name="T7" fmla="*/ 251 h 505"/>
                  <a:gd name="T8" fmla="*/ 526 w 526"/>
                  <a:gd name="T9" fmla="*/ 253 h 505"/>
                  <a:gd name="T10" fmla="*/ 262 w 526"/>
                  <a:gd name="T11" fmla="*/ 505 h 505"/>
                  <a:gd name="T12" fmla="*/ 0 w 526"/>
                  <a:gd name="T13" fmla="*/ 254 h 505"/>
                  <a:gd name="T14" fmla="*/ 390 w 526"/>
                  <a:gd name="T15" fmla="*/ 254 h 505"/>
                  <a:gd name="T16" fmla="*/ 390 w 526"/>
                  <a:gd name="T17" fmla="*/ 253 h 505"/>
                  <a:gd name="T18" fmla="*/ 262 w 526"/>
                  <a:gd name="T19" fmla="*/ 119 h 505"/>
                  <a:gd name="T20" fmla="*/ 136 w 526"/>
                  <a:gd name="T21" fmla="*/ 251 h 505"/>
                  <a:gd name="T22" fmla="*/ 136 w 526"/>
                  <a:gd name="T23" fmla="*/ 253 h 505"/>
                  <a:gd name="T24" fmla="*/ 264 w 526"/>
                  <a:gd name="T25" fmla="*/ 387 h 505"/>
                  <a:gd name="T26" fmla="*/ 390 w 526"/>
                  <a:gd name="T27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6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3"/>
                      <a:pt x="113" y="0"/>
                      <a:pt x="264" y="0"/>
                    </a:cubicBezTo>
                    <a:cubicBezTo>
                      <a:pt x="414" y="0"/>
                      <a:pt x="526" y="111"/>
                      <a:pt x="526" y="251"/>
                    </a:cubicBezTo>
                    <a:cubicBezTo>
                      <a:pt x="526" y="253"/>
                      <a:pt x="526" y="253"/>
                      <a:pt x="526" y="253"/>
                    </a:cubicBezTo>
                    <a:cubicBezTo>
                      <a:pt x="526" y="392"/>
                      <a:pt x="413" y="505"/>
                      <a:pt x="262" y="505"/>
                    </a:cubicBezTo>
                    <a:cubicBezTo>
                      <a:pt x="112" y="505"/>
                      <a:pt x="0" y="394"/>
                      <a:pt x="0" y="254"/>
                    </a:cubicBezTo>
                    <a:close/>
                    <a:moveTo>
                      <a:pt x="390" y="254"/>
                    </a:moveTo>
                    <a:cubicBezTo>
                      <a:pt x="390" y="253"/>
                      <a:pt x="390" y="253"/>
                      <a:pt x="390" y="253"/>
                    </a:cubicBezTo>
                    <a:cubicBezTo>
                      <a:pt x="390" y="181"/>
                      <a:pt x="338" y="119"/>
                      <a:pt x="262" y="119"/>
                    </a:cubicBezTo>
                    <a:cubicBezTo>
                      <a:pt x="183" y="119"/>
                      <a:pt x="136" y="179"/>
                      <a:pt x="136" y="251"/>
                    </a:cubicBezTo>
                    <a:cubicBezTo>
                      <a:pt x="136" y="253"/>
                      <a:pt x="136" y="253"/>
                      <a:pt x="136" y="253"/>
                    </a:cubicBezTo>
                    <a:cubicBezTo>
                      <a:pt x="136" y="324"/>
                      <a:pt x="188" y="387"/>
                      <a:pt x="264" y="387"/>
                    </a:cubicBezTo>
                    <a:cubicBezTo>
                      <a:pt x="343" y="387"/>
                      <a:pt x="390" y="326"/>
                      <a:pt x="390" y="2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100" name="Freeform 20">
                <a:extLst>
                  <a:ext uri="{FF2B5EF4-FFF2-40B4-BE49-F238E27FC236}">
                    <a16:creationId xmlns:a16="http://schemas.microsoft.com/office/drawing/2014/main" id="{BDC10D2B-8240-1306-CC54-B3F0CF2378C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516057" y="938123"/>
                <a:ext cx="221197" cy="278823"/>
              </a:xfrm>
              <a:custGeom>
                <a:avLst/>
                <a:gdLst>
                  <a:gd name="T0" fmla="*/ 24 w 509"/>
                  <a:gd name="T1" fmla="*/ 590 h 641"/>
                  <a:gd name="T2" fmla="*/ 71 w 509"/>
                  <a:gd name="T3" fmla="*/ 487 h 641"/>
                  <a:gd name="T4" fmla="*/ 235 w 509"/>
                  <a:gd name="T5" fmla="*/ 531 h 641"/>
                  <a:gd name="T6" fmla="*/ 373 w 509"/>
                  <a:gd name="T7" fmla="*/ 399 h 641"/>
                  <a:gd name="T8" fmla="*/ 373 w 509"/>
                  <a:gd name="T9" fmla="*/ 376 h 641"/>
                  <a:gd name="T10" fmla="*/ 215 w 509"/>
                  <a:gd name="T11" fmla="*/ 454 h 641"/>
                  <a:gd name="T12" fmla="*/ 0 w 509"/>
                  <a:gd name="T13" fmla="*/ 228 h 641"/>
                  <a:gd name="T14" fmla="*/ 0 w 509"/>
                  <a:gd name="T15" fmla="*/ 226 h 641"/>
                  <a:gd name="T16" fmla="*/ 215 w 509"/>
                  <a:gd name="T17" fmla="*/ 0 h 641"/>
                  <a:gd name="T18" fmla="*/ 372 w 509"/>
                  <a:gd name="T19" fmla="*/ 72 h 641"/>
                  <a:gd name="T20" fmla="*/ 372 w 509"/>
                  <a:gd name="T21" fmla="*/ 9 h 641"/>
                  <a:gd name="T22" fmla="*/ 509 w 509"/>
                  <a:gd name="T23" fmla="*/ 9 h 641"/>
                  <a:gd name="T24" fmla="*/ 509 w 509"/>
                  <a:gd name="T25" fmla="*/ 385 h 641"/>
                  <a:gd name="T26" fmla="*/ 448 w 509"/>
                  <a:gd name="T27" fmla="*/ 576 h 641"/>
                  <a:gd name="T28" fmla="*/ 239 w 509"/>
                  <a:gd name="T29" fmla="*/ 641 h 641"/>
                  <a:gd name="T30" fmla="*/ 24 w 509"/>
                  <a:gd name="T31" fmla="*/ 590 h 641"/>
                  <a:gd name="T32" fmla="*/ 373 w 509"/>
                  <a:gd name="T33" fmla="*/ 228 h 641"/>
                  <a:gd name="T34" fmla="*/ 373 w 509"/>
                  <a:gd name="T35" fmla="*/ 226 h 641"/>
                  <a:gd name="T36" fmla="*/ 255 w 509"/>
                  <a:gd name="T37" fmla="*/ 114 h 641"/>
                  <a:gd name="T38" fmla="*/ 137 w 509"/>
                  <a:gd name="T39" fmla="*/ 226 h 641"/>
                  <a:gd name="T40" fmla="*/ 137 w 509"/>
                  <a:gd name="T41" fmla="*/ 228 h 641"/>
                  <a:gd name="T42" fmla="*/ 255 w 509"/>
                  <a:gd name="T43" fmla="*/ 340 h 641"/>
                  <a:gd name="T44" fmla="*/ 373 w 509"/>
                  <a:gd name="T45" fmla="*/ 228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509" h="641">
                    <a:moveTo>
                      <a:pt x="24" y="590"/>
                    </a:moveTo>
                    <a:cubicBezTo>
                      <a:pt x="71" y="487"/>
                      <a:pt x="71" y="487"/>
                      <a:pt x="71" y="487"/>
                    </a:cubicBezTo>
                    <a:cubicBezTo>
                      <a:pt x="121" y="515"/>
                      <a:pt x="171" y="531"/>
                      <a:pt x="235" y="531"/>
                    </a:cubicBezTo>
                    <a:cubicBezTo>
                      <a:pt x="329" y="531"/>
                      <a:pt x="373" y="486"/>
                      <a:pt x="373" y="399"/>
                    </a:cubicBezTo>
                    <a:cubicBezTo>
                      <a:pt x="373" y="376"/>
                      <a:pt x="373" y="376"/>
                      <a:pt x="373" y="376"/>
                    </a:cubicBezTo>
                    <a:cubicBezTo>
                      <a:pt x="333" y="425"/>
                      <a:pt x="288" y="454"/>
                      <a:pt x="215" y="454"/>
                    </a:cubicBezTo>
                    <a:cubicBezTo>
                      <a:pt x="102" y="454"/>
                      <a:pt x="0" y="372"/>
                      <a:pt x="0" y="228"/>
                    </a:cubicBezTo>
                    <a:cubicBezTo>
                      <a:pt x="0" y="226"/>
                      <a:pt x="0" y="226"/>
                      <a:pt x="0" y="226"/>
                    </a:cubicBezTo>
                    <a:cubicBezTo>
                      <a:pt x="0" y="82"/>
                      <a:pt x="104" y="0"/>
                      <a:pt x="215" y="0"/>
                    </a:cubicBezTo>
                    <a:cubicBezTo>
                      <a:pt x="290" y="0"/>
                      <a:pt x="334" y="32"/>
                      <a:pt x="372" y="72"/>
                    </a:cubicBezTo>
                    <a:cubicBezTo>
                      <a:pt x="372" y="9"/>
                      <a:pt x="372" y="9"/>
                      <a:pt x="372" y="9"/>
                    </a:cubicBezTo>
                    <a:cubicBezTo>
                      <a:pt x="509" y="9"/>
                      <a:pt x="509" y="9"/>
                      <a:pt x="509" y="9"/>
                    </a:cubicBezTo>
                    <a:cubicBezTo>
                      <a:pt x="509" y="385"/>
                      <a:pt x="509" y="385"/>
                      <a:pt x="509" y="385"/>
                    </a:cubicBezTo>
                    <a:cubicBezTo>
                      <a:pt x="509" y="472"/>
                      <a:pt x="488" y="535"/>
                      <a:pt x="448" y="576"/>
                    </a:cubicBezTo>
                    <a:cubicBezTo>
                      <a:pt x="402" y="621"/>
                      <a:pt x="333" y="641"/>
                      <a:pt x="239" y="641"/>
                    </a:cubicBezTo>
                    <a:cubicBezTo>
                      <a:pt x="160" y="641"/>
                      <a:pt x="86" y="623"/>
                      <a:pt x="24" y="590"/>
                    </a:cubicBezTo>
                    <a:close/>
                    <a:moveTo>
                      <a:pt x="373" y="228"/>
                    </a:moveTo>
                    <a:cubicBezTo>
                      <a:pt x="373" y="226"/>
                      <a:pt x="373" y="226"/>
                      <a:pt x="373" y="226"/>
                    </a:cubicBezTo>
                    <a:cubicBezTo>
                      <a:pt x="373" y="160"/>
                      <a:pt x="322" y="114"/>
                      <a:pt x="255" y="114"/>
                    </a:cubicBezTo>
                    <a:cubicBezTo>
                      <a:pt x="188" y="114"/>
                      <a:pt x="137" y="160"/>
                      <a:pt x="137" y="226"/>
                    </a:cubicBezTo>
                    <a:cubicBezTo>
                      <a:pt x="137" y="228"/>
                      <a:pt x="137" y="228"/>
                      <a:pt x="137" y="228"/>
                    </a:cubicBezTo>
                    <a:cubicBezTo>
                      <a:pt x="137" y="295"/>
                      <a:pt x="188" y="340"/>
                      <a:pt x="255" y="340"/>
                    </a:cubicBezTo>
                    <a:cubicBezTo>
                      <a:pt x="322" y="340"/>
                      <a:pt x="373" y="294"/>
                      <a:pt x="373" y="22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101" name="Freeform 21">
                <a:extLst>
                  <a:ext uri="{FF2B5EF4-FFF2-40B4-BE49-F238E27FC236}">
                    <a16:creationId xmlns:a16="http://schemas.microsoft.com/office/drawing/2014/main" id="{A2A74FC7-B210-AC23-8BAD-A8CEF20144F7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747450" y="942113"/>
                <a:ext cx="219424" cy="275277"/>
              </a:xfrm>
              <a:custGeom>
                <a:avLst/>
                <a:gdLst>
                  <a:gd name="T0" fmla="*/ 362 w 505"/>
                  <a:gd name="T1" fmla="*/ 0 h 633"/>
                  <a:gd name="T2" fmla="*/ 505 w 505"/>
                  <a:gd name="T3" fmla="*/ 0 h 633"/>
                  <a:gd name="T4" fmla="*/ 319 w 505"/>
                  <a:gd name="T5" fmla="*/ 497 h 633"/>
                  <a:gd name="T6" fmla="*/ 159 w 505"/>
                  <a:gd name="T7" fmla="*/ 633 h 633"/>
                  <a:gd name="T8" fmla="*/ 37 w 505"/>
                  <a:gd name="T9" fmla="*/ 599 h 633"/>
                  <a:gd name="T10" fmla="*/ 83 w 505"/>
                  <a:gd name="T11" fmla="*/ 500 h 633"/>
                  <a:gd name="T12" fmla="*/ 142 w 505"/>
                  <a:gd name="T13" fmla="*/ 519 h 633"/>
                  <a:gd name="T14" fmla="*/ 190 w 505"/>
                  <a:gd name="T15" fmla="*/ 487 h 633"/>
                  <a:gd name="T16" fmla="*/ 0 w 505"/>
                  <a:gd name="T17" fmla="*/ 0 h 633"/>
                  <a:gd name="T18" fmla="*/ 146 w 505"/>
                  <a:gd name="T19" fmla="*/ 0 h 633"/>
                  <a:gd name="T20" fmla="*/ 256 w 505"/>
                  <a:gd name="T21" fmla="*/ 331 h 633"/>
                  <a:gd name="T22" fmla="*/ 362 w 505"/>
                  <a:gd name="T23" fmla="*/ 0 h 6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505" h="633">
                    <a:moveTo>
                      <a:pt x="362" y="0"/>
                    </a:moveTo>
                    <a:cubicBezTo>
                      <a:pt x="505" y="0"/>
                      <a:pt x="505" y="0"/>
                      <a:pt x="505" y="0"/>
                    </a:cubicBezTo>
                    <a:cubicBezTo>
                      <a:pt x="319" y="497"/>
                      <a:pt x="319" y="497"/>
                      <a:pt x="319" y="497"/>
                    </a:cubicBezTo>
                    <a:cubicBezTo>
                      <a:pt x="282" y="596"/>
                      <a:pt x="242" y="633"/>
                      <a:pt x="159" y="633"/>
                    </a:cubicBezTo>
                    <a:cubicBezTo>
                      <a:pt x="110" y="633"/>
                      <a:pt x="73" y="620"/>
                      <a:pt x="37" y="599"/>
                    </a:cubicBezTo>
                    <a:cubicBezTo>
                      <a:pt x="83" y="500"/>
                      <a:pt x="83" y="500"/>
                      <a:pt x="83" y="500"/>
                    </a:cubicBezTo>
                    <a:cubicBezTo>
                      <a:pt x="101" y="511"/>
                      <a:pt x="124" y="519"/>
                      <a:pt x="142" y="519"/>
                    </a:cubicBezTo>
                    <a:cubicBezTo>
                      <a:pt x="166" y="519"/>
                      <a:pt x="178" y="512"/>
                      <a:pt x="190" y="487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46" y="0"/>
                      <a:pt x="146" y="0"/>
                      <a:pt x="146" y="0"/>
                    </a:cubicBezTo>
                    <a:cubicBezTo>
                      <a:pt x="256" y="331"/>
                      <a:pt x="256" y="331"/>
                      <a:pt x="256" y="331"/>
                    </a:cubicBezTo>
                    <a:lnTo>
                      <a:pt x="362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102" name="Freeform 22">
                <a:extLst>
                  <a:ext uri="{FF2B5EF4-FFF2-40B4-BE49-F238E27FC236}">
                    <a16:creationId xmlns:a16="http://schemas.microsoft.com/office/drawing/2014/main" id="{ACC82ECF-72D6-6ED9-EF73-7495DE192F95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005842" y="1258171"/>
                <a:ext cx="132541" cy="290348"/>
              </a:xfrm>
              <a:custGeom>
                <a:avLst/>
                <a:gdLst>
                  <a:gd name="T0" fmla="*/ 57 w 305"/>
                  <a:gd name="T1" fmla="*/ 299 h 667"/>
                  <a:gd name="T2" fmla="*/ 0 w 305"/>
                  <a:gd name="T3" fmla="*/ 299 h 667"/>
                  <a:gd name="T4" fmla="*/ 0 w 305"/>
                  <a:gd name="T5" fmla="*/ 186 h 667"/>
                  <a:gd name="T6" fmla="*/ 57 w 305"/>
                  <a:gd name="T7" fmla="*/ 186 h 667"/>
                  <a:gd name="T8" fmla="*/ 57 w 305"/>
                  <a:gd name="T9" fmla="*/ 155 h 667"/>
                  <a:gd name="T10" fmla="*/ 96 w 305"/>
                  <a:gd name="T11" fmla="*/ 38 h 667"/>
                  <a:gd name="T12" fmla="*/ 208 w 305"/>
                  <a:gd name="T13" fmla="*/ 0 h 667"/>
                  <a:gd name="T14" fmla="*/ 305 w 305"/>
                  <a:gd name="T15" fmla="*/ 13 h 667"/>
                  <a:gd name="T16" fmla="*/ 305 w 305"/>
                  <a:gd name="T17" fmla="*/ 127 h 667"/>
                  <a:gd name="T18" fmla="*/ 243 w 305"/>
                  <a:gd name="T19" fmla="*/ 115 h 667"/>
                  <a:gd name="T20" fmla="*/ 193 w 305"/>
                  <a:gd name="T21" fmla="*/ 168 h 667"/>
                  <a:gd name="T22" fmla="*/ 193 w 305"/>
                  <a:gd name="T23" fmla="*/ 187 h 667"/>
                  <a:gd name="T24" fmla="*/ 305 w 305"/>
                  <a:gd name="T25" fmla="*/ 187 h 667"/>
                  <a:gd name="T26" fmla="*/ 305 w 305"/>
                  <a:gd name="T27" fmla="*/ 299 h 667"/>
                  <a:gd name="T28" fmla="*/ 195 w 305"/>
                  <a:gd name="T29" fmla="*/ 299 h 667"/>
                  <a:gd name="T30" fmla="*/ 195 w 305"/>
                  <a:gd name="T31" fmla="*/ 667 h 667"/>
                  <a:gd name="T32" fmla="*/ 57 w 305"/>
                  <a:gd name="T33" fmla="*/ 667 h 667"/>
                  <a:gd name="T34" fmla="*/ 57 w 305"/>
                  <a:gd name="T35" fmla="*/ 299 h 6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305" h="667">
                    <a:moveTo>
                      <a:pt x="57" y="299"/>
                    </a:moveTo>
                    <a:cubicBezTo>
                      <a:pt x="0" y="299"/>
                      <a:pt x="0" y="299"/>
                      <a:pt x="0" y="299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57" y="186"/>
                      <a:pt x="57" y="186"/>
                      <a:pt x="57" y="186"/>
                    </a:cubicBezTo>
                    <a:cubicBezTo>
                      <a:pt x="57" y="155"/>
                      <a:pt x="57" y="155"/>
                      <a:pt x="57" y="155"/>
                    </a:cubicBezTo>
                    <a:cubicBezTo>
                      <a:pt x="57" y="102"/>
                      <a:pt x="71" y="63"/>
                      <a:pt x="96" y="38"/>
                    </a:cubicBezTo>
                    <a:cubicBezTo>
                      <a:pt x="122" y="12"/>
                      <a:pt x="159" y="0"/>
                      <a:pt x="208" y="0"/>
                    </a:cubicBezTo>
                    <a:cubicBezTo>
                      <a:pt x="251" y="0"/>
                      <a:pt x="280" y="5"/>
                      <a:pt x="305" y="13"/>
                    </a:cubicBezTo>
                    <a:cubicBezTo>
                      <a:pt x="305" y="127"/>
                      <a:pt x="305" y="127"/>
                      <a:pt x="305" y="127"/>
                    </a:cubicBezTo>
                    <a:cubicBezTo>
                      <a:pt x="286" y="120"/>
                      <a:pt x="267" y="115"/>
                      <a:pt x="243" y="115"/>
                    </a:cubicBezTo>
                    <a:cubicBezTo>
                      <a:pt x="211" y="115"/>
                      <a:pt x="193" y="132"/>
                      <a:pt x="193" y="168"/>
                    </a:cubicBezTo>
                    <a:cubicBezTo>
                      <a:pt x="193" y="187"/>
                      <a:pt x="193" y="187"/>
                      <a:pt x="193" y="187"/>
                    </a:cubicBezTo>
                    <a:cubicBezTo>
                      <a:pt x="305" y="187"/>
                      <a:pt x="305" y="187"/>
                      <a:pt x="305" y="187"/>
                    </a:cubicBezTo>
                    <a:cubicBezTo>
                      <a:pt x="305" y="299"/>
                      <a:pt x="305" y="299"/>
                      <a:pt x="305" y="299"/>
                    </a:cubicBezTo>
                    <a:cubicBezTo>
                      <a:pt x="195" y="299"/>
                      <a:pt x="195" y="299"/>
                      <a:pt x="195" y="299"/>
                    </a:cubicBezTo>
                    <a:cubicBezTo>
                      <a:pt x="195" y="667"/>
                      <a:pt x="195" y="667"/>
                      <a:pt x="195" y="667"/>
                    </a:cubicBezTo>
                    <a:cubicBezTo>
                      <a:pt x="57" y="667"/>
                      <a:pt x="57" y="667"/>
                      <a:pt x="57" y="667"/>
                    </a:cubicBezTo>
                    <a:lnTo>
                      <a:pt x="57" y="29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103" name="Freeform 23">
                <a:extLst>
                  <a:ext uri="{FF2B5EF4-FFF2-40B4-BE49-F238E27FC236}">
                    <a16:creationId xmlns:a16="http://schemas.microsoft.com/office/drawing/2014/main" id="{22DAB937-2E79-C195-4D0E-AD10E570DD17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137497" y="1333086"/>
                <a:ext cx="228289" cy="219867"/>
              </a:xfrm>
              <a:custGeom>
                <a:avLst/>
                <a:gdLst>
                  <a:gd name="T0" fmla="*/ 0 w 525"/>
                  <a:gd name="T1" fmla="*/ 255 h 506"/>
                  <a:gd name="T2" fmla="*/ 0 w 525"/>
                  <a:gd name="T3" fmla="*/ 253 h 506"/>
                  <a:gd name="T4" fmla="*/ 263 w 525"/>
                  <a:gd name="T5" fmla="*/ 0 h 506"/>
                  <a:gd name="T6" fmla="*/ 525 w 525"/>
                  <a:gd name="T7" fmla="*/ 251 h 506"/>
                  <a:gd name="T8" fmla="*/ 525 w 525"/>
                  <a:gd name="T9" fmla="*/ 253 h 506"/>
                  <a:gd name="T10" fmla="*/ 261 w 525"/>
                  <a:gd name="T11" fmla="*/ 506 h 506"/>
                  <a:gd name="T12" fmla="*/ 0 w 525"/>
                  <a:gd name="T13" fmla="*/ 255 h 506"/>
                  <a:gd name="T14" fmla="*/ 389 w 525"/>
                  <a:gd name="T15" fmla="*/ 255 h 506"/>
                  <a:gd name="T16" fmla="*/ 389 w 525"/>
                  <a:gd name="T17" fmla="*/ 253 h 506"/>
                  <a:gd name="T18" fmla="*/ 261 w 525"/>
                  <a:gd name="T19" fmla="*/ 119 h 506"/>
                  <a:gd name="T20" fmla="*/ 135 w 525"/>
                  <a:gd name="T21" fmla="*/ 251 h 506"/>
                  <a:gd name="T22" fmla="*/ 135 w 525"/>
                  <a:gd name="T23" fmla="*/ 253 h 506"/>
                  <a:gd name="T24" fmla="*/ 263 w 525"/>
                  <a:gd name="T25" fmla="*/ 387 h 506"/>
                  <a:gd name="T26" fmla="*/ 389 w 525"/>
                  <a:gd name="T27" fmla="*/ 255 h 5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5" h="506">
                    <a:moveTo>
                      <a:pt x="0" y="255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112" y="0"/>
                      <a:pt x="263" y="0"/>
                    </a:cubicBezTo>
                    <a:cubicBezTo>
                      <a:pt x="413" y="0"/>
                      <a:pt x="525" y="112"/>
                      <a:pt x="525" y="251"/>
                    </a:cubicBezTo>
                    <a:cubicBezTo>
                      <a:pt x="525" y="253"/>
                      <a:pt x="525" y="253"/>
                      <a:pt x="525" y="253"/>
                    </a:cubicBezTo>
                    <a:cubicBezTo>
                      <a:pt x="525" y="392"/>
                      <a:pt x="412" y="506"/>
                      <a:pt x="261" y="506"/>
                    </a:cubicBezTo>
                    <a:cubicBezTo>
                      <a:pt x="111" y="506"/>
                      <a:pt x="0" y="394"/>
                      <a:pt x="0" y="255"/>
                    </a:cubicBezTo>
                    <a:close/>
                    <a:moveTo>
                      <a:pt x="389" y="255"/>
                    </a:moveTo>
                    <a:cubicBezTo>
                      <a:pt x="389" y="253"/>
                      <a:pt x="389" y="253"/>
                      <a:pt x="389" y="253"/>
                    </a:cubicBezTo>
                    <a:cubicBezTo>
                      <a:pt x="389" y="182"/>
                      <a:pt x="337" y="119"/>
                      <a:pt x="261" y="119"/>
                    </a:cubicBezTo>
                    <a:cubicBezTo>
                      <a:pt x="183" y="119"/>
                      <a:pt x="135" y="180"/>
                      <a:pt x="135" y="251"/>
                    </a:cubicBezTo>
                    <a:cubicBezTo>
                      <a:pt x="135" y="253"/>
                      <a:pt x="135" y="253"/>
                      <a:pt x="135" y="253"/>
                    </a:cubicBezTo>
                    <a:cubicBezTo>
                      <a:pt x="135" y="325"/>
                      <a:pt x="187" y="387"/>
                      <a:pt x="263" y="387"/>
                    </a:cubicBezTo>
                    <a:cubicBezTo>
                      <a:pt x="342" y="387"/>
                      <a:pt x="389" y="326"/>
                      <a:pt x="389" y="25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104" name="Freeform 24">
                <a:extLst>
                  <a:ext uri="{FF2B5EF4-FFF2-40B4-BE49-F238E27FC236}">
                    <a16:creationId xmlns:a16="http://schemas.microsoft.com/office/drawing/2014/main" id="{10B466F6-F9DE-C9E9-D98F-5CB17B8BE4DB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379084" y="1331756"/>
                <a:ext cx="127665" cy="216764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0 h 498"/>
                  <a:gd name="T6" fmla="*/ 293 w 293"/>
                  <a:gd name="T7" fmla="*/ 3 h 498"/>
                  <a:gd name="T8" fmla="*/ 293 w 293"/>
                  <a:gd name="T9" fmla="*/ 147 h 498"/>
                  <a:gd name="T10" fmla="*/ 286 w 293"/>
                  <a:gd name="T11" fmla="*/ 147 h 498"/>
                  <a:gd name="T12" fmla="*/ 138 w 293"/>
                  <a:gd name="T13" fmla="*/ 318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0"/>
                      <a:pt x="138" y="110"/>
                      <a:pt x="138" y="110"/>
                    </a:cubicBezTo>
                    <a:cubicBezTo>
                      <a:pt x="166" y="43"/>
                      <a:pt x="211" y="0"/>
                      <a:pt x="293" y="3"/>
                    </a:cubicBezTo>
                    <a:cubicBezTo>
                      <a:pt x="293" y="147"/>
                      <a:pt x="293" y="147"/>
                      <a:pt x="293" y="147"/>
                    </a:cubicBezTo>
                    <a:cubicBezTo>
                      <a:pt x="286" y="147"/>
                      <a:pt x="286" y="147"/>
                      <a:pt x="286" y="147"/>
                    </a:cubicBezTo>
                    <a:cubicBezTo>
                      <a:pt x="194" y="147"/>
                      <a:pt x="138" y="203"/>
                      <a:pt x="138" y="318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105" name="Freeform 25">
                <a:extLst>
                  <a:ext uri="{FF2B5EF4-FFF2-40B4-BE49-F238E27FC236}">
                    <a16:creationId xmlns:a16="http://schemas.microsoft.com/office/drawing/2014/main" id="{AD3E18E3-90EA-4D54-E039-6221DAC55953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582993" y="1334859"/>
                <a:ext cx="194157" cy="217207"/>
              </a:xfrm>
              <a:custGeom>
                <a:avLst/>
                <a:gdLst>
                  <a:gd name="T0" fmla="*/ 0 w 446"/>
                  <a:gd name="T1" fmla="*/ 351 h 500"/>
                  <a:gd name="T2" fmla="*/ 0 w 446"/>
                  <a:gd name="T3" fmla="*/ 349 h 500"/>
                  <a:gd name="T4" fmla="*/ 195 w 446"/>
                  <a:gd name="T5" fmla="*/ 195 h 500"/>
                  <a:gd name="T6" fmla="*/ 314 w 446"/>
                  <a:gd name="T7" fmla="*/ 215 h 500"/>
                  <a:gd name="T8" fmla="*/ 314 w 446"/>
                  <a:gd name="T9" fmla="*/ 206 h 500"/>
                  <a:gd name="T10" fmla="*/ 210 w 446"/>
                  <a:gd name="T11" fmla="*/ 118 h 500"/>
                  <a:gd name="T12" fmla="*/ 76 w 446"/>
                  <a:gd name="T13" fmla="*/ 144 h 500"/>
                  <a:gd name="T14" fmla="*/ 42 w 446"/>
                  <a:gd name="T15" fmla="*/ 39 h 500"/>
                  <a:gd name="T16" fmla="*/ 230 w 446"/>
                  <a:gd name="T17" fmla="*/ 0 h 500"/>
                  <a:gd name="T18" fmla="*/ 394 w 446"/>
                  <a:gd name="T19" fmla="*/ 54 h 500"/>
                  <a:gd name="T20" fmla="*/ 446 w 446"/>
                  <a:gd name="T21" fmla="*/ 209 h 500"/>
                  <a:gd name="T22" fmla="*/ 446 w 446"/>
                  <a:gd name="T23" fmla="*/ 491 h 500"/>
                  <a:gd name="T24" fmla="*/ 313 w 446"/>
                  <a:gd name="T25" fmla="*/ 491 h 500"/>
                  <a:gd name="T26" fmla="*/ 313 w 446"/>
                  <a:gd name="T27" fmla="*/ 438 h 500"/>
                  <a:gd name="T28" fmla="*/ 167 w 446"/>
                  <a:gd name="T29" fmla="*/ 500 h 500"/>
                  <a:gd name="T30" fmla="*/ 0 w 446"/>
                  <a:gd name="T31" fmla="*/ 351 h 500"/>
                  <a:gd name="T32" fmla="*/ 316 w 446"/>
                  <a:gd name="T33" fmla="*/ 320 h 500"/>
                  <a:gd name="T34" fmla="*/ 316 w 446"/>
                  <a:gd name="T35" fmla="*/ 295 h 500"/>
                  <a:gd name="T36" fmla="*/ 228 w 446"/>
                  <a:gd name="T37" fmla="*/ 277 h 500"/>
                  <a:gd name="T38" fmla="*/ 133 w 446"/>
                  <a:gd name="T39" fmla="*/ 344 h 500"/>
                  <a:gd name="T40" fmla="*/ 133 w 446"/>
                  <a:gd name="T41" fmla="*/ 346 h 500"/>
                  <a:gd name="T42" fmla="*/ 208 w 446"/>
                  <a:gd name="T43" fmla="*/ 405 h 500"/>
                  <a:gd name="T44" fmla="*/ 316 w 446"/>
                  <a:gd name="T45" fmla="*/ 32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446" h="500">
                    <a:moveTo>
                      <a:pt x="0" y="351"/>
                    </a:moveTo>
                    <a:cubicBezTo>
                      <a:pt x="0" y="349"/>
                      <a:pt x="0" y="349"/>
                      <a:pt x="0" y="349"/>
                    </a:cubicBezTo>
                    <a:cubicBezTo>
                      <a:pt x="0" y="244"/>
                      <a:pt x="81" y="195"/>
                      <a:pt x="195" y="195"/>
                    </a:cubicBezTo>
                    <a:cubicBezTo>
                      <a:pt x="244" y="195"/>
                      <a:pt x="280" y="203"/>
                      <a:pt x="314" y="215"/>
                    </a:cubicBezTo>
                    <a:cubicBezTo>
                      <a:pt x="314" y="206"/>
                      <a:pt x="314" y="206"/>
                      <a:pt x="314" y="206"/>
                    </a:cubicBezTo>
                    <a:cubicBezTo>
                      <a:pt x="314" y="149"/>
                      <a:pt x="279" y="118"/>
                      <a:pt x="210" y="118"/>
                    </a:cubicBezTo>
                    <a:cubicBezTo>
                      <a:pt x="157" y="118"/>
                      <a:pt x="120" y="128"/>
                      <a:pt x="76" y="144"/>
                    </a:cubicBezTo>
                    <a:cubicBezTo>
                      <a:pt x="42" y="39"/>
                      <a:pt x="42" y="39"/>
                      <a:pt x="42" y="39"/>
                    </a:cubicBezTo>
                    <a:cubicBezTo>
                      <a:pt x="95" y="15"/>
                      <a:pt x="148" y="0"/>
                      <a:pt x="230" y="0"/>
                    </a:cubicBezTo>
                    <a:cubicBezTo>
                      <a:pt x="305" y="0"/>
                      <a:pt x="359" y="20"/>
                      <a:pt x="394" y="54"/>
                    </a:cubicBezTo>
                    <a:cubicBezTo>
                      <a:pt x="430" y="91"/>
                      <a:pt x="446" y="144"/>
                      <a:pt x="446" y="209"/>
                    </a:cubicBezTo>
                    <a:cubicBezTo>
                      <a:pt x="446" y="491"/>
                      <a:pt x="446" y="491"/>
                      <a:pt x="446" y="491"/>
                    </a:cubicBezTo>
                    <a:cubicBezTo>
                      <a:pt x="313" y="491"/>
                      <a:pt x="313" y="491"/>
                      <a:pt x="313" y="491"/>
                    </a:cubicBezTo>
                    <a:cubicBezTo>
                      <a:pt x="313" y="438"/>
                      <a:pt x="313" y="438"/>
                      <a:pt x="313" y="438"/>
                    </a:cubicBezTo>
                    <a:cubicBezTo>
                      <a:pt x="280" y="475"/>
                      <a:pt x="234" y="500"/>
                      <a:pt x="167" y="500"/>
                    </a:cubicBezTo>
                    <a:cubicBezTo>
                      <a:pt x="75" y="500"/>
                      <a:pt x="0" y="447"/>
                      <a:pt x="0" y="351"/>
                    </a:cubicBezTo>
                    <a:close/>
                    <a:moveTo>
                      <a:pt x="316" y="320"/>
                    </a:moveTo>
                    <a:cubicBezTo>
                      <a:pt x="316" y="295"/>
                      <a:pt x="316" y="295"/>
                      <a:pt x="316" y="295"/>
                    </a:cubicBezTo>
                    <a:cubicBezTo>
                      <a:pt x="292" y="284"/>
                      <a:pt x="262" y="277"/>
                      <a:pt x="228" y="277"/>
                    </a:cubicBezTo>
                    <a:cubicBezTo>
                      <a:pt x="169" y="277"/>
                      <a:pt x="133" y="301"/>
                      <a:pt x="133" y="344"/>
                    </a:cubicBezTo>
                    <a:cubicBezTo>
                      <a:pt x="133" y="346"/>
                      <a:pt x="133" y="346"/>
                      <a:pt x="133" y="346"/>
                    </a:cubicBezTo>
                    <a:cubicBezTo>
                      <a:pt x="133" y="383"/>
                      <a:pt x="164" y="405"/>
                      <a:pt x="208" y="405"/>
                    </a:cubicBezTo>
                    <a:cubicBezTo>
                      <a:pt x="272" y="405"/>
                      <a:pt x="316" y="369"/>
                      <a:pt x="316" y="3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106" name="Rectangle 26">
                <a:extLst>
                  <a:ext uri="{FF2B5EF4-FFF2-40B4-BE49-F238E27FC236}">
                    <a16:creationId xmlns:a16="http://schemas.microsoft.com/office/drawing/2014/main" id="{144E16EA-4F3F-420C-5D8D-753A1E9F0B1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801973" y="1260831"/>
                <a:ext cx="59843" cy="287689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107" name="Rectangle 27">
                <a:extLst>
                  <a:ext uri="{FF2B5EF4-FFF2-40B4-BE49-F238E27FC236}">
                    <a16:creationId xmlns:a16="http://schemas.microsoft.com/office/drawing/2014/main" id="{E009FD22-AB72-D26D-205F-29DF66B5BFFA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886639" y="1260831"/>
                <a:ext cx="59399" cy="287689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</p:grpSp>
        <p:sp>
          <p:nvSpPr>
            <p:cNvPr id="77" name="Rectangle 28">
              <a:extLst>
                <a:ext uri="{FF2B5EF4-FFF2-40B4-BE49-F238E27FC236}">
                  <a16:creationId xmlns:a16="http://schemas.microsoft.com/office/drawing/2014/main" id="{FB305569-AB33-7799-ED76-68F103CE5B8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1556230" y="767096"/>
              <a:ext cx="634181" cy="18986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DC4D5431-76CB-4561-B2E0-664C3E75E88C}"/>
                </a:ext>
              </a:extLst>
            </p:cNvPr>
            <p:cNvGrpSpPr/>
            <p:nvPr userDrawn="1"/>
          </p:nvGrpSpPr>
          <p:grpSpPr>
            <a:xfrm>
              <a:off x="11701122" y="936748"/>
              <a:ext cx="321494" cy="1552800"/>
              <a:chOff x="7313961" y="501936"/>
              <a:chExt cx="323594" cy="1566108"/>
            </a:xfrm>
          </p:grpSpPr>
          <p:sp>
            <p:nvSpPr>
              <p:cNvPr id="79" name="Freeform 29">
                <a:extLst>
                  <a:ext uri="{FF2B5EF4-FFF2-40B4-BE49-F238E27FC236}">
                    <a16:creationId xmlns:a16="http://schemas.microsoft.com/office/drawing/2014/main" id="{9EB7EA56-59D4-7E58-E9A3-5C4585DF00FE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83556" y="1311808"/>
                <a:ext cx="249567" cy="247350"/>
              </a:xfrm>
              <a:custGeom>
                <a:avLst/>
                <a:gdLst>
                  <a:gd name="T0" fmla="*/ 0 w 574"/>
                  <a:gd name="T1" fmla="*/ 229 h 569"/>
                  <a:gd name="T2" fmla="*/ 90 w 574"/>
                  <a:gd name="T3" fmla="*/ 413 h 569"/>
                  <a:gd name="T4" fmla="*/ 90 w 574"/>
                  <a:gd name="T5" fmla="*/ 413 h 569"/>
                  <a:gd name="T6" fmla="*/ 90 w 574"/>
                  <a:gd name="T7" fmla="*/ 413 h 569"/>
                  <a:gd name="T8" fmla="*/ 9 w 574"/>
                  <a:gd name="T9" fmla="*/ 413 h 569"/>
                  <a:gd name="T10" fmla="*/ 9 w 574"/>
                  <a:gd name="T11" fmla="*/ 569 h 569"/>
                  <a:gd name="T12" fmla="*/ 574 w 574"/>
                  <a:gd name="T13" fmla="*/ 569 h 569"/>
                  <a:gd name="T14" fmla="*/ 574 w 574"/>
                  <a:gd name="T15" fmla="*/ 413 h 569"/>
                  <a:gd name="T16" fmla="*/ 253 w 574"/>
                  <a:gd name="T17" fmla="*/ 413 h 569"/>
                  <a:gd name="T18" fmla="*/ 133 w 574"/>
                  <a:gd name="T19" fmla="*/ 286 h 569"/>
                  <a:gd name="T20" fmla="*/ 253 w 574"/>
                  <a:gd name="T21" fmla="*/ 155 h 569"/>
                  <a:gd name="T22" fmla="*/ 574 w 574"/>
                  <a:gd name="T23" fmla="*/ 155 h 569"/>
                  <a:gd name="T24" fmla="*/ 574 w 574"/>
                  <a:gd name="T25" fmla="*/ 0 h 569"/>
                  <a:gd name="T26" fmla="*/ 224 w 574"/>
                  <a:gd name="T27" fmla="*/ 0 h 569"/>
                  <a:gd name="T28" fmla="*/ 0 w 574"/>
                  <a:gd name="T29" fmla="*/ 229 h 5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74" h="569">
                    <a:moveTo>
                      <a:pt x="0" y="229"/>
                    </a:moveTo>
                    <a:cubicBezTo>
                      <a:pt x="0" y="294"/>
                      <a:pt x="30" y="368"/>
                      <a:pt x="90" y="413"/>
                    </a:cubicBezTo>
                    <a:cubicBezTo>
                      <a:pt x="90" y="413"/>
                      <a:pt x="90" y="413"/>
                      <a:pt x="90" y="413"/>
                    </a:cubicBezTo>
                    <a:cubicBezTo>
                      <a:pt x="90" y="413"/>
                      <a:pt x="90" y="413"/>
                      <a:pt x="90" y="413"/>
                    </a:cubicBezTo>
                    <a:cubicBezTo>
                      <a:pt x="9" y="413"/>
                      <a:pt x="9" y="413"/>
                      <a:pt x="9" y="413"/>
                    </a:cubicBezTo>
                    <a:cubicBezTo>
                      <a:pt x="9" y="569"/>
                      <a:pt x="9" y="569"/>
                      <a:pt x="9" y="569"/>
                    </a:cubicBezTo>
                    <a:cubicBezTo>
                      <a:pt x="574" y="569"/>
                      <a:pt x="574" y="569"/>
                      <a:pt x="574" y="569"/>
                    </a:cubicBezTo>
                    <a:cubicBezTo>
                      <a:pt x="574" y="413"/>
                      <a:pt x="574" y="413"/>
                      <a:pt x="574" y="413"/>
                    </a:cubicBezTo>
                    <a:cubicBezTo>
                      <a:pt x="253" y="413"/>
                      <a:pt x="253" y="413"/>
                      <a:pt x="253" y="413"/>
                    </a:cubicBezTo>
                    <a:cubicBezTo>
                      <a:pt x="195" y="413"/>
                      <a:pt x="133" y="369"/>
                      <a:pt x="133" y="286"/>
                    </a:cubicBezTo>
                    <a:cubicBezTo>
                      <a:pt x="133" y="221"/>
                      <a:pt x="178" y="155"/>
                      <a:pt x="253" y="155"/>
                    </a:cubicBezTo>
                    <a:cubicBezTo>
                      <a:pt x="574" y="155"/>
                      <a:pt x="574" y="155"/>
                      <a:pt x="574" y="155"/>
                    </a:cubicBezTo>
                    <a:cubicBezTo>
                      <a:pt x="574" y="0"/>
                      <a:pt x="574" y="0"/>
                      <a:pt x="574" y="0"/>
                    </a:cubicBezTo>
                    <a:cubicBezTo>
                      <a:pt x="224" y="0"/>
                      <a:pt x="224" y="0"/>
                      <a:pt x="224" y="0"/>
                    </a:cubicBezTo>
                    <a:cubicBezTo>
                      <a:pt x="94" y="0"/>
                      <a:pt x="0" y="93"/>
                      <a:pt x="0" y="229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80" name="Freeform 30">
                <a:extLst>
                  <a:ext uri="{FF2B5EF4-FFF2-40B4-BE49-F238E27FC236}">
                    <a16:creationId xmlns:a16="http://schemas.microsoft.com/office/drawing/2014/main" id="{93B05BBE-DBEC-684B-B012-F63384131C10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87546" y="755049"/>
                <a:ext cx="245577" cy="276163"/>
              </a:xfrm>
              <a:custGeom>
                <a:avLst/>
                <a:gdLst>
                  <a:gd name="T0" fmla="*/ 0 w 554"/>
                  <a:gd name="T1" fmla="*/ 174 h 623"/>
                  <a:gd name="T2" fmla="*/ 377 w 554"/>
                  <a:gd name="T3" fmla="*/ 311 h 623"/>
                  <a:gd name="T4" fmla="*/ 0 w 554"/>
                  <a:gd name="T5" fmla="*/ 450 h 623"/>
                  <a:gd name="T6" fmla="*/ 0 w 554"/>
                  <a:gd name="T7" fmla="*/ 623 h 623"/>
                  <a:gd name="T8" fmla="*/ 554 w 554"/>
                  <a:gd name="T9" fmla="*/ 395 h 623"/>
                  <a:gd name="T10" fmla="*/ 554 w 554"/>
                  <a:gd name="T11" fmla="*/ 228 h 623"/>
                  <a:gd name="T12" fmla="*/ 0 w 554"/>
                  <a:gd name="T13" fmla="*/ 0 h 623"/>
                  <a:gd name="T14" fmla="*/ 0 w 554"/>
                  <a:gd name="T15" fmla="*/ 174 h 6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54" h="623">
                    <a:moveTo>
                      <a:pt x="0" y="174"/>
                    </a:moveTo>
                    <a:lnTo>
                      <a:pt x="377" y="311"/>
                    </a:lnTo>
                    <a:lnTo>
                      <a:pt x="0" y="450"/>
                    </a:lnTo>
                    <a:lnTo>
                      <a:pt x="0" y="623"/>
                    </a:lnTo>
                    <a:lnTo>
                      <a:pt x="554" y="395"/>
                    </a:lnTo>
                    <a:lnTo>
                      <a:pt x="554" y="228"/>
                    </a:lnTo>
                    <a:lnTo>
                      <a:pt x="0" y="0"/>
                    </a:lnTo>
                    <a:lnTo>
                      <a:pt x="0" y="17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81" name="Freeform 31">
                <a:extLst>
                  <a:ext uri="{FF2B5EF4-FFF2-40B4-BE49-F238E27FC236}">
                    <a16:creationId xmlns:a16="http://schemas.microsoft.com/office/drawing/2014/main" id="{972F0292-22E7-DDB2-79F6-6703AF74768F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1583096"/>
                <a:ext cx="253999" cy="256659"/>
              </a:xfrm>
              <a:custGeom>
                <a:avLst/>
                <a:gdLst>
                  <a:gd name="T0" fmla="*/ 401 w 584"/>
                  <a:gd name="T1" fmla="*/ 110 h 590"/>
                  <a:gd name="T2" fmla="*/ 460 w 584"/>
                  <a:gd name="T3" fmla="*/ 272 h 590"/>
                  <a:gd name="T4" fmla="*/ 415 w 584"/>
                  <a:gd name="T5" fmla="*/ 397 h 590"/>
                  <a:gd name="T6" fmla="*/ 250 w 584"/>
                  <a:gd name="T7" fmla="*/ 0 h 590"/>
                  <a:gd name="T8" fmla="*/ 92 w 584"/>
                  <a:gd name="T9" fmla="*/ 68 h 590"/>
                  <a:gd name="T10" fmla="*/ 0 w 584"/>
                  <a:gd name="T11" fmla="*/ 291 h 590"/>
                  <a:gd name="T12" fmla="*/ 292 w 584"/>
                  <a:gd name="T13" fmla="*/ 590 h 590"/>
                  <a:gd name="T14" fmla="*/ 584 w 584"/>
                  <a:gd name="T15" fmla="*/ 274 h 590"/>
                  <a:gd name="T16" fmla="*/ 476 w 584"/>
                  <a:gd name="T17" fmla="*/ 12 h 590"/>
                  <a:gd name="T18" fmla="*/ 401 w 584"/>
                  <a:gd name="T19" fmla="*/ 110 h 590"/>
                  <a:gd name="T20" fmla="*/ 179 w 584"/>
                  <a:gd name="T21" fmla="*/ 408 h 590"/>
                  <a:gd name="T22" fmla="*/ 123 w 584"/>
                  <a:gd name="T23" fmla="*/ 288 h 590"/>
                  <a:gd name="T24" fmla="*/ 202 w 584"/>
                  <a:gd name="T25" fmla="*/ 168 h 590"/>
                  <a:gd name="T26" fmla="*/ 315 w 584"/>
                  <a:gd name="T27" fmla="*/ 439 h 590"/>
                  <a:gd name="T28" fmla="*/ 179 w 584"/>
                  <a:gd name="T29" fmla="*/ 408 h 5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84" h="590">
                    <a:moveTo>
                      <a:pt x="401" y="110"/>
                    </a:moveTo>
                    <a:cubicBezTo>
                      <a:pt x="449" y="175"/>
                      <a:pt x="460" y="212"/>
                      <a:pt x="460" y="272"/>
                    </a:cubicBezTo>
                    <a:cubicBezTo>
                      <a:pt x="460" y="325"/>
                      <a:pt x="444" y="367"/>
                      <a:pt x="415" y="397"/>
                    </a:cubicBezTo>
                    <a:cubicBezTo>
                      <a:pt x="250" y="0"/>
                      <a:pt x="250" y="0"/>
                      <a:pt x="250" y="0"/>
                    </a:cubicBezTo>
                    <a:cubicBezTo>
                      <a:pt x="189" y="9"/>
                      <a:pt x="134" y="32"/>
                      <a:pt x="92" y="68"/>
                    </a:cubicBezTo>
                    <a:cubicBezTo>
                      <a:pt x="32" y="120"/>
                      <a:pt x="0" y="197"/>
                      <a:pt x="0" y="291"/>
                    </a:cubicBezTo>
                    <a:cubicBezTo>
                      <a:pt x="0" y="462"/>
                      <a:pt x="126" y="590"/>
                      <a:pt x="292" y="590"/>
                    </a:cubicBezTo>
                    <a:cubicBezTo>
                      <a:pt x="462" y="590"/>
                      <a:pt x="584" y="462"/>
                      <a:pt x="584" y="274"/>
                    </a:cubicBezTo>
                    <a:cubicBezTo>
                      <a:pt x="584" y="169"/>
                      <a:pt x="534" y="62"/>
                      <a:pt x="476" y="12"/>
                    </a:cubicBezTo>
                    <a:lnTo>
                      <a:pt x="401" y="110"/>
                    </a:lnTo>
                    <a:close/>
                    <a:moveTo>
                      <a:pt x="179" y="408"/>
                    </a:moveTo>
                    <a:cubicBezTo>
                      <a:pt x="144" y="381"/>
                      <a:pt x="123" y="339"/>
                      <a:pt x="123" y="288"/>
                    </a:cubicBezTo>
                    <a:cubicBezTo>
                      <a:pt x="123" y="232"/>
                      <a:pt x="155" y="190"/>
                      <a:pt x="202" y="168"/>
                    </a:cubicBezTo>
                    <a:cubicBezTo>
                      <a:pt x="315" y="439"/>
                      <a:pt x="315" y="439"/>
                      <a:pt x="315" y="439"/>
                    </a:cubicBezTo>
                    <a:cubicBezTo>
                      <a:pt x="257" y="447"/>
                      <a:pt x="212" y="432"/>
                      <a:pt x="179" y="40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82" name="Freeform 32">
                <a:extLst>
                  <a:ext uri="{FF2B5EF4-FFF2-40B4-BE49-F238E27FC236}">
                    <a16:creationId xmlns:a16="http://schemas.microsoft.com/office/drawing/2014/main" id="{8FB3E4DF-D685-E83E-C831-3D30D6486411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13961" y="1846404"/>
                <a:ext cx="319161" cy="221640"/>
              </a:xfrm>
              <a:custGeom>
                <a:avLst/>
                <a:gdLst>
                  <a:gd name="T0" fmla="*/ 580 w 720"/>
                  <a:gd name="T1" fmla="*/ 0 h 500"/>
                  <a:gd name="T2" fmla="*/ 580 w 720"/>
                  <a:gd name="T3" fmla="*/ 346 h 500"/>
                  <a:gd name="T4" fmla="*/ 0 w 720"/>
                  <a:gd name="T5" fmla="*/ 346 h 500"/>
                  <a:gd name="T6" fmla="*/ 0 w 720"/>
                  <a:gd name="T7" fmla="*/ 500 h 500"/>
                  <a:gd name="T8" fmla="*/ 720 w 720"/>
                  <a:gd name="T9" fmla="*/ 500 h 500"/>
                  <a:gd name="T10" fmla="*/ 720 w 720"/>
                  <a:gd name="T11" fmla="*/ 0 h 500"/>
                  <a:gd name="T12" fmla="*/ 580 w 720"/>
                  <a:gd name="T13" fmla="*/ 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0" h="500">
                    <a:moveTo>
                      <a:pt x="580" y="0"/>
                    </a:moveTo>
                    <a:lnTo>
                      <a:pt x="580" y="346"/>
                    </a:lnTo>
                    <a:lnTo>
                      <a:pt x="0" y="346"/>
                    </a:lnTo>
                    <a:lnTo>
                      <a:pt x="0" y="500"/>
                    </a:lnTo>
                    <a:lnTo>
                      <a:pt x="720" y="500"/>
                    </a:lnTo>
                    <a:lnTo>
                      <a:pt x="720" y="0"/>
                    </a:lnTo>
                    <a:lnTo>
                      <a:pt x="58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83" name="Freeform 33">
                <a:extLst>
                  <a:ext uri="{FF2B5EF4-FFF2-40B4-BE49-F238E27FC236}">
                    <a16:creationId xmlns:a16="http://schemas.microsoft.com/office/drawing/2014/main" id="{7E51460F-8A6D-E455-ADF5-BF3600A7DAC9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501936"/>
                <a:ext cx="253999" cy="263752"/>
              </a:xfrm>
              <a:custGeom>
                <a:avLst/>
                <a:gdLst>
                  <a:gd name="T0" fmla="*/ 584 w 584"/>
                  <a:gd name="T1" fmla="*/ 304 h 607"/>
                  <a:gd name="T2" fmla="*/ 292 w 584"/>
                  <a:gd name="T3" fmla="*/ 607 h 607"/>
                  <a:gd name="T4" fmla="*/ 0 w 584"/>
                  <a:gd name="T5" fmla="*/ 302 h 607"/>
                  <a:gd name="T6" fmla="*/ 292 w 584"/>
                  <a:gd name="T7" fmla="*/ 0 h 607"/>
                  <a:gd name="T8" fmla="*/ 584 w 584"/>
                  <a:gd name="T9" fmla="*/ 304 h 607"/>
                  <a:gd name="T10" fmla="*/ 133 w 584"/>
                  <a:gd name="T11" fmla="*/ 304 h 607"/>
                  <a:gd name="T12" fmla="*/ 292 w 584"/>
                  <a:gd name="T13" fmla="*/ 454 h 607"/>
                  <a:gd name="T14" fmla="*/ 451 w 584"/>
                  <a:gd name="T15" fmla="*/ 302 h 607"/>
                  <a:gd name="T16" fmla="*/ 292 w 584"/>
                  <a:gd name="T17" fmla="*/ 153 h 607"/>
                  <a:gd name="T18" fmla="*/ 133 w 584"/>
                  <a:gd name="T19" fmla="*/ 304 h 6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84" h="607">
                    <a:moveTo>
                      <a:pt x="584" y="304"/>
                    </a:moveTo>
                    <a:cubicBezTo>
                      <a:pt x="584" y="474"/>
                      <a:pt x="457" y="607"/>
                      <a:pt x="292" y="607"/>
                    </a:cubicBezTo>
                    <a:cubicBezTo>
                      <a:pt x="128" y="607"/>
                      <a:pt x="0" y="473"/>
                      <a:pt x="0" y="302"/>
                    </a:cubicBezTo>
                    <a:cubicBezTo>
                      <a:pt x="0" y="133"/>
                      <a:pt x="126" y="0"/>
                      <a:pt x="292" y="0"/>
                    </a:cubicBezTo>
                    <a:cubicBezTo>
                      <a:pt x="455" y="0"/>
                      <a:pt x="584" y="133"/>
                      <a:pt x="584" y="304"/>
                    </a:cubicBezTo>
                    <a:moveTo>
                      <a:pt x="133" y="304"/>
                    </a:moveTo>
                    <a:cubicBezTo>
                      <a:pt x="133" y="391"/>
                      <a:pt x="198" y="454"/>
                      <a:pt x="292" y="454"/>
                    </a:cubicBezTo>
                    <a:cubicBezTo>
                      <a:pt x="381" y="454"/>
                      <a:pt x="451" y="387"/>
                      <a:pt x="451" y="302"/>
                    </a:cubicBezTo>
                    <a:cubicBezTo>
                      <a:pt x="451" y="216"/>
                      <a:pt x="383" y="153"/>
                      <a:pt x="292" y="153"/>
                    </a:cubicBezTo>
                    <a:cubicBezTo>
                      <a:pt x="203" y="153"/>
                      <a:pt x="133" y="219"/>
                      <a:pt x="133" y="304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84" name="Freeform 34">
                <a:extLst>
                  <a:ext uri="{FF2B5EF4-FFF2-40B4-BE49-F238E27FC236}">
                    <a16:creationId xmlns:a16="http://schemas.microsoft.com/office/drawing/2014/main" id="{9296505E-2DA9-07F7-31C5-6D802244B0F4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1021017"/>
                <a:ext cx="253999" cy="263752"/>
              </a:xfrm>
              <a:custGeom>
                <a:avLst/>
                <a:gdLst>
                  <a:gd name="T0" fmla="*/ 584 w 584"/>
                  <a:gd name="T1" fmla="*/ 305 h 607"/>
                  <a:gd name="T2" fmla="*/ 292 w 584"/>
                  <a:gd name="T3" fmla="*/ 607 h 607"/>
                  <a:gd name="T4" fmla="*/ 0 w 584"/>
                  <a:gd name="T5" fmla="*/ 303 h 607"/>
                  <a:gd name="T6" fmla="*/ 292 w 584"/>
                  <a:gd name="T7" fmla="*/ 0 h 607"/>
                  <a:gd name="T8" fmla="*/ 584 w 584"/>
                  <a:gd name="T9" fmla="*/ 305 h 607"/>
                  <a:gd name="T10" fmla="*/ 133 w 584"/>
                  <a:gd name="T11" fmla="*/ 305 h 607"/>
                  <a:gd name="T12" fmla="*/ 292 w 584"/>
                  <a:gd name="T13" fmla="*/ 454 h 607"/>
                  <a:gd name="T14" fmla="*/ 451 w 584"/>
                  <a:gd name="T15" fmla="*/ 303 h 607"/>
                  <a:gd name="T16" fmla="*/ 292 w 584"/>
                  <a:gd name="T17" fmla="*/ 153 h 607"/>
                  <a:gd name="T18" fmla="*/ 133 w 584"/>
                  <a:gd name="T19" fmla="*/ 305 h 6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84" h="607">
                    <a:moveTo>
                      <a:pt x="584" y="305"/>
                    </a:moveTo>
                    <a:cubicBezTo>
                      <a:pt x="584" y="474"/>
                      <a:pt x="457" y="607"/>
                      <a:pt x="292" y="607"/>
                    </a:cubicBezTo>
                    <a:cubicBezTo>
                      <a:pt x="128" y="607"/>
                      <a:pt x="0" y="474"/>
                      <a:pt x="0" y="303"/>
                    </a:cubicBezTo>
                    <a:cubicBezTo>
                      <a:pt x="0" y="133"/>
                      <a:pt x="126" y="0"/>
                      <a:pt x="292" y="0"/>
                    </a:cubicBezTo>
                    <a:cubicBezTo>
                      <a:pt x="455" y="0"/>
                      <a:pt x="584" y="134"/>
                      <a:pt x="584" y="305"/>
                    </a:cubicBezTo>
                    <a:moveTo>
                      <a:pt x="133" y="305"/>
                    </a:moveTo>
                    <a:cubicBezTo>
                      <a:pt x="133" y="391"/>
                      <a:pt x="198" y="454"/>
                      <a:pt x="292" y="454"/>
                    </a:cubicBezTo>
                    <a:cubicBezTo>
                      <a:pt x="381" y="454"/>
                      <a:pt x="451" y="388"/>
                      <a:pt x="451" y="303"/>
                    </a:cubicBezTo>
                    <a:cubicBezTo>
                      <a:pt x="451" y="216"/>
                      <a:pt x="383" y="153"/>
                      <a:pt x="292" y="153"/>
                    </a:cubicBezTo>
                    <a:cubicBezTo>
                      <a:pt x="203" y="153"/>
                      <a:pt x="133" y="220"/>
                      <a:pt x="133" y="305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709274298"/>
      </p:ext>
    </p:extLst>
  </p:cSld>
  <p:clrMapOvr>
    <a:masterClrMapping/>
  </p:clrMapOvr>
  <p:transition spd="med"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033754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- With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ooter Placeholder 1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>
                <a:solidFill>
                  <a:srgbClr val="939598"/>
                </a:solidFill>
                <a:cs typeface="Arial" pitchFamily="34" charset="0"/>
              </a:rPr>
              <a:t>2015 Lenovo Internal. All rights reserved.</a:t>
            </a:r>
          </a:p>
        </p:txBody>
      </p:sp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548783" y="274320"/>
            <a:ext cx="11076268" cy="521208"/>
          </a:xfrm>
          <a:prstGeom prst="rect">
            <a:avLst/>
          </a:prstGeom>
        </p:spPr>
        <p:txBody>
          <a:bodyPr wrap="square" lIns="0" tIns="0" rIns="0" bIns="0" anchor="ctr" anchorCtr="0"/>
          <a:lstStyle>
            <a:lvl1pPr marL="0" algn="l" defTabSz="1218987" rtl="0" eaLnBrk="1" latinLnBrk="0" hangingPunct="1">
              <a:lnSpc>
                <a:spcPct val="100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600" kern="1200" cap="none" spc="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12" name="Freeform 5"/>
          <p:cNvSpPr>
            <a:spLocks noChangeAspect="1" noEditPoints="1"/>
          </p:cNvSpPr>
          <p:nvPr userDrawn="1"/>
        </p:nvSpPr>
        <p:spPr bwMode="black">
          <a:xfrm>
            <a:off x="205408" y="423407"/>
            <a:ext cx="200639" cy="200587"/>
          </a:xfrm>
          <a:custGeom>
            <a:avLst/>
            <a:gdLst>
              <a:gd name="T0" fmla="*/ 684 w 1368"/>
              <a:gd name="T1" fmla="*/ 0 h 1368"/>
              <a:gd name="T2" fmla="*/ 0 w 1368"/>
              <a:gd name="T3" fmla="*/ 684 h 1368"/>
              <a:gd name="T4" fmla="*/ 684 w 1368"/>
              <a:gd name="T5" fmla="*/ 1368 h 1368"/>
              <a:gd name="T6" fmla="*/ 1368 w 1368"/>
              <a:gd name="T7" fmla="*/ 684 h 1368"/>
              <a:gd name="T8" fmla="*/ 684 w 1368"/>
              <a:gd name="T9" fmla="*/ 0 h 1368"/>
              <a:gd name="T10" fmla="*/ 1068 w 1368"/>
              <a:gd name="T11" fmla="*/ 698 h 1368"/>
              <a:gd name="T12" fmla="*/ 973 w 1368"/>
              <a:gd name="T13" fmla="*/ 793 h 1368"/>
              <a:gd name="T14" fmla="*/ 793 w 1368"/>
              <a:gd name="T15" fmla="*/ 793 h 1368"/>
              <a:gd name="T16" fmla="*/ 793 w 1368"/>
              <a:gd name="T17" fmla="*/ 973 h 1368"/>
              <a:gd name="T18" fmla="*/ 698 w 1368"/>
              <a:gd name="T19" fmla="*/ 1068 h 1368"/>
              <a:gd name="T20" fmla="*/ 670 w 1368"/>
              <a:gd name="T21" fmla="*/ 1068 h 1368"/>
              <a:gd name="T22" fmla="*/ 576 w 1368"/>
              <a:gd name="T23" fmla="*/ 973 h 1368"/>
              <a:gd name="T24" fmla="*/ 576 w 1368"/>
              <a:gd name="T25" fmla="*/ 793 h 1368"/>
              <a:gd name="T26" fmla="*/ 396 w 1368"/>
              <a:gd name="T27" fmla="*/ 793 h 1368"/>
              <a:gd name="T28" fmla="*/ 301 w 1368"/>
              <a:gd name="T29" fmla="*/ 698 h 1368"/>
              <a:gd name="T30" fmla="*/ 301 w 1368"/>
              <a:gd name="T31" fmla="*/ 671 h 1368"/>
              <a:gd name="T32" fmla="*/ 396 w 1368"/>
              <a:gd name="T33" fmla="*/ 576 h 1368"/>
              <a:gd name="T34" fmla="*/ 576 w 1368"/>
              <a:gd name="T35" fmla="*/ 576 h 1368"/>
              <a:gd name="T36" fmla="*/ 576 w 1368"/>
              <a:gd name="T37" fmla="*/ 396 h 1368"/>
              <a:gd name="T38" fmla="*/ 670 w 1368"/>
              <a:gd name="T39" fmla="*/ 301 h 1368"/>
              <a:gd name="T40" fmla="*/ 698 w 1368"/>
              <a:gd name="T41" fmla="*/ 301 h 1368"/>
              <a:gd name="T42" fmla="*/ 793 w 1368"/>
              <a:gd name="T43" fmla="*/ 396 h 1368"/>
              <a:gd name="T44" fmla="*/ 793 w 1368"/>
              <a:gd name="T45" fmla="*/ 576 h 1368"/>
              <a:gd name="T46" fmla="*/ 973 w 1368"/>
              <a:gd name="T47" fmla="*/ 576 h 1368"/>
              <a:gd name="T48" fmla="*/ 1068 w 1368"/>
              <a:gd name="T49" fmla="*/ 671 h 1368"/>
              <a:gd name="T50" fmla="*/ 1068 w 1368"/>
              <a:gd name="T51" fmla="*/ 698 h 1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368" h="1368">
                <a:moveTo>
                  <a:pt x="684" y="0"/>
                </a:moveTo>
                <a:cubicBezTo>
                  <a:pt x="307" y="0"/>
                  <a:pt x="0" y="307"/>
                  <a:pt x="0" y="684"/>
                </a:cubicBezTo>
                <a:cubicBezTo>
                  <a:pt x="0" y="1062"/>
                  <a:pt x="307" y="1368"/>
                  <a:pt x="684" y="1368"/>
                </a:cubicBezTo>
                <a:cubicBezTo>
                  <a:pt x="1062" y="1368"/>
                  <a:pt x="1368" y="1062"/>
                  <a:pt x="1368" y="684"/>
                </a:cubicBezTo>
                <a:cubicBezTo>
                  <a:pt x="1368" y="307"/>
                  <a:pt x="1062" y="0"/>
                  <a:pt x="684" y="0"/>
                </a:cubicBezTo>
                <a:close/>
                <a:moveTo>
                  <a:pt x="1068" y="698"/>
                </a:moveTo>
                <a:cubicBezTo>
                  <a:pt x="1068" y="751"/>
                  <a:pt x="1025" y="793"/>
                  <a:pt x="973" y="793"/>
                </a:cubicBezTo>
                <a:cubicBezTo>
                  <a:pt x="793" y="793"/>
                  <a:pt x="793" y="793"/>
                  <a:pt x="793" y="793"/>
                </a:cubicBezTo>
                <a:cubicBezTo>
                  <a:pt x="793" y="973"/>
                  <a:pt x="793" y="973"/>
                  <a:pt x="793" y="973"/>
                </a:cubicBezTo>
                <a:cubicBezTo>
                  <a:pt x="793" y="1025"/>
                  <a:pt x="750" y="1068"/>
                  <a:pt x="698" y="1068"/>
                </a:cubicBezTo>
                <a:cubicBezTo>
                  <a:pt x="670" y="1068"/>
                  <a:pt x="670" y="1068"/>
                  <a:pt x="670" y="1068"/>
                </a:cubicBezTo>
                <a:cubicBezTo>
                  <a:pt x="618" y="1068"/>
                  <a:pt x="576" y="1025"/>
                  <a:pt x="576" y="973"/>
                </a:cubicBezTo>
                <a:cubicBezTo>
                  <a:pt x="576" y="793"/>
                  <a:pt x="576" y="793"/>
                  <a:pt x="576" y="793"/>
                </a:cubicBezTo>
                <a:cubicBezTo>
                  <a:pt x="396" y="793"/>
                  <a:pt x="396" y="793"/>
                  <a:pt x="396" y="793"/>
                </a:cubicBezTo>
                <a:cubicBezTo>
                  <a:pt x="344" y="793"/>
                  <a:pt x="301" y="751"/>
                  <a:pt x="301" y="698"/>
                </a:cubicBezTo>
                <a:cubicBezTo>
                  <a:pt x="301" y="671"/>
                  <a:pt x="301" y="671"/>
                  <a:pt x="301" y="671"/>
                </a:cubicBezTo>
                <a:cubicBezTo>
                  <a:pt x="301" y="618"/>
                  <a:pt x="344" y="576"/>
                  <a:pt x="396" y="576"/>
                </a:cubicBezTo>
                <a:cubicBezTo>
                  <a:pt x="576" y="576"/>
                  <a:pt x="576" y="576"/>
                  <a:pt x="576" y="576"/>
                </a:cubicBezTo>
                <a:cubicBezTo>
                  <a:pt x="576" y="396"/>
                  <a:pt x="576" y="396"/>
                  <a:pt x="576" y="396"/>
                </a:cubicBezTo>
                <a:cubicBezTo>
                  <a:pt x="576" y="344"/>
                  <a:pt x="618" y="301"/>
                  <a:pt x="670" y="301"/>
                </a:cubicBezTo>
                <a:cubicBezTo>
                  <a:pt x="698" y="301"/>
                  <a:pt x="698" y="301"/>
                  <a:pt x="698" y="301"/>
                </a:cubicBezTo>
                <a:cubicBezTo>
                  <a:pt x="750" y="301"/>
                  <a:pt x="793" y="344"/>
                  <a:pt x="793" y="396"/>
                </a:cubicBezTo>
                <a:cubicBezTo>
                  <a:pt x="793" y="576"/>
                  <a:pt x="793" y="576"/>
                  <a:pt x="793" y="576"/>
                </a:cubicBezTo>
                <a:cubicBezTo>
                  <a:pt x="973" y="576"/>
                  <a:pt x="973" y="576"/>
                  <a:pt x="973" y="576"/>
                </a:cubicBezTo>
                <a:cubicBezTo>
                  <a:pt x="1025" y="576"/>
                  <a:pt x="1068" y="618"/>
                  <a:pt x="1068" y="671"/>
                </a:cubicBezTo>
                <a:lnTo>
                  <a:pt x="1068" y="69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800"/>
          </a:p>
        </p:txBody>
      </p:sp>
      <p:sp>
        <p:nvSpPr>
          <p:cNvPr id="16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548783" y="1179576"/>
            <a:ext cx="11076268" cy="5211699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248648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96137219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1" y="365127"/>
            <a:ext cx="10515600" cy="636360"/>
          </a:xfrm>
        </p:spPr>
        <p:txBody>
          <a:bodyPr/>
          <a:lstStyle>
            <a:lvl1pPr>
              <a:defRPr>
                <a:solidFill>
                  <a:srgbClr val="0062E4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838201" y="1123415"/>
            <a:ext cx="10515600" cy="5053557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1" y="6356362"/>
            <a:ext cx="1600200" cy="365125"/>
          </a:xfrm>
        </p:spPr>
        <p:txBody>
          <a:bodyPr/>
          <a:lstStyle/>
          <a:p>
            <a:fld id="{BB962C8B-B14F-4D97-AF65-F5344CB8AC3E}" type="datetime1">
              <a:rPr lang="zh-CN" altLang="zh-CN"/>
              <a:t>2026/9/28</a:t>
            </a:fld>
            <a:endParaRPr lang="en-US" altLang="zh-CN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38401" y="6356362"/>
            <a:ext cx="7315200" cy="365125"/>
          </a:xfrm>
        </p:spPr>
        <p:txBody>
          <a:bodyPr/>
          <a:lstStyle/>
          <a:p>
            <a:r>
              <a:rPr lang="en-US" altLang="zh-CN"/>
              <a:t>Lab of New Generation Network Technology &amp; Application (NGN)</a:t>
            </a:r>
            <a:endParaRPr lang="zh-CN" alt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753600" y="6356362"/>
            <a:ext cx="1600200" cy="365125"/>
          </a:xfrm>
        </p:spPr>
        <p:txBody>
          <a:bodyPr/>
          <a:lstStyle/>
          <a:p>
            <a:fld id="{4889C241-9CC1-4919-A8A1-A706FAD4E7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8606695"/>
      </p:ext>
    </p:extLst>
  </p:cSld>
  <p:clrMapOvr>
    <a:masterClrMapping/>
  </p:clrMapOvr>
  <p:hf hdr="0" ftr="0"/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0" y="442528"/>
            <a:ext cx="10673828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2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760611" y="1308880"/>
            <a:ext cx="10673828" cy="4787120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BC5559F-D4D6-DA53-A720-07C2A2D68F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158934"/>
      </p:ext>
    </p:extLst>
  </p:cSld>
  <p:clrMapOvr>
    <a:masterClrMapping/>
  </p:clrMapOvr>
  <p:transition spd="med"/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 - With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548783" y="274320"/>
            <a:ext cx="11076268" cy="521208"/>
          </a:xfrm>
          <a:prstGeom prst="rect">
            <a:avLst/>
          </a:prstGeom>
        </p:spPr>
        <p:txBody>
          <a:bodyPr wrap="square" lIns="0" tIns="0" rIns="0" bIns="0" anchor="ctr" anchorCtr="0"/>
          <a:lstStyle>
            <a:lvl1pPr marL="0" algn="l" defTabSz="1217838" rtl="0" eaLnBrk="1" latinLnBrk="0" hangingPunct="1">
              <a:lnSpc>
                <a:spcPct val="100000"/>
              </a:lnSpc>
              <a:spcBef>
                <a:spcPct val="0"/>
              </a:spcBef>
              <a:buNone/>
              <a:tabLst>
                <a:tab pos="1217838" algn="l"/>
              </a:tabLst>
              <a:defRPr lang="en-US" sz="3600" kern="1200" cap="none" spc="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14" name="Freeform 5"/>
          <p:cNvSpPr>
            <a:spLocks noChangeAspect="1" noEditPoints="1"/>
          </p:cNvSpPr>
          <p:nvPr userDrawn="1"/>
        </p:nvSpPr>
        <p:spPr bwMode="black">
          <a:xfrm>
            <a:off x="205408" y="423427"/>
            <a:ext cx="200639" cy="200587"/>
          </a:xfrm>
          <a:custGeom>
            <a:avLst/>
            <a:gdLst>
              <a:gd name="T0" fmla="*/ 684 w 1368"/>
              <a:gd name="T1" fmla="*/ 0 h 1368"/>
              <a:gd name="T2" fmla="*/ 0 w 1368"/>
              <a:gd name="T3" fmla="*/ 684 h 1368"/>
              <a:gd name="T4" fmla="*/ 684 w 1368"/>
              <a:gd name="T5" fmla="*/ 1368 h 1368"/>
              <a:gd name="T6" fmla="*/ 1368 w 1368"/>
              <a:gd name="T7" fmla="*/ 684 h 1368"/>
              <a:gd name="T8" fmla="*/ 684 w 1368"/>
              <a:gd name="T9" fmla="*/ 0 h 1368"/>
              <a:gd name="T10" fmla="*/ 1068 w 1368"/>
              <a:gd name="T11" fmla="*/ 698 h 1368"/>
              <a:gd name="T12" fmla="*/ 973 w 1368"/>
              <a:gd name="T13" fmla="*/ 793 h 1368"/>
              <a:gd name="T14" fmla="*/ 793 w 1368"/>
              <a:gd name="T15" fmla="*/ 793 h 1368"/>
              <a:gd name="T16" fmla="*/ 793 w 1368"/>
              <a:gd name="T17" fmla="*/ 973 h 1368"/>
              <a:gd name="T18" fmla="*/ 698 w 1368"/>
              <a:gd name="T19" fmla="*/ 1068 h 1368"/>
              <a:gd name="T20" fmla="*/ 670 w 1368"/>
              <a:gd name="T21" fmla="*/ 1068 h 1368"/>
              <a:gd name="T22" fmla="*/ 576 w 1368"/>
              <a:gd name="T23" fmla="*/ 973 h 1368"/>
              <a:gd name="T24" fmla="*/ 576 w 1368"/>
              <a:gd name="T25" fmla="*/ 793 h 1368"/>
              <a:gd name="T26" fmla="*/ 396 w 1368"/>
              <a:gd name="T27" fmla="*/ 793 h 1368"/>
              <a:gd name="T28" fmla="*/ 301 w 1368"/>
              <a:gd name="T29" fmla="*/ 698 h 1368"/>
              <a:gd name="T30" fmla="*/ 301 w 1368"/>
              <a:gd name="T31" fmla="*/ 671 h 1368"/>
              <a:gd name="T32" fmla="*/ 396 w 1368"/>
              <a:gd name="T33" fmla="*/ 576 h 1368"/>
              <a:gd name="T34" fmla="*/ 576 w 1368"/>
              <a:gd name="T35" fmla="*/ 576 h 1368"/>
              <a:gd name="T36" fmla="*/ 576 w 1368"/>
              <a:gd name="T37" fmla="*/ 396 h 1368"/>
              <a:gd name="T38" fmla="*/ 670 w 1368"/>
              <a:gd name="T39" fmla="*/ 301 h 1368"/>
              <a:gd name="T40" fmla="*/ 698 w 1368"/>
              <a:gd name="T41" fmla="*/ 301 h 1368"/>
              <a:gd name="T42" fmla="*/ 793 w 1368"/>
              <a:gd name="T43" fmla="*/ 396 h 1368"/>
              <a:gd name="T44" fmla="*/ 793 w 1368"/>
              <a:gd name="T45" fmla="*/ 576 h 1368"/>
              <a:gd name="T46" fmla="*/ 973 w 1368"/>
              <a:gd name="T47" fmla="*/ 576 h 1368"/>
              <a:gd name="T48" fmla="*/ 1068 w 1368"/>
              <a:gd name="T49" fmla="*/ 671 h 1368"/>
              <a:gd name="T50" fmla="*/ 1068 w 1368"/>
              <a:gd name="T51" fmla="*/ 698 h 1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368" h="1368">
                <a:moveTo>
                  <a:pt x="684" y="0"/>
                </a:moveTo>
                <a:cubicBezTo>
                  <a:pt x="307" y="0"/>
                  <a:pt x="0" y="307"/>
                  <a:pt x="0" y="684"/>
                </a:cubicBezTo>
                <a:cubicBezTo>
                  <a:pt x="0" y="1062"/>
                  <a:pt x="307" y="1368"/>
                  <a:pt x="684" y="1368"/>
                </a:cubicBezTo>
                <a:cubicBezTo>
                  <a:pt x="1062" y="1368"/>
                  <a:pt x="1368" y="1062"/>
                  <a:pt x="1368" y="684"/>
                </a:cubicBezTo>
                <a:cubicBezTo>
                  <a:pt x="1368" y="307"/>
                  <a:pt x="1062" y="0"/>
                  <a:pt x="684" y="0"/>
                </a:cubicBezTo>
                <a:close/>
                <a:moveTo>
                  <a:pt x="1068" y="698"/>
                </a:moveTo>
                <a:cubicBezTo>
                  <a:pt x="1068" y="751"/>
                  <a:pt x="1025" y="793"/>
                  <a:pt x="973" y="793"/>
                </a:cubicBezTo>
                <a:cubicBezTo>
                  <a:pt x="793" y="793"/>
                  <a:pt x="793" y="793"/>
                  <a:pt x="793" y="793"/>
                </a:cubicBezTo>
                <a:cubicBezTo>
                  <a:pt x="793" y="973"/>
                  <a:pt x="793" y="973"/>
                  <a:pt x="793" y="973"/>
                </a:cubicBezTo>
                <a:cubicBezTo>
                  <a:pt x="793" y="1025"/>
                  <a:pt x="750" y="1068"/>
                  <a:pt x="698" y="1068"/>
                </a:cubicBezTo>
                <a:cubicBezTo>
                  <a:pt x="670" y="1068"/>
                  <a:pt x="670" y="1068"/>
                  <a:pt x="670" y="1068"/>
                </a:cubicBezTo>
                <a:cubicBezTo>
                  <a:pt x="618" y="1068"/>
                  <a:pt x="576" y="1025"/>
                  <a:pt x="576" y="973"/>
                </a:cubicBezTo>
                <a:cubicBezTo>
                  <a:pt x="576" y="793"/>
                  <a:pt x="576" y="793"/>
                  <a:pt x="576" y="793"/>
                </a:cubicBezTo>
                <a:cubicBezTo>
                  <a:pt x="396" y="793"/>
                  <a:pt x="396" y="793"/>
                  <a:pt x="396" y="793"/>
                </a:cubicBezTo>
                <a:cubicBezTo>
                  <a:pt x="344" y="793"/>
                  <a:pt x="301" y="751"/>
                  <a:pt x="301" y="698"/>
                </a:cubicBezTo>
                <a:cubicBezTo>
                  <a:pt x="301" y="671"/>
                  <a:pt x="301" y="671"/>
                  <a:pt x="301" y="671"/>
                </a:cubicBezTo>
                <a:cubicBezTo>
                  <a:pt x="301" y="618"/>
                  <a:pt x="344" y="576"/>
                  <a:pt x="396" y="576"/>
                </a:cubicBezTo>
                <a:cubicBezTo>
                  <a:pt x="576" y="576"/>
                  <a:pt x="576" y="576"/>
                  <a:pt x="576" y="576"/>
                </a:cubicBezTo>
                <a:cubicBezTo>
                  <a:pt x="576" y="396"/>
                  <a:pt x="576" y="396"/>
                  <a:pt x="576" y="396"/>
                </a:cubicBezTo>
                <a:cubicBezTo>
                  <a:pt x="576" y="344"/>
                  <a:pt x="618" y="301"/>
                  <a:pt x="670" y="301"/>
                </a:cubicBezTo>
                <a:cubicBezTo>
                  <a:pt x="698" y="301"/>
                  <a:pt x="698" y="301"/>
                  <a:pt x="698" y="301"/>
                </a:cubicBezTo>
                <a:cubicBezTo>
                  <a:pt x="750" y="301"/>
                  <a:pt x="793" y="344"/>
                  <a:pt x="793" y="396"/>
                </a:cubicBezTo>
                <a:cubicBezTo>
                  <a:pt x="793" y="576"/>
                  <a:pt x="793" y="576"/>
                  <a:pt x="793" y="576"/>
                </a:cubicBezTo>
                <a:cubicBezTo>
                  <a:pt x="973" y="576"/>
                  <a:pt x="973" y="576"/>
                  <a:pt x="973" y="576"/>
                </a:cubicBezTo>
                <a:cubicBezTo>
                  <a:pt x="1025" y="576"/>
                  <a:pt x="1068" y="618"/>
                  <a:pt x="1068" y="671"/>
                </a:cubicBezTo>
                <a:lnTo>
                  <a:pt x="1068" y="69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356" tIns="45676" rIns="91356" bIns="45676" numCol="1" anchor="t" anchorCtr="0" compatLnSpc="1">
            <a:prstTxWarp prst="textNoShape">
              <a:avLst/>
            </a:prstTxWarp>
          </a:bodyPr>
          <a:lstStyle/>
          <a:p>
            <a:endParaRPr lang="en-US" sz="1800"/>
          </a:p>
        </p:txBody>
      </p:sp>
      <p:sp>
        <p:nvSpPr>
          <p:cNvPr id="5" name="Footer Placeholder 61"/>
          <p:cNvSpPr>
            <a:spLocks noGrp="1"/>
          </p:cNvSpPr>
          <p:nvPr>
            <p:ph type="ftr" sz="quarter" idx="10"/>
          </p:nvPr>
        </p:nvSpPr>
        <p:spPr>
          <a:xfrm>
            <a:off x="548783" y="6473961"/>
            <a:ext cx="3861806" cy="153888"/>
          </a:xfrm>
        </p:spPr>
        <p:txBody>
          <a:bodyPr lIns="0"/>
          <a:lstStyle>
            <a:lvl1pPr>
              <a:defRPr cap="none"/>
            </a:lvl1pPr>
          </a:lstStyle>
          <a:p>
            <a:r>
              <a:rPr lang="en-US" sz="1000">
                <a:solidFill>
                  <a:srgbClr val="939598"/>
                </a:solidFill>
                <a:cs typeface="Arial" pitchFamily="34" charset="0"/>
              </a:rPr>
              <a:t>2018 Lenovo Internal.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144849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548783" y="274320"/>
            <a:ext cx="11076268" cy="521208"/>
          </a:xfrm>
          <a:prstGeom prst="rect">
            <a:avLst/>
          </a:prstGeom>
        </p:spPr>
        <p:txBody>
          <a:bodyPr wrap="square" lIns="0" tIns="0" rIns="0" bIns="0" anchor="ctr" anchorCtr="0"/>
          <a:lstStyle>
            <a:lvl1pPr marL="0" algn="l" defTabSz="1218565" rtl="0" eaLnBrk="1" latinLnBrk="0" hangingPunct="1">
              <a:lnSpc>
                <a:spcPct val="100000"/>
              </a:lnSpc>
              <a:spcBef>
                <a:spcPct val="0"/>
              </a:spcBef>
              <a:buNone/>
              <a:tabLst>
                <a:tab pos="1218565" algn="l"/>
              </a:tabLst>
              <a:defRPr lang="en-US" sz="3600" kern="1200" cap="none" spc="0" baseline="0" dirty="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</a:lstStyle>
          <a:p>
            <a:r>
              <a:rPr lang="zh-CN" altLang="en-US"/>
              <a:t>添加标题</a:t>
            </a:r>
            <a:endParaRPr lang="en-US"/>
          </a:p>
        </p:txBody>
      </p:sp>
      <p:sp>
        <p:nvSpPr>
          <p:cNvPr id="22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548783" y="1179576"/>
            <a:ext cx="11076268" cy="5211699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600" indent="-228600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2pPr>
            <a:lvl3pPr marL="835660" indent="-150495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3pPr>
            <a:lvl4pPr marL="1146810" indent="-156845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4pPr>
            <a:lvl5pPr marL="1445260" indent="-150495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1"/>
            <a:r>
              <a:rPr lang="zh-CN" altLang="en-US"/>
              <a:t>内容层级</a:t>
            </a:r>
            <a:r>
              <a:rPr lang="en-US" altLang="zh-CN"/>
              <a:t>1</a:t>
            </a:r>
            <a:endParaRPr lang="en-US"/>
          </a:p>
          <a:p>
            <a:pPr lvl="2"/>
            <a:r>
              <a:rPr lang="zh-CN" altLang="en-US"/>
              <a:t>内容层级</a:t>
            </a:r>
            <a:r>
              <a:rPr lang="en-US" altLang="zh-CN"/>
              <a:t>2</a:t>
            </a:r>
            <a:endParaRPr lang="en-US"/>
          </a:p>
          <a:p>
            <a:pPr lvl="3"/>
            <a:r>
              <a:rPr lang="zh-CN" altLang="en-US"/>
              <a:t>内容层级</a:t>
            </a:r>
            <a:r>
              <a:rPr lang="en-US" altLang="zh-CN"/>
              <a:t>3</a:t>
            </a:r>
            <a:r>
              <a:rPr lang="en-US"/>
              <a:t> </a:t>
            </a:r>
          </a:p>
          <a:p>
            <a:pPr lvl="4"/>
            <a:r>
              <a:rPr lang="zh-CN" altLang="en-US"/>
              <a:t>内容层级</a:t>
            </a:r>
            <a:r>
              <a:rPr lang="en-US" altLang="zh-CN"/>
              <a:t>4</a:t>
            </a:r>
            <a:endParaRPr lang="en-US"/>
          </a:p>
        </p:txBody>
      </p:sp>
      <p:sp>
        <p:nvSpPr>
          <p:cNvPr id="1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752974" y="6473952"/>
            <a:ext cx="439026" cy="15544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0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</a:lstStyle>
          <a:p>
            <a:fld id="{6D22F896-40B5-4ADD-8801-0D06FADFA09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Box 1">
            <a:extLst>
              <a:ext uri="{FF2B5EF4-FFF2-40B4-BE49-F238E27FC236}">
                <a16:creationId xmlns:a16="http://schemas.microsoft.com/office/drawing/2014/main" id="{93442975-E5C5-4C7D-BC04-427FBE770D31}"/>
              </a:ext>
            </a:extLst>
          </p:cNvPr>
          <p:cNvSpPr txBox="1"/>
          <p:nvPr userDrawn="1"/>
        </p:nvSpPr>
        <p:spPr>
          <a:xfrm>
            <a:off x="1396578" y="6473952"/>
            <a:ext cx="411587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2024 Lenovo Internal. All rights reserved.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A4F80B53-ECAE-4E60-B615-B44AB1D6B3D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66084" y="6454323"/>
            <a:ext cx="964300" cy="193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5559081"/>
      </p:ext>
    </p:extLst>
  </p:cSld>
  <p:clrMapOvr>
    <a:masterClrMapping/>
  </p:clrMapOvr>
  <p:transition spd="med"/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16"/>
          <p:cNvSpPr>
            <a:spLocks noGrp="1"/>
          </p:cNvSpPr>
          <p:nvPr>
            <p:ph type="title" hasCustomPrompt="1"/>
          </p:nvPr>
        </p:nvSpPr>
        <p:spPr bwMode="gray">
          <a:xfrm>
            <a:off x="548783" y="1437136"/>
            <a:ext cx="9962830" cy="3026868"/>
          </a:xfrm>
          <a:prstGeom prst="rect">
            <a:avLst/>
          </a:prstGeom>
        </p:spPr>
        <p:txBody>
          <a:bodyPr lIns="0" tIns="60949" rIns="121899" bIns="60949" anchor="b" anchorCtr="0"/>
          <a:lstStyle>
            <a:lvl1pPr marL="0" algn="l" defTabSz="1218565" rtl="0" eaLnBrk="1" latinLnBrk="0" hangingPunct="1">
              <a:lnSpc>
                <a:spcPts val="7500"/>
              </a:lnSpc>
              <a:spcBef>
                <a:spcPct val="0"/>
              </a:spcBef>
              <a:buNone/>
              <a:defRPr lang="en-US" sz="7200" b="1" kern="1200" cap="none" spc="-150" baseline="0" dirty="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</a:lstStyle>
          <a:p>
            <a:r>
              <a:rPr lang="zh-CN" altLang="en-US"/>
              <a:t>白色版</a:t>
            </a:r>
            <a:br>
              <a:rPr lang="en-US" altLang="zh-CN"/>
            </a:br>
            <a:r>
              <a:rPr lang="zh-CN" altLang="en-US"/>
              <a:t>演示标题</a:t>
            </a:r>
            <a:br>
              <a:rPr lang="en-US" altLang="zh-CN"/>
            </a:br>
            <a:r>
              <a:rPr lang="zh-CN" altLang="en-US"/>
              <a:t>区域</a:t>
            </a:r>
            <a:endParaRPr lang="en-US"/>
          </a:p>
        </p:txBody>
      </p:sp>
      <p:sp>
        <p:nvSpPr>
          <p:cNvPr id="55" name="Subtitle 2"/>
          <p:cNvSpPr>
            <a:spLocks noGrp="1"/>
          </p:cNvSpPr>
          <p:nvPr userDrawn="1">
            <p:ph type="subTitle" idx="1" hasCustomPrompt="1"/>
          </p:nvPr>
        </p:nvSpPr>
        <p:spPr bwMode="gray">
          <a:xfrm>
            <a:off x="548783" y="5205790"/>
            <a:ext cx="9952388" cy="457200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 algn="l" defTabSz="1218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600" b="0" kern="1200" cap="none" spc="0" baseline="0" dirty="0">
                <a:solidFill>
                  <a:srgbClr val="FF0000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  <a:lvl2pPr marL="609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1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7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3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5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1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副标题注解区域</a:t>
            </a:r>
            <a:endParaRPr lang="en-US"/>
          </a:p>
        </p:txBody>
      </p:sp>
      <p:sp>
        <p:nvSpPr>
          <p:cNvPr id="6" name="Footer Placeholder 1"/>
          <p:cNvSpPr txBox="1"/>
          <p:nvPr userDrawn="1"/>
        </p:nvSpPr>
        <p:spPr>
          <a:xfrm>
            <a:off x="484650" y="6291017"/>
            <a:ext cx="2317663" cy="22751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1218565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096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2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1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7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3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5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1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>
                <a:solidFill>
                  <a:schemeClr val="tx1"/>
                </a:solidFill>
              </a:rPr>
              <a:t>20</a:t>
            </a:r>
            <a:r>
              <a:rPr lang="en-US" altLang="zh-CN" sz="900">
                <a:solidFill>
                  <a:schemeClr val="tx1"/>
                </a:solidFill>
              </a:rPr>
              <a:t>23</a:t>
            </a:r>
            <a:r>
              <a:rPr lang="en-US" sz="900">
                <a:solidFill>
                  <a:schemeClr val="tx1"/>
                </a:solidFill>
              </a:rPr>
              <a:t> Lenovo Internal. All rights reserved.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DD8F3A21-0D9A-464A-81B0-46AAC5FBE77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51312" y="5697497"/>
            <a:ext cx="2502310" cy="501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3226578"/>
      </p:ext>
    </p:extLst>
  </p:cSld>
  <p:clrMapOvr>
    <a:masterClrMapping/>
  </p:clrMapOvr>
  <p:transition spd="med"/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_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图片 5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51312" y="5697497"/>
            <a:ext cx="2502310" cy="501203"/>
          </a:xfrm>
          <a:prstGeom prst="rect">
            <a:avLst/>
          </a:prstGeom>
        </p:spPr>
      </p:pic>
      <p:sp>
        <p:nvSpPr>
          <p:cNvPr id="7" name="Footer Placeholder 1"/>
          <p:cNvSpPr txBox="1"/>
          <p:nvPr userDrawn="1"/>
        </p:nvSpPr>
        <p:spPr>
          <a:xfrm>
            <a:off x="484650" y="6291017"/>
            <a:ext cx="2317663" cy="22751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1218565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096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2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1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7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3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5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1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>
                <a:solidFill>
                  <a:schemeClr val="bg1"/>
                </a:solidFill>
              </a:rPr>
              <a:t>20</a:t>
            </a:r>
            <a:r>
              <a:rPr lang="en-US" altLang="zh-CN" sz="900">
                <a:solidFill>
                  <a:schemeClr val="bg1"/>
                </a:solidFill>
              </a:rPr>
              <a:t>23</a:t>
            </a:r>
            <a:r>
              <a:rPr lang="en-US" sz="900">
                <a:solidFill>
                  <a:schemeClr val="bg1"/>
                </a:solidFill>
              </a:rPr>
              <a:t> Lenovo Internal. All rights reserved.</a:t>
            </a:r>
          </a:p>
        </p:txBody>
      </p:sp>
      <p:sp>
        <p:nvSpPr>
          <p:cNvPr id="10" name="Title 16">
            <a:extLst>
              <a:ext uri="{FF2B5EF4-FFF2-40B4-BE49-F238E27FC236}">
                <a16:creationId xmlns:a16="http://schemas.microsoft.com/office/drawing/2014/main" id="{28F6B44A-E25E-4BEC-A707-C1AA670EED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48783" y="1437136"/>
            <a:ext cx="9962830" cy="3026868"/>
          </a:xfrm>
          <a:prstGeom prst="rect">
            <a:avLst/>
          </a:prstGeom>
        </p:spPr>
        <p:txBody>
          <a:bodyPr lIns="0" tIns="60949" rIns="121899" bIns="60949" anchor="b" anchorCtr="0"/>
          <a:lstStyle>
            <a:lvl1pPr marL="0" algn="l" defTabSz="1218565" rtl="0" eaLnBrk="1" latinLnBrk="0" hangingPunct="1">
              <a:lnSpc>
                <a:spcPts val="7500"/>
              </a:lnSpc>
              <a:spcBef>
                <a:spcPct val="0"/>
              </a:spcBef>
              <a:buNone/>
              <a:defRPr lang="en-US" sz="7200" b="1" kern="1200" cap="none" spc="-150" baseline="0" dirty="0">
                <a:solidFill>
                  <a:schemeClr val="bg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</a:lstStyle>
          <a:p>
            <a:r>
              <a:rPr lang="zh-CN" altLang="en-US"/>
              <a:t>色块版</a:t>
            </a:r>
            <a:br>
              <a:rPr lang="en-US" altLang="zh-CN"/>
            </a:br>
            <a:r>
              <a:rPr lang="zh-CN" altLang="en-US"/>
              <a:t>演示标题</a:t>
            </a:r>
            <a:br>
              <a:rPr lang="en-US" altLang="zh-CN"/>
            </a:br>
            <a:r>
              <a:rPr lang="zh-CN" altLang="en-US"/>
              <a:t>区域</a:t>
            </a:r>
            <a:endParaRPr lang="en-US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853B40CF-55D8-4845-8F8F-38941BD59D0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548783" y="5205790"/>
            <a:ext cx="9952388" cy="457200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 algn="l" defTabSz="1218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600" b="0" kern="1200" cap="none" spc="0" baseline="0" dirty="0">
                <a:solidFill>
                  <a:schemeClr val="bg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  <a:lvl2pPr marL="609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1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7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3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5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1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副标题注解区域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9342354"/>
      </p:ext>
    </p:extLst>
  </p:cSld>
  <p:clrMapOvr>
    <a:masterClrMapping/>
  </p:clrMapOvr>
  <p:transition spd="med"/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_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背景图案&#10;&#10;描述已自动生成">
            <a:extLst>
              <a:ext uri="{FF2B5EF4-FFF2-40B4-BE49-F238E27FC236}">
                <a16:creationId xmlns:a16="http://schemas.microsoft.com/office/drawing/2014/main" id="{8DD5551C-6AB9-4C46-859C-AA66CEBDC4F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074" b="20131"/>
          <a:stretch/>
        </p:blipFill>
        <p:spPr>
          <a:xfrm>
            <a:off x="-1" y="0"/>
            <a:ext cx="12192000" cy="6858000"/>
          </a:xfrm>
          <a:prstGeom prst="rect">
            <a:avLst/>
          </a:prstGeom>
        </p:spPr>
      </p:pic>
      <p:sp>
        <p:nvSpPr>
          <p:cNvPr id="50" name="Title 16"/>
          <p:cNvSpPr>
            <a:spLocks noGrp="1"/>
          </p:cNvSpPr>
          <p:nvPr>
            <p:ph type="title" hasCustomPrompt="1"/>
          </p:nvPr>
        </p:nvSpPr>
        <p:spPr bwMode="gray">
          <a:xfrm>
            <a:off x="548783" y="1437136"/>
            <a:ext cx="9962830" cy="3026868"/>
          </a:xfrm>
          <a:prstGeom prst="rect">
            <a:avLst/>
          </a:prstGeom>
        </p:spPr>
        <p:txBody>
          <a:bodyPr lIns="0" tIns="60949" rIns="121899" bIns="60949" anchor="b" anchorCtr="0"/>
          <a:lstStyle>
            <a:lvl1pPr marL="0" algn="l" defTabSz="1218565" rtl="0" eaLnBrk="1" latinLnBrk="0" hangingPunct="1">
              <a:lnSpc>
                <a:spcPts val="7500"/>
              </a:lnSpc>
              <a:spcBef>
                <a:spcPct val="0"/>
              </a:spcBef>
              <a:buNone/>
              <a:defRPr lang="en-US" sz="7200" b="1" kern="1200" cap="none" spc="-150" baseline="0" dirty="0">
                <a:solidFill>
                  <a:schemeClr val="bg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</a:lstStyle>
          <a:p>
            <a:r>
              <a:rPr lang="zh-CN" altLang="en-US"/>
              <a:t>色块版</a:t>
            </a:r>
            <a:br>
              <a:rPr lang="en-US" altLang="zh-CN"/>
            </a:br>
            <a:r>
              <a:rPr lang="zh-CN" altLang="en-US"/>
              <a:t>演示标题</a:t>
            </a:r>
            <a:br>
              <a:rPr lang="en-US" altLang="zh-CN"/>
            </a:br>
            <a:r>
              <a:rPr lang="zh-CN" altLang="en-US"/>
              <a:t>区域</a:t>
            </a:r>
            <a:endParaRPr lang="en-US"/>
          </a:p>
        </p:txBody>
      </p:sp>
      <p:pic>
        <p:nvPicPr>
          <p:cNvPr id="52" name="图片 5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051312" y="5697497"/>
            <a:ext cx="2502310" cy="501203"/>
          </a:xfrm>
          <a:prstGeom prst="rect">
            <a:avLst/>
          </a:prstGeom>
        </p:spPr>
      </p:pic>
      <p:sp>
        <p:nvSpPr>
          <p:cNvPr id="55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548783" y="5205790"/>
            <a:ext cx="9952388" cy="457200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 algn="l" defTabSz="1218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600" b="0" kern="1200" cap="none" spc="0" baseline="0" dirty="0">
                <a:solidFill>
                  <a:schemeClr val="bg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  <a:lvl2pPr marL="609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1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7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3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5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1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副标题注解区域</a:t>
            </a:r>
            <a:endParaRPr lang="en-US"/>
          </a:p>
        </p:txBody>
      </p:sp>
      <p:sp>
        <p:nvSpPr>
          <p:cNvPr id="7" name="Footer Placeholder 1"/>
          <p:cNvSpPr txBox="1"/>
          <p:nvPr userDrawn="1"/>
        </p:nvSpPr>
        <p:spPr>
          <a:xfrm>
            <a:off x="484650" y="6291017"/>
            <a:ext cx="2317663" cy="22751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1218565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096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2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1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7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3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5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1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>
                <a:solidFill>
                  <a:schemeClr val="bg1"/>
                </a:solidFill>
              </a:rPr>
              <a:t>20</a:t>
            </a:r>
            <a:r>
              <a:rPr lang="en-US" altLang="zh-CN" sz="900">
                <a:solidFill>
                  <a:schemeClr val="bg1"/>
                </a:solidFill>
              </a:rPr>
              <a:t>23</a:t>
            </a:r>
            <a:r>
              <a:rPr lang="en-US" sz="900">
                <a:solidFill>
                  <a:schemeClr val="bg1"/>
                </a:solidFill>
              </a:rPr>
              <a:t> Lenovo Internal.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407650395"/>
      </p:ext>
    </p:extLst>
  </p:cSld>
  <p:clrMapOvr>
    <a:masterClrMapping/>
  </p:clrMapOvr>
  <p:transition spd="med"/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_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背景图案&#10;&#10;描述已自动生成">
            <a:extLst>
              <a:ext uri="{FF2B5EF4-FFF2-40B4-BE49-F238E27FC236}">
                <a16:creationId xmlns:a16="http://schemas.microsoft.com/office/drawing/2014/main" id="{F0F5C1AE-0164-45D7-A145-84D2C16F158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b="21205"/>
          <a:stretch/>
        </p:blipFill>
        <p:spPr>
          <a:xfrm>
            <a:off x="-1" y="-1"/>
            <a:ext cx="12192001" cy="6858001"/>
          </a:xfrm>
          <a:prstGeom prst="rect">
            <a:avLst/>
          </a:prstGeom>
        </p:spPr>
      </p:pic>
      <p:sp>
        <p:nvSpPr>
          <p:cNvPr id="50" name="Title 16"/>
          <p:cNvSpPr>
            <a:spLocks noGrp="1"/>
          </p:cNvSpPr>
          <p:nvPr>
            <p:ph type="title" hasCustomPrompt="1"/>
          </p:nvPr>
        </p:nvSpPr>
        <p:spPr bwMode="gray">
          <a:xfrm>
            <a:off x="548783" y="1437136"/>
            <a:ext cx="9962830" cy="3026868"/>
          </a:xfrm>
          <a:prstGeom prst="rect">
            <a:avLst/>
          </a:prstGeom>
        </p:spPr>
        <p:txBody>
          <a:bodyPr lIns="0" tIns="60949" rIns="121899" bIns="60949" anchor="b" anchorCtr="0"/>
          <a:lstStyle>
            <a:lvl1pPr marL="0" algn="l" defTabSz="1218565" rtl="0" eaLnBrk="1" latinLnBrk="0" hangingPunct="1">
              <a:lnSpc>
                <a:spcPts val="7500"/>
              </a:lnSpc>
              <a:spcBef>
                <a:spcPct val="0"/>
              </a:spcBef>
              <a:buNone/>
              <a:defRPr lang="en-US" sz="7200" b="1" kern="1200" cap="none" spc="-150" baseline="0" dirty="0">
                <a:solidFill>
                  <a:schemeClr val="bg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</a:lstStyle>
          <a:p>
            <a:r>
              <a:rPr lang="zh-CN" altLang="en-US"/>
              <a:t>色块版</a:t>
            </a:r>
            <a:br>
              <a:rPr lang="en-US" altLang="zh-CN"/>
            </a:br>
            <a:r>
              <a:rPr lang="zh-CN" altLang="en-US"/>
              <a:t>演示标题</a:t>
            </a:r>
            <a:br>
              <a:rPr lang="en-US" altLang="zh-CN"/>
            </a:br>
            <a:r>
              <a:rPr lang="zh-CN" altLang="en-US"/>
              <a:t>区域</a:t>
            </a:r>
            <a:endParaRPr lang="en-US"/>
          </a:p>
        </p:txBody>
      </p:sp>
      <p:pic>
        <p:nvPicPr>
          <p:cNvPr id="52" name="图片 5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051312" y="5697497"/>
            <a:ext cx="2502310" cy="501203"/>
          </a:xfrm>
          <a:prstGeom prst="rect">
            <a:avLst/>
          </a:prstGeom>
        </p:spPr>
      </p:pic>
      <p:sp>
        <p:nvSpPr>
          <p:cNvPr id="55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548783" y="5205790"/>
            <a:ext cx="9952388" cy="457200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 algn="l" defTabSz="1218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600" b="0" kern="1200" cap="none" spc="0" baseline="0" dirty="0">
                <a:solidFill>
                  <a:schemeClr val="bg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  <a:lvl2pPr marL="609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1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7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3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5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1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副标题注解区域</a:t>
            </a:r>
            <a:endParaRPr lang="en-US"/>
          </a:p>
        </p:txBody>
      </p:sp>
      <p:sp>
        <p:nvSpPr>
          <p:cNvPr id="7" name="Footer Placeholder 1"/>
          <p:cNvSpPr txBox="1"/>
          <p:nvPr userDrawn="1"/>
        </p:nvSpPr>
        <p:spPr>
          <a:xfrm>
            <a:off x="484650" y="6291017"/>
            <a:ext cx="2317663" cy="22751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1218565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096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2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1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7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3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5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1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>
                <a:solidFill>
                  <a:schemeClr val="bg1"/>
                </a:solidFill>
              </a:rPr>
              <a:t>20</a:t>
            </a:r>
            <a:r>
              <a:rPr lang="en-US" altLang="zh-CN" sz="900">
                <a:solidFill>
                  <a:schemeClr val="bg1"/>
                </a:solidFill>
              </a:rPr>
              <a:t>23 </a:t>
            </a:r>
            <a:r>
              <a:rPr lang="en-US" sz="900">
                <a:solidFill>
                  <a:schemeClr val="bg1"/>
                </a:solidFill>
              </a:rPr>
              <a:t>Lenovo Internal.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898063033"/>
      </p:ext>
    </p:extLst>
  </p:cSld>
  <p:clrMapOvr>
    <a:masterClrMapping/>
  </p:clrMapOvr>
  <p:transition spd="med"/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_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itle 16"/>
          <p:cNvSpPr>
            <a:spLocks noGrp="1"/>
          </p:cNvSpPr>
          <p:nvPr>
            <p:ph type="title" hasCustomPrompt="1"/>
          </p:nvPr>
        </p:nvSpPr>
        <p:spPr bwMode="gray">
          <a:xfrm>
            <a:off x="548783" y="1437136"/>
            <a:ext cx="9962830" cy="3026868"/>
          </a:xfrm>
          <a:prstGeom prst="rect">
            <a:avLst/>
          </a:prstGeom>
        </p:spPr>
        <p:txBody>
          <a:bodyPr lIns="0" tIns="60949" rIns="121899" bIns="60949" anchor="b" anchorCtr="0"/>
          <a:lstStyle>
            <a:lvl1pPr marL="0" algn="l" defTabSz="1218565" rtl="0" eaLnBrk="1" latinLnBrk="0" hangingPunct="1">
              <a:lnSpc>
                <a:spcPts val="7500"/>
              </a:lnSpc>
              <a:spcBef>
                <a:spcPct val="0"/>
              </a:spcBef>
              <a:buNone/>
              <a:defRPr lang="en-US" sz="7200" b="1" kern="1200" cap="none" spc="-150" baseline="0" dirty="0">
                <a:solidFill>
                  <a:schemeClr val="bg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</a:lstStyle>
          <a:p>
            <a:r>
              <a:rPr lang="zh-CN" altLang="en-US"/>
              <a:t>色块版</a:t>
            </a:r>
            <a:br>
              <a:rPr lang="en-US" altLang="zh-CN"/>
            </a:br>
            <a:r>
              <a:rPr lang="zh-CN" altLang="en-US"/>
              <a:t>演示标题</a:t>
            </a:r>
            <a:br>
              <a:rPr lang="en-US" altLang="zh-CN"/>
            </a:br>
            <a:r>
              <a:rPr lang="zh-CN" altLang="en-US"/>
              <a:t>区域</a:t>
            </a:r>
            <a:endParaRPr lang="en-US"/>
          </a:p>
        </p:txBody>
      </p:sp>
      <p:pic>
        <p:nvPicPr>
          <p:cNvPr id="52" name="图片 5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51312" y="5697497"/>
            <a:ext cx="2502310" cy="501203"/>
          </a:xfrm>
          <a:prstGeom prst="rect">
            <a:avLst/>
          </a:prstGeom>
        </p:spPr>
      </p:pic>
      <p:sp>
        <p:nvSpPr>
          <p:cNvPr id="55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548783" y="5205790"/>
            <a:ext cx="9952388" cy="457200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 algn="l" defTabSz="1218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600" b="0" kern="1200" cap="none" spc="0" baseline="0" dirty="0">
                <a:solidFill>
                  <a:schemeClr val="bg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  <a:lvl2pPr marL="609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1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7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3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5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1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副标题注解区域</a:t>
            </a:r>
            <a:endParaRPr lang="en-US"/>
          </a:p>
        </p:txBody>
      </p:sp>
      <p:sp>
        <p:nvSpPr>
          <p:cNvPr id="7" name="Footer Placeholder 1"/>
          <p:cNvSpPr txBox="1"/>
          <p:nvPr userDrawn="1"/>
        </p:nvSpPr>
        <p:spPr>
          <a:xfrm>
            <a:off x="484650" y="6291017"/>
            <a:ext cx="2317663" cy="22751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1218565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096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2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1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7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3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5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1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>
                <a:solidFill>
                  <a:schemeClr val="bg1"/>
                </a:solidFill>
              </a:rPr>
              <a:t>20</a:t>
            </a:r>
            <a:r>
              <a:rPr lang="en-US" altLang="zh-CN" sz="900">
                <a:solidFill>
                  <a:schemeClr val="bg1"/>
                </a:solidFill>
              </a:rPr>
              <a:t>23</a:t>
            </a:r>
            <a:r>
              <a:rPr lang="en-US" sz="900">
                <a:solidFill>
                  <a:schemeClr val="bg1"/>
                </a:solidFill>
              </a:rPr>
              <a:t> Lenovo Internal.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217593508"/>
      </p:ext>
    </p:extLst>
  </p:cSld>
  <p:clrMapOvr>
    <a:masterClrMapping/>
  </p:clrMapOvr>
  <p:transition spd="med"/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_Colors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18">
            <a:extLst>
              <a:ext uri="{FF2B5EF4-FFF2-40B4-BE49-F238E27FC236}">
                <a16:creationId xmlns:a16="http://schemas.microsoft.com/office/drawing/2014/main" id="{4F6FB4C9-A39E-4B94-AF87-7A12A1DBE371}"/>
              </a:ext>
            </a:extLst>
          </p:cNvPr>
          <p:cNvSpPr/>
          <p:nvPr userDrawn="1"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rgbClr val="4E44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/>
            <a:endParaRPr lang="en-US" sz="1200">
              <a:solidFill>
                <a:prstClr val="white"/>
              </a:solidFill>
            </a:endParaRPr>
          </a:p>
        </p:txBody>
      </p:sp>
      <p:sp>
        <p:nvSpPr>
          <p:cNvPr id="14" name="Title 16"/>
          <p:cNvSpPr>
            <a:spLocks noGrp="1"/>
          </p:cNvSpPr>
          <p:nvPr>
            <p:ph type="title" hasCustomPrompt="1"/>
          </p:nvPr>
        </p:nvSpPr>
        <p:spPr bwMode="gray">
          <a:xfrm>
            <a:off x="548783" y="1437136"/>
            <a:ext cx="9962830" cy="3026868"/>
          </a:xfrm>
          <a:prstGeom prst="rect">
            <a:avLst/>
          </a:prstGeom>
        </p:spPr>
        <p:txBody>
          <a:bodyPr lIns="0" tIns="60949" rIns="121899" bIns="60949" anchor="b" anchorCtr="0"/>
          <a:lstStyle>
            <a:lvl1pPr marL="0" algn="l" defTabSz="1218565" rtl="0" eaLnBrk="1" latinLnBrk="0" hangingPunct="1">
              <a:lnSpc>
                <a:spcPts val="7500"/>
              </a:lnSpc>
              <a:spcBef>
                <a:spcPct val="0"/>
              </a:spcBef>
              <a:buNone/>
              <a:defRPr lang="en-US" sz="7200" b="1" kern="1200" cap="none" spc="-150" baseline="0" dirty="0">
                <a:solidFill>
                  <a:schemeClr val="bg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</a:lstStyle>
          <a:p>
            <a:r>
              <a:rPr lang="zh-CN" altLang="en-US"/>
              <a:t>色块版</a:t>
            </a:r>
            <a:br>
              <a:rPr lang="en-US" altLang="zh-CN"/>
            </a:br>
            <a:r>
              <a:rPr lang="zh-CN" altLang="en-US"/>
              <a:t>演示标题</a:t>
            </a:r>
            <a:br>
              <a:rPr lang="en-US" altLang="zh-CN"/>
            </a:br>
            <a:r>
              <a:rPr lang="zh-CN" altLang="en-US"/>
              <a:t>区域</a:t>
            </a:r>
            <a:endParaRPr lang="en-US"/>
          </a:p>
        </p:txBody>
      </p:sp>
      <p:sp>
        <p:nvSpPr>
          <p:cNvPr id="15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548783" y="5205790"/>
            <a:ext cx="9952388" cy="457200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 algn="l" defTabSz="1218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600" b="0" kern="1200" cap="none" spc="0" baseline="0" dirty="0">
                <a:solidFill>
                  <a:schemeClr val="bg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  <a:lvl2pPr marL="609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1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7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3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5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1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副标题注解区域</a:t>
            </a:r>
            <a:endParaRPr lang="en-US"/>
          </a:p>
        </p:txBody>
      </p:sp>
      <p:sp>
        <p:nvSpPr>
          <p:cNvPr id="6" name="Footer Placeholder 1"/>
          <p:cNvSpPr txBox="1"/>
          <p:nvPr userDrawn="1"/>
        </p:nvSpPr>
        <p:spPr>
          <a:xfrm>
            <a:off x="484650" y="6291017"/>
            <a:ext cx="2317663" cy="22751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1218565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096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2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1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7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3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5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1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>
                <a:solidFill>
                  <a:schemeClr val="bg1"/>
                </a:solidFill>
              </a:rPr>
              <a:t>20</a:t>
            </a:r>
            <a:r>
              <a:rPr lang="en-US" altLang="zh-CN" sz="900">
                <a:solidFill>
                  <a:schemeClr val="bg1"/>
                </a:solidFill>
              </a:rPr>
              <a:t>23</a:t>
            </a:r>
            <a:r>
              <a:rPr lang="en-US" sz="900">
                <a:solidFill>
                  <a:schemeClr val="bg1"/>
                </a:solidFill>
              </a:rPr>
              <a:t> Lenovo Internal. All rights reserved.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6EA70666-7601-4088-BBD6-7F670C15E13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51312" y="5697497"/>
            <a:ext cx="2502310" cy="501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2458434"/>
      </p:ext>
    </p:extLst>
  </p:cSld>
  <p:clrMapOvr>
    <a:masterClrMapping/>
  </p:clrMapOvr>
  <p:transition spd="med"/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_Colors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5">
            <a:extLst>
              <a:ext uri="{FF2B5EF4-FFF2-40B4-BE49-F238E27FC236}">
                <a16:creationId xmlns:a16="http://schemas.microsoft.com/office/drawing/2014/main" id="{A05D78DD-F7D0-4B60-96B8-E5FD144D013B}"/>
              </a:ext>
            </a:extLst>
          </p:cNvPr>
          <p:cNvSpPr/>
          <p:nvPr userDrawn="1"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rgbClr val="6413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/>
            <a:endParaRPr lang="en-US" sz="1200">
              <a:solidFill>
                <a:prstClr val="white"/>
              </a:solidFill>
            </a:endParaRPr>
          </a:p>
        </p:txBody>
      </p:sp>
      <p:sp>
        <p:nvSpPr>
          <p:cNvPr id="14" name="Title 16"/>
          <p:cNvSpPr>
            <a:spLocks noGrp="1"/>
          </p:cNvSpPr>
          <p:nvPr>
            <p:ph type="title" hasCustomPrompt="1"/>
          </p:nvPr>
        </p:nvSpPr>
        <p:spPr bwMode="gray">
          <a:xfrm>
            <a:off x="548783" y="1437136"/>
            <a:ext cx="9962830" cy="3026868"/>
          </a:xfrm>
          <a:prstGeom prst="rect">
            <a:avLst/>
          </a:prstGeom>
        </p:spPr>
        <p:txBody>
          <a:bodyPr lIns="0" tIns="60949" rIns="121899" bIns="60949" anchor="b" anchorCtr="0"/>
          <a:lstStyle>
            <a:lvl1pPr marL="0" algn="l" defTabSz="1218565" rtl="0" eaLnBrk="1" latinLnBrk="0" hangingPunct="1">
              <a:lnSpc>
                <a:spcPts val="7500"/>
              </a:lnSpc>
              <a:spcBef>
                <a:spcPct val="0"/>
              </a:spcBef>
              <a:buNone/>
              <a:defRPr lang="en-US" sz="7200" b="1" kern="1200" cap="none" spc="-150" baseline="0" dirty="0">
                <a:solidFill>
                  <a:schemeClr val="bg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</a:lstStyle>
          <a:p>
            <a:r>
              <a:rPr lang="zh-CN" altLang="en-US"/>
              <a:t>色块版</a:t>
            </a:r>
            <a:br>
              <a:rPr lang="en-US" altLang="zh-CN"/>
            </a:br>
            <a:r>
              <a:rPr lang="zh-CN" altLang="en-US"/>
              <a:t>演示标题</a:t>
            </a:r>
            <a:br>
              <a:rPr lang="en-US" altLang="zh-CN"/>
            </a:br>
            <a:r>
              <a:rPr lang="zh-CN" altLang="en-US"/>
              <a:t>区域</a:t>
            </a:r>
            <a:endParaRPr lang="en-US"/>
          </a:p>
        </p:txBody>
      </p:sp>
      <p:sp>
        <p:nvSpPr>
          <p:cNvPr id="15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548783" y="5205790"/>
            <a:ext cx="9952388" cy="457200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 algn="l" defTabSz="1218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600" b="0" kern="1200" cap="none" spc="0" baseline="0" dirty="0">
                <a:solidFill>
                  <a:schemeClr val="bg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  <a:lvl2pPr marL="609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1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7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3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5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1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副标题注解区域</a:t>
            </a:r>
            <a:endParaRPr lang="en-US"/>
          </a:p>
        </p:txBody>
      </p:sp>
      <p:sp>
        <p:nvSpPr>
          <p:cNvPr id="6" name="Footer Placeholder 1"/>
          <p:cNvSpPr txBox="1"/>
          <p:nvPr userDrawn="1"/>
        </p:nvSpPr>
        <p:spPr>
          <a:xfrm>
            <a:off x="484650" y="6291017"/>
            <a:ext cx="2317663" cy="22751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1218565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096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2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1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7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3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5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1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>
                <a:solidFill>
                  <a:schemeClr val="bg1"/>
                </a:solidFill>
              </a:rPr>
              <a:t>20</a:t>
            </a:r>
            <a:r>
              <a:rPr lang="en-US" altLang="zh-CN" sz="900">
                <a:solidFill>
                  <a:schemeClr val="bg1"/>
                </a:solidFill>
              </a:rPr>
              <a:t>23</a:t>
            </a:r>
            <a:r>
              <a:rPr lang="en-US" sz="900">
                <a:solidFill>
                  <a:schemeClr val="bg1"/>
                </a:solidFill>
              </a:rPr>
              <a:t> Lenovo Internal. All rights reserved.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6EA70666-7601-4088-BBD6-7F670C15E13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51312" y="5697497"/>
            <a:ext cx="2502310" cy="501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4226376"/>
      </p:ext>
    </p:extLst>
  </p:cSld>
  <p:clrMapOvr>
    <a:masterClrMapping/>
  </p:clrMapOvr>
  <p:transition spd="med"/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_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3">
            <a:extLst>
              <a:ext uri="{FF2B5EF4-FFF2-40B4-BE49-F238E27FC236}">
                <a16:creationId xmlns:a16="http://schemas.microsoft.com/office/drawing/2014/main" id="{BC6D7A1F-0A02-462B-8342-5AC137931801}"/>
              </a:ext>
            </a:extLst>
          </p:cNvPr>
          <p:cNvSpPr/>
          <p:nvPr userDrawn="1"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rgbClr val="1118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/>
            <a:endParaRPr lang="en-US" sz="1200">
              <a:solidFill>
                <a:schemeClr val="bg1"/>
              </a:solidFill>
            </a:endParaRPr>
          </a:p>
        </p:txBody>
      </p:sp>
      <p:sp>
        <p:nvSpPr>
          <p:cNvPr id="18" name="Title 16"/>
          <p:cNvSpPr>
            <a:spLocks noGrp="1"/>
          </p:cNvSpPr>
          <p:nvPr>
            <p:ph type="title" hasCustomPrompt="1"/>
          </p:nvPr>
        </p:nvSpPr>
        <p:spPr bwMode="gray">
          <a:xfrm>
            <a:off x="548783" y="1437136"/>
            <a:ext cx="9962830" cy="3026868"/>
          </a:xfrm>
          <a:prstGeom prst="rect">
            <a:avLst/>
          </a:prstGeom>
        </p:spPr>
        <p:txBody>
          <a:bodyPr lIns="0" tIns="60949" rIns="121899" bIns="60949" anchor="b" anchorCtr="0"/>
          <a:lstStyle>
            <a:lvl1pPr marL="0" algn="l" defTabSz="1218565" rtl="0" eaLnBrk="1" latinLnBrk="0" hangingPunct="1">
              <a:lnSpc>
                <a:spcPts val="7500"/>
              </a:lnSpc>
              <a:spcBef>
                <a:spcPct val="0"/>
              </a:spcBef>
              <a:buNone/>
              <a:defRPr lang="en-US" sz="7200" b="1" kern="1200" cap="none" spc="-150" baseline="0" dirty="0">
                <a:solidFill>
                  <a:schemeClr val="bg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</a:lstStyle>
          <a:p>
            <a:r>
              <a:rPr lang="zh-CN" altLang="en-US"/>
              <a:t>色块版</a:t>
            </a:r>
            <a:br>
              <a:rPr lang="en-US" altLang="zh-CN"/>
            </a:br>
            <a:r>
              <a:rPr lang="zh-CN" altLang="en-US"/>
              <a:t>演示标题</a:t>
            </a:r>
            <a:br>
              <a:rPr lang="en-US" altLang="zh-CN"/>
            </a:br>
            <a:r>
              <a:rPr lang="zh-CN" altLang="en-US"/>
              <a:t>区域</a:t>
            </a:r>
            <a:endParaRPr lang="en-US"/>
          </a:p>
        </p:txBody>
      </p:sp>
      <p:sp>
        <p:nvSpPr>
          <p:cNvPr id="19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548783" y="5205790"/>
            <a:ext cx="9952388" cy="457200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 algn="l" defTabSz="1218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600" b="0" kern="1200" cap="none" spc="0" baseline="0" dirty="0">
                <a:solidFill>
                  <a:schemeClr val="bg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  <a:lvl2pPr marL="609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1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7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3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5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1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副标题注解区域</a:t>
            </a:r>
            <a:endParaRPr lang="en-US"/>
          </a:p>
        </p:txBody>
      </p:sp>
      <p:sp>
        <p:nvSpPr>
          <p:cNvPr id="11" name="Footer Placeholder 1"/>
          <p:cNvSpPr txBox="1"/>
          <p:nvPr userDrawn="1"/>
        </p:nvSpPr>
        <p:spPr>
          <a:xfrm>
            <a:off x="484650" y="6291017"/>
            <a:ext cx="2317663" cy="22751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1218565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096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2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1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7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3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5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1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>
                <a:solidFill>
                  <a:schemeClr val="bg1"/>
                </a:solidFill>
              </a:rPr>
              <a:t>20</a:t>
            </a:r>
            <a:r>
              <a:rPr lang="en-US" altLang="zh-CN" sz="900">
                <a:solidFill>
                  <a:schemeClr val="bg1"/>
                </a:solidFill>
              </a:rPr>
              <a:t>23</a:t>
            </a:r>
            <a:r>
              <a:rPr lang="en-US" sz="900">
                <a:solidFill>
                  <a:schemeClr val="bg1"/>
                </a:solidFill>
              </a:rPr>
              <a:t> Lenovo Internal. All rights reserved.</a:t>
            </a: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51312" y="5697497"/>
            <a:ext cx="2502310" cy="501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137471"/>
      </p:ext>
    </p:extLst>
  </p:cSld>
  <p:clrMapOvr>
    <a:masterClrMapping/>
  </p:clrMapOvr>
  <p:transition spd="med"/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_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Title 16"/>
          <p:cNvSpPr>
            <a:spLocks noGrp="1"/>
          </p:cNvSpPr>
          <p:nvPr>
            <p:ph type="title" hasCustomPrompt="1"/>
          </p:nvPr>
        </p:nvSpPr>
        <p:spPr bwMode="gray">
          <a:xfrm>
            <a:off x="548783" y="1437136"/>
            <a:ext cx="9962830" cy="3026868"/>
          </a:xfrm>
          <a:prstGeom prst="rect">
            <a:avLst/>
          </a:prstGeom>
        </p:spPr>
        <p:txBody>
          <a:bodyPr lIns="0" tIns="60949" rIns="121899" bIns="60949" anchor="b" anchorCtr="0"/>
          <a:lstStyle>
            <a:lvl1pPr marL="0" algn="l" defTabSz="1218565" rtl="0" eaLnBrk="1" latinLnBrk="0" hangingPunct="1">
              <a:lnSpc>
                <a:spcPts val="7500"/>
              </a:lnSpc>
              <a:spcBef>
                <a:spcPct val="0"/>
              </a:spcBef>
              <a:buNone/>
              <a:defRPr lang="en-US" sz="6000" b="1" kern="1200" cap="none" spc="-150" baseline="0" dirty="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</a:lstStyle>
          <a:p>
            <a:r>
              <a:rPr lang="zh-CN" altLang="en-US"/>
              <a:t>章节标题布局</a:t>
            </a:r>
            <a:endParaRPr lang="en-US"/>
          </a:p>
        </p:txBody>
      </p:sp>
      <p:sp>
        <p:nvSpPr>
          <p:cNvPr id="77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548783" y="4584181"/>
            <a:ext cx="9952388" cy="457200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 algn="l" defTabSz="1218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400" b="0" kern="1200" cap="none" spc="0" baseline="0" dirty="0">
                <a:solidFill>
                  <a:schemeClr val="accent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  <a:lvl2pPr marL="609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1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7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3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5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1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白色版</a:t>
            </a:r>
            <a:endParaRPr lang="en-US"/>
          </a:p>
        </p:txBody>
      </p:sp>
      <p:sp>
        <p:nvSpPr>
          <p:cNvPr id="8" name="Footer Placeholder 1"/>
          <p:cNvSpPr txBox="1"/>
          <p:nvPr userDrawn="1"/>
        </p:nvSpPr>
        <p:spPr>
          <a:xfrm>
            <a:off x="484650" y="6291017"/>
            <a:ext cx="2317663" cy="22751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1218565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096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2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1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7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3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5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1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>
                <a:solidFill>
                  <a:schemeClr val="tx1"/>
                </a:solidFill>
              </a:rPr>
              <a:t>20</a:t>
            </a:r>
            <a:r>
              <a:rPr lang="en-US" altLang="zh-CN" sz="900">
                <a:solidFill>
                  <a:schemeClr val="tx1"/>
                </a:solidFill>
              </a:rPr>
              <a:t>23</a:t>
            </a:r>
            <a:r>
              <a:rPr lang="en-US" sz="900">
                <a:solidFill>
                  <a:schemeClr val="tx1"/>
                </a:solidFill>
              </a:rPr>
              <a:t> Lenovo Internal.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258459112"/>
      </p:ext>
    </p:extLst>
  </p:cSld>
  <p:clrMapOvr>
    <a:masterClrMapping/>
  </p:clrMapOvr>
  <p:transition spd="med"/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_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背景图案&#10;&#10;描述已自动生成">
            <a:extLst>
              <a:ext uri="{FF2B5EF4-FFF2-40B4-BE49-F238E27FC236}">
                <a16:creationId xmlns:a16="http://schemas.microsoft.com/office/drawing/2014/main" id="{D4B8DD18-3EDE-4D70-A27E-558C0A2852B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074" b="20131"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17" name="Title 16"/>
          <p:cNvSpPr>
            <a:spLocks noGrp="1"/>
          </p:cNvSpPr>
          <p:nvPr>
            <p:ph type="title" hasCustomPrompt="1"/>
          </p:nvPr>
        </p:nvSpPr>
        <p:spPr bwMode="gray">
          <a:xfrm>
            <a:off x="548783" y="1437136"/>
            <a:ext cx="9962830" cy="3026868"/>
          </a:xfrm>
          <a:prstGeom prst="rect">
            <a:avLst/>
          </a:prstGeom>
        </p:spPr>
        <p:txBody>
          <a:bodyPr lIns="0" tIns="60949" rIns="121899" bIns="60949" anchor="b" anchorCtr="0"/>
          <a:lstStyle>
            <a:lvl1pPr marL="0" algn="l" defTabSz="1218565" rtl="0" eaLnBrk="1" latinLnBrk="0" hangingPunct="1">
              <a:lnSpc>
                <a:spcPts val="7500"/>
              </a:lnSpc>
              <a:spcBef>
                <a:spcPct val="0"/>
              </a:spcBef>
              <a:buNone/>
              <a:defRPr lang="en-US" sz="6000" b="1" kern="1200" cap="none" spc="-150" baseline="0" dirty="0">
                <a:solidFill>
                  <a:schemeClr val="bg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</a:lstStyle>
          <a:p>
            <a:r>
              <a:rPr lang="zh-CN" altLang="en-US"/>
              <a:t>章节标题布局</a:t>
            </a:r>
            <a:endParaRPr lang="en-US"/>
          </a:p>
        </p:txBody>
      </p:sp>
      <p:sp>
        <p:nvSpPr>
          <p:cNvPr id="18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548783" y="4584181"/>
            <a:ext cx="9952388" cy="457200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 algn="l" defTabSz="1218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400" b="0" kern="1200" cap="none" spc="0" baseline="0" dirty="0">
                <a:solidFill>
                  <a:schemeClr val="bg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  <a:lvl2pPr marL="609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1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7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3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5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1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图片版</a:t>
            </a:r>
            <a:endParaRPr lang="en-US"/>
          </a:p>
        </p:txBody>
      </p:sp>
      <p:sp>
        <p:nvSpPr>
          <p:cNvPr id="10" name="Footer Placeholder 1"/>
          <p:cNvSpPr txBox="1"/>
          <p:nvPr userDrawn="1"/>
        </p:nvSpPr>
        <p:spPr>
          <a:xfrm>
            <a:off x="484650" y="6291017"/>
            <a:ext cx="2317663" cy="22751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1218565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096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2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1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7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3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5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1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>
                <a:solidFill>
                  <a:schemeClr val="bg1"/>
                </a:solidFill>
              </a:rPr>
              <a:t>20</a:t>
            </a:r>
            <a:r>
              <a:rPr lang="en-US" altLang="zh-CN" sz="900">
                <a:solidFill>
                  <a:schemeClr val="bg1"/>
                </a:solidFill>
              </a:rPr>
              <a:t>23</a:t>
            </a:r>
            <a:r>
              <a:rPr lang="en-US" sz="900">
                <a:solidFill>
                  <a:schemeClr val="bg1"/>
                </a:solidFill>
              </a:rPr>
              <a:t> Lenovo Internal.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570729747"/>
      </p:ext>
    </p:extLst>
  </p:cSld>
  <p:clrMapOvr>
    <a:masterClrMapping/>
  </p:clrMapOvr>
  <p:transition spd="med"/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_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Title 16"/>
          <p:cNvSpPr>
            <a:spLocks noGrp="1"/>
          </p:cNvSpPr>
          <p:nvPr>
            <p:ph type="title" hasCustomPrompt="1"/>
          </p:nvPr>
        </p:nvSpPr>
        <p:spPr bwMode="gray">
          <a:xfrm>
            <a:off x="548783" y="1437136"/>
            <a:ext cx="9962830" cy="3026868"/>
          </a:xfrm>
          <a:prstGeom prst="rect">
            <a:avLst/>
          </a:prstGeom>
        </p:spPr>
        <p:txBody>
          <a:bodyPr lIns="0" tIns="60949" rIns="121899" bIns="60949" anchor="b" anchorCtr="0"/>
          <a:lstStyle>
            <a:lvl1pPr marL="0" algn="l" defTabSz="1218565" rtl="0" eaLnBrk="1" latinLnBrk="0" hangingPunct="1">
              <a:lnSpc>
                <a:spcPts val="7500"/>
              </a:lnSpc>
              <a:spcBef>
                <a:spcPct val="0"/>
              </a:spcBef>
              <a:buNone/>
              <a:defRPr lang="en-US" sz="6000" b="1" kern="1200" cap="none" spc="-150" baseline="0" dirty="0">
                <a:solidFill>
                  <a:schemeClr val="bg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</a:lstStyle>
          <a:p>
            <a:r>
              <a:rPr lang="zh-CN" altLang="en-US"/>
              <a:t>章节标题布局</a:t>
            </a:r>
            <a:endParaRPr lang="en-US"/>
          </a:p>
        </p:txBody>
      </p:sp>
      <p:sp>
        <p:nvSpPr>
          <p:cNvPr id="78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548783" y="4584181"/>
            <a:ext cx="9952388" cy="457200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 algn="l" defTabSz="1218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400" b="0" kern="1200" cap="none" spc="0" baseline="0" dirty="0">
                <a:solidFill>
                  <a:schemeClr val="bg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  <a:lvl2pPr marL="609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1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7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3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5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1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黑色版</a:t>
            </a:r>
            <a:endParaRPr lang="en-US"/>
          </a:p>
        </p:txBody>
      </p:sp>
      <p:sp>
        <p:nvSpPr>
          <p:cNvPr id="8" name="Footer Placeholder 1"/>
          <p:cNvSpPr txBox="1"/>
          <p:nvPr userDrawn="1"/>
        </p:nvSpPr>
        <p:spPr>
          <a:xfrm>
            <a:off x="484650" y="6291017"/>
            <a:ext cx="2317663" cy="22751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1218565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096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2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1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7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3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5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1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>
                <a:solidFill>
                  <a:schemeClr val="bg1"/>
                </a:solidFill>
              </a:rPr>
              <a:t>20</a:t>
            </a:r>
            <a:r>
              <a:rPr lang="en-US" altLang="zh-CN" sz="900">
                <a:solidFill>
                  <a:schemeClr val="bg1"/>
                </a:solidFill>
              </a:rPr>
              <a:t>23</a:t>
            </a:r>
            <a:r>
              <a:rPr lang="en-US" sz="900">
                <a:solidFill>
                  <a:schemeClr val="bg1"/>
                </a:solidFill>
              </a:rPr>
              <a:t> Lenovo Internal.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412578932"/>
      </p:ext>
    </p:extLst>
  </p:cSld>
  <p:clrMapOvr>
    <a:masterClrMapping/>
  </p:clrMapOvr>
  <p:transition spd="med"/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ection Header_Colo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背景图案&#10;&#10;描述已自动生成">
            <a:extLst>
              <a:ext uri="{FF2B5EF4-FFF2-40B4-BE49-F238E27FC236}">
                <a16:creationId xmlns:a16="http://schemas.microsoft.com/office/drawing/2014/main" id="{14A73D6C-B0C4-4995-BC55-7156CB4BF0B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074" b="20131"/>
          <a:stretch/>
        </p:blipFill>
        <p:spPr>
          <a:xfrm>
            <a:off x="-1" y="0"/>
            <a:ext cx="12192000" cy="6858000"/>
          </a:xfrm>
          <a:prstGeom prst="rect">
            <a:avLst/>
          </a:prstGeom>
        </p:spPr>
      </p:pic>
      <p:sp>
        <p:nvSpPr>
          <p:cNvPr id="16" name="Title 16"/>
          <p:cNvSpPr>
            <a:spLocks noGrp="1"/>
          </p:cNvSpPr>
          <p:nvPr>
            <p:ph type="title" hasCustomPrompt="1"/>
          </p:nvPr>
        </p:nvSpPr>
        <p:spPr bwMode="gray">
          <a:xfrm>
            <a:off x="548783" y="1437136"/>
            <a:ext cx="9962830" cy="3026868"/>
          </a:xfrm>
          <a:prstGeom prst="rect">
            <a:avLst/>
          </a:prstGeom>
        </p:spPr>
        <p:txBody>
          <a:bodyPr lIns="0" tIns="60949" rIns="121899" bIns="60949" anchor="b" anchorCtr="0"/>
          <a:lstStyle>
            <a:lvl1pPr marL="0" algn="l" defTabSz="1218565" rtl="0" eaLnBrk="1" latinLnBrk="0" hangingPunct="1">
              <a:lnSpc>
                <a:spcPts val="7500"/>
              </a:lnSpc>
              <a:spcBef>
                <a:spcPct val="0"/>
              </a:spcBef>
              <a:buNone/>
              <a:defRPr lang="en-US" sz="6000" b="1" kern="1200" cap="none" spc="-150" baseline="0" dirty="0">
                <a:solidFill>
                  <a:schemeClr val="bg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</a:lstStyle>
          <a:p>
            <a:r>
              <a:rPr lang="zh-CN" altLang="en-US"/>
              <a:t>章节标题布局</a:t>
            </a:r>
            <a:endParaRPr lang="en-US"/>
          </a:p>
        </p:txBody>
      </p:sp>
      <p:sp>
        <p:nvSpPr>
          <p:cNvPr id="17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548783" y="4584181"/>
            <a:ext cx="9952388" cy="457200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 algn="l" defTabSz="1218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400" b="0" kern="1200" cap="none" spc="0" baseline="0" dirty="0">
                <a:solidFill>
                  <a:schemeClr val="bg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  <a:lvl2pPr marL="609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1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7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3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5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1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色块版</a:t>
            </a:r>
            <a:endParaRPr lang="en-US"/>
          </a:p>
        </p:txBody>
      </p:sp>
      <p:sp>
        <p:nvSpPr>
          <p:cNvPr id="9" name="Footer Placeholder 1"/>
          <p:cNvSpPr txBox="1"/>
          <p:nvPr userDrawn="1"/>
        </p:nvSpPr>
        <p:spPr>
          <a:xfrm>
            <a:off x="484650" y="6291017"/>
            <a:ext cx="2317663" cy="22751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1218565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096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2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1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7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3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5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1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>
                <a:solidFill>
                  <a:schemeClr val="bg1"/>
                </a:solidFill>
              </a:rPr>
              <a:t>20</a:t>
            </a:r>
            <a:r>
              <a:rPr lang="en-US" altLang="zh-CN" sz="900">
                <a:solidFill>
                  <a:schemeClr val="bg1"/>
                </a:solidFill>
              </a:rPr>
              <a:t>23</a:t>
            </a:r>
            <a:r>
              <a:rPr lang="en-US" sz="900">
                <a:solidFill>
                  <a:schemeClr val="bg1"/>
                </a:solidFill>
              </a:rPr>
              <a:t> Lenovo Internal.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067654853"/>
      </p:ext>
    </p:extLst>
  </p:cSld>
  <p:clrMapOvr>
    <a:masterClrMapping/>
  </p:clrMapOvr>
  <p:transition spd="med"/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ction Header_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背景图案&#10;&#10;描述已自动生成">
            <a:extLst>
              <a:ext uri="{FF2B5EF4-FFF2-40B4-BE49-F238E27FC236}">
                <a16:creationId xmlns:a16="http://schemas.microsoft.com/office/drawing/2014/main" id="{0B56817A-61DA-43C8-A62B-C3FE6B40246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b="21205"/>
          <a:stretch/>
        </p:blipFill>
        <p:spPr>
          <a:xfrm>
            <a:off x="-1" y="-1"/>
            <a:ext cx="12192001" cy="6858001"/>
          </a:xfrm>
          <a:prstGeom prst="rect">
            <a:avLst/>
          </a:prstGeom>
        </p:spPr>
      </p:pic>
      <p:sp>
        <p:nvSpPr>
          <p:cNvPr id="77" name="Title 16"/>
          <p:cNvSpPr>
            <a:spLocks noGrp="1"/>
          </p:cNvSpPr>
          <p:nvPr>
            <p:ph type="title" hasCustomPrompt="1"/>
          </p:nvPr>
        </p:nvSpPr>
        <p:spPr bwMode="gray">
          <a:xfrm>
            <a:off x="548783" y="1437136"/>
            <a:ext cx="9962830" cy="3026868"/>
          </a:xfrm>
          <a:prstGeom prst="rect">
            <a:avLst/>
          </a:prstGeom>
        </p:spPr>
        <p:txBody>
          <a:bodyPr lIns="0" tIns="60949" rIns="121899" bIns="60949" anchor="b" anchorCtr="0"/>
          <a:lstStyle>
            <a:lvl1pPr marL="0" algn="l" defTabSz="1218565" rtl="0" eaLnBrk="1" latinLnBrk="0" hangingPunct="1">
              <a:lnSpc>
                <a:spcPts val="7500"/>
              </a:lnSpc>
              <a:spcBef>
                <a:spcPct val="0"/>
              </a:spcBef>
              <a:buNone/>
              <a:defRPr lang="en-US" sz="6000" b="1" kern="1200" cap="none" spc="-150" baseline="0" dirty="0">
                <a:solidFill>
                  <a:schemeClr val="bg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</a:lstStyle>
          <a:p>
            <a:r>
              <a:rPr lang="zh-CN" altLang="en-US"/>
              <a:t>章节标题布局</a:t>
            </a:r>
            <a:endParaRPr lang="en-US"/>
          </a:p>
        </p:txBody>
      </p:sp>
      <p:sp>
        <p:nvSpPr>
          <p:cNvPr id="78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548783" y="4584181"/>
            <a:ext cx="9952388" cy="457200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 algn="l" defTabSz="1218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400" b="0" kern="1200" cap="none" spc="0" baseline="0" dirty="0">
                <a:solidFill>
                  <a:schemeClr val="bg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  <a:lvl2pPr marL="609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1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7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3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5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1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色块版</a:t>
            </a:r>
            <a:endParaRPr lang="en-US"/>
          </a:p>
        </p:txBody>
      </p:sp>
      <p:sp>
        <p:nvSpPr>
          <p:cNvPr id="8" name="Footer Placeholder 1"/>
          <p:cNvSpPr txBox="1"/>
          <p:nvPr userDrawn="1"/>
        </p:nvSpPr>
        <p:spPr>
          <a:xfrm>
            <a:off x="484650" y="6291017"/>
            <a:ext cx="2317663" cy="22751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1218565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096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2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1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7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3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5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1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>
                <a:solidFill>
                  <a:schemeClr val="bg1"/>
                </a:solidFill>
              </a:rPr>
              <a:t>20</a:t>
            </a:r>
            <a:r>
              <a:rPr lang="en-US" altLang="zh-CN" sz="900">
                <a:solidFill>
                  <a:schemeClr val="bg1"/>
                </a:solidFill>
              </a:rPr>
              <a:t>23</a:t>
            </a:r>
            <a:r>
              <a:rPr lang="en-US" sz="900">
                <a:solidFill>
                  <a:schemeClr val="bg1"/>
                </a:solidFill>
              </a:rPr>
              <a:t> Lenovo Internal.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4272682749"/>
      </p:ext>
    </p:extLst>
  </p:cSld>
  <p:clrMapOvr>
    <a:masterClrMapping/>
  </p:clrMapOvr>
  <p:transition spd="med"/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_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Title 16"/>
          <p:cNvSpPr>
            <a:spLocks noGrp="1"/>
          </p:cNvSpPr>
          <p:nvPr>
            <p:ph type="title" hasCustomPrompt="1"/>
          </p:nvPr>
        </p:nvSpPr>
        <p:spPr bwMode="gray">
          <a:xfrm>
            <a:off x="548783" y="1437136"/>
            <a:ext cx="9962830" cy="3026868"/>
          </a:xfrm>
          <a:prstGeom prst="rect">
            <a:avLst/>
          </a:prstGeom>
        </p:spPr>
        <p:txBody>
          <a:bodyPr lIns="0" tIns="60949" rIns="121899" bIns="60949" anchor="b" anchorCtr="0"/>
          <a:lstStyle>
            <a:lvl1pPr marL="0" algn="l" defTabSz="1218565" rtl="0" eaLnBrk="1" latinLnBrk="0" hangingPunct="1">
              <a:lnSpc>
                <a:spcPts val="7500"/>
              </a:lnSpc>
              <a:spcBef>
                <a:spcPct val="0"/>
              </a:spcBef>
              <a:buNone/>
              <a:defRPr lang="en-US" sz="6000" b="1" kern="1200" cap="none" spc="-150" baseline="0" dirty="0">
                <a:solidFill>
                  <a:schemeClr val="bg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</a:lstStyle>
          <a:p>
            <a:r>
              <a:rPr lang="zh-CN" altLang="en-US"/>
              <a:t>章节标题布局</a:t>
            </a:r>
            <a:endParaRPr lang="en-US"/>
          </a:p>
        </p:txBody>
      </p:sp>
      <p:sp>
        <p:nvSpPr>
          <p:cNvPr id="78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548783" y="4584181"/>
            <a:ext cx="9952388" cy="457200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 algn="l" defTabSz="1218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400" b="0" kern="1200" cap="none" spc="0" baseline="0" dirty="0">
                <a:solidFill>
                  <a:schemeClr val="bg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  <a:lvl2pPr marL="609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1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7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3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5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1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黑色版</a:t>
            </a:r>
            <a:endParaRPr lang="en-US"/>
          </a:p>
        </p:txBody>
      </p:sp>
      <p:sp>
        <p:nvSpPr>
          <p:cNvPr id="8" name="Footer Placeholder 1"/>
          <p:cNvSpPr txBox="1"/>
          <p:nvPr userDrawn="1"/>
        </p:nvSpPr>
        <p:spPr>
          <a:xfrm>
            <a:off x="484650" y="6291017"/>
            <a:ext cx="2317663" cy="22751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1218565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096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2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1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7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3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5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1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>
                <a:solidFill>
                  <a:schemeClr val="bg1"/>
                </a:solidFill>
              </a:rPr>
              <a:t>20</a:t>
            </a:r>
            <a:r>
              <a:rPr lang="en-US" altLang="zh-CN" sz="900">
                <a:solidFill>
                  <a:schemeClr val="bg1"/>
                </a:solidFill>
              </a:rPr>
              <a:t>23</a:t>
            </a:r>
            <a:r>
              <a:rPr lang="en-US" sz="900">
                <a:solidFill>
                  <a:schemeClr val="bg1"/>
                </a:solidFill>
              </a:rPr>
              <a:t> Lenovo Internal.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849026747"/>
      </p:ext>
    </p:extLst>
  </p:cSld>
  <p:clrMapOvr>
    <a:masterClrMapping/>
  </p:clrMapOvr>
  <p:transition spd="med"/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_Colo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8">
            <a:extLst>
              <a:ext uri="{FF2B5EF4-FFF2-40B4-BE49-F238E27FC236}">
                <a16:creationId xmlns:a16="http://schemas.microsoft.com/office/drawing/2014/main" id="{4B3378B6-A2DF-4B54-9236-447318AF7F82}"/>
              </a:ext>
            </a:extLst>
          </p:cNvPr>
          <p:cNvSpPr/>
          <p:nvPr userDrawn="1"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rgbClr val="4E44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/>
            <a:endParaRPr lang="en-US" sz="1200">
              <a:solidFill>
                <a:prstClr val="white"/>
              </a:solidFill>
            </a:endParaRPr>
          </a:p>
        </p:txBody>
      </p:sp>
      <p:sp>
        <p:nvSpPr>
          <p:cNvPr id="16" name="Title 16"/>
          <p:cNvSpPr>
            <a:spLocks noGrp="1"/>
          </p:cNvSpPr>
          <p:nvPr>
            <p:ph type="title" hasCustomPrompt="1"/>
          </p:nvPr>
        </p:nvSpPr>
        <p:spPr bwMode="gray">
          <a:xfrm>
            <a:off x="548783" y="1437136"/>
            <a:ext cx="9962830" cy="3026868"/>
          </a:xfrm>
          <a:prstGeom prst="rect">
            <a:avLst/>
          </a:prstGeom>
        </p:spPr>
        <p:txBody>
          <a:bodyPr lIns="0" tIns="60949" rIns="121899" bIns="60949" anchor="b" anchorCtr="0"/>
          <a:lstStyle>
            <a:lvl1pPr marL="0" algn="l" defTabSz="1218565" rtl="0" eaLnBrk="1" latinLnBrk="0" hangingPunct="1">
              <a:lnSpc>
                <a:spcPts val="7500"/>
              </a:lnSpc>
              <a:spcBef>
                <a:spcPct val="0"/>
              </a:spcBef>
              <a:buNone/>
              <a:defRPr lang="en-US" sz="6000" b="1" kern="1200" cap="none" spc="-150" baseline="0" dirty="0">
                <a:solidFill>
                  <a:schemeClr val="bg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</a:lstStyle>
          <a:p>
            <a:r>
              <a:rPr lang="zh-CN" altLang="en-US"/>
              <a:t>章节标题布局</a:t>
            </a:r>
            <a:endParaRPr lang="en-US"/>
          </a:p>
        </p:txBody>
      </p:sp>
      <p:sp>
        <p:nvSpPr>
          <p:cNvPr id="17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548783" y="4584181"/>
            <a:ext cx="9952388" cy="457200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 algn="l" defTabSz="1218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400" b="0" kern="1200" cap="none" spc="0" baseline="0" dirty="0">
                <a:solidFill>
                  <a:schemeClr val="bg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  <a:lvl2pPr marL="609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1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7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3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5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1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色块版</a:t>
            </a:r>
            <a:endParaRPr lang="en-US"/>
          </a:p>
        </p:txBody>
      </p:sp>
      <p:sp>
        <p:nvSpPr>
          <p:cNvPr id="9" name="Footer Placeholder 1"/>
          <p:cNvSpPr txBox="1"/>
          <p:nvPr userDrawn="1"/>
        </p:nvSpPr>
        <p:spPr>
          <a:xfrm>
            <a:off x="484650" y="6291017"/>
            <a:ext cx="2317663" cy="22751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1218565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096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2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1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7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3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5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1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>
                <a:solidFill>
                  <a:schemeClr val="bg1"/>
                </a:solidFill>
              </a:rPr>
              <a:t>20</a:t>
            </a:r>
            <a:r>
              <a:rPr lang="en-US" altLang="zh-CN" sz="900">
                <a:solidFill>
                  <a:schemeClr val="bg1"/>
                </a:solidFill>
              </a:rPr>
              <a:t>23</a:t>
            </a:r>
            <a:r>
              <a:rPr lang="en-US" sz="900">
                <a:solidFill>
                  <a:schemeClr val="bg1"/>
                </a:solidFill>
              </a:rPr>
              <a:t> Lenovo Internal.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66239962"/>
      </p:ext>
    </p:extLst>
  </p:cSld>
  <p:clrMapOvr>
    <a:masterClrMapping/>
  </p:clrMapOvr>
  <p:transition spd="med"/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_Colo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>
            <a:extLst>
              <a:ext uri="{FF2B5EF4-FFF2-40B4-BE49-F238E27FC236}">
                <a16:creationId xmlns:a16="http://schemas.microsoft.com/office/drawing/2014/main" id="{4315855F-F334-4308-A698-4BEDFBD27222}"/>
              </a:ext>
            </a:extLst>
          </p:cNvPr>
          <p:cNvSpPr/>
          <p:nvPr userDrawn="1"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rgbClr val="6413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/>
            <a:endParaRPr lang="en-US" sz="1200">
              <a:solidFill>
                <a:prstClr val="white"/>
              </a:solidFill>
            </a:endParaRPr>
          </a:p>
        </p:txBody>
      </p:sp>
      <p:sp>
        <p:nvSpPr>
          <p:cNvPr id="9" name="Footer Placeholder 1"/>
          <p:cNvSpPr txBox="1"/>
          <p:nvPr userDrawn="1"/>
        </p:nvSpPr>
        <p:spPr>
          <a:xfrm>
            <a:off x="484650" y="6291017"/>
            <a:ext cx="2317663" cy="22751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1218565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096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2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1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7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3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5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1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>
                <a:solidFill>
                  <a:schemeClr val="bg1"/>
                </a:solidFill>
              </a:rPr>
              <a:t>20</a:t>
            </a:r>
            <a:r>
              <a:rPr lang="en-US" altLang="zh-CN" sz="900">
                <a:solidFill>
                  <a:schemeClr val="bg1"/>
                </a:solidFill>
              </a:rPr>
              <a:t>23</a:t>
            </a:r>
            <a:r>
              <a:rPr lang="en-US" sz="900">
                <a:solidFill>
                  <a:schemeClr val="bg1"/>
                </a:solidFill>
              </a:rPr>
              <a:t> Lenovo Internal. All rights reserved.</a:t>
            </a:r>
          </a:p>
        </p:txBody>
      </p:sp>
      <p:sp>
        <p:nvSpPr>
          <p:cNvPr id="6" name="Title 16">
            <a:extLst>
              <a:ext uri="{FF2B5EF4-FFF2-40B4-BE49-F238E27FC236}">
                <a16:creationId xmlns:a16="http://schemas.microsoft.com/office/drawing/2014/main" id="{95B251B1-E542-48C9-9378-FCC6B5EA97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48783" y="1437136"/>
            <a:ext cx="9962830" cy="3026868"/>
          </a:xfrm>
          <a:prstGeom prst="rect">
            <a:avLst/>
          </a:prstGeom>
        </p:spPr>
        <p:txBody>
          <a:bodyPr lIns="0" tIns="60949" rIns="121899" bIns="60949" anchor="b" anchorCtr="0"/>
          <a:lstStyle>
            <a:lvl1pPr marL="0" algn="l" defTabSz="1218565" rtl="0" eaLnBrk="1" latinLnBrk="0" hangingPunct="1">
              <a:lnSpc>
                <a:spcPts val="7500"/>
              </a:lnSpc>
              <a:spcBef>
                <a:spcPct val="0"/>
              </a:spcBef>
              <a:buNone/>
              <a:defRPr lang="en-US" sz="6000" b="1" kern="1200" cap="none" spc="-150" baseline="0" dirty="0">
                <a:solidFill>
                  <a:schemeClr val="bg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</a:lstStyle>
          <a:p>
            <a:r>
              <a:rPr lang="zh-CN" altLang="en-US"/>
              <a:t>章节标题布局</a:t>
            </a:r>
            <a:endParaRPr lang="en-US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ACFB19C3-F67C-464C-9930-95F7BCBAE17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548783" y="4584181"/>
            <a:ext cx="9952388" cy="457200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 algn="l" defTabSz="1218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400" b="0" kern="1200" cap="none" spc="0" baseline="0" dirty="0">
                <a:solidFill>
                  <a:schemeClr val="bg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  <a:lvl2pPr marL="609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1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7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3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5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1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色块版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5949005"/>
      </p:ext>
    </p:extLst>
  </p:cSld>
  <p:clrMapOvr>
    <a:masterClrMapping/>
  </p:clrMapOvr>
  <p:transition spd="med"/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ction Header_Colo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6">
            <a:extLst>
              <a:ext uri="{FF2B5EF4-FFF2-40B4-BE49-F238E27FC236}">
                <a16:creationId xmlns:a16="http://schemas.microsoft.com/office/drawing/2014/main" id="{E53FF0FF-64E9-498B-80C4-113AA3EAFDB6}"/>
              </a:ext>
            </a:extLst>
          </p:cNvPr>
          <p:cNvSpPr/>
          <p:nvPr userDrawn="1"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rgbClr val="B825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/>
            <a:endParaRPr lang="en-US" sz="1200">
              <a:solidFill>
                <a:prstClr val="white"/>
              </a:solidFill>
            </a:endParaRPr>
          </a:p>
        </p:txBody>
      </p:sp>
      <p:sp>
        <p:nvSpPr>
          <p:cNvPr id="16" name="Title 16"/>
          <p:cNvSpPr>
            <a:spLocks noGrp="1"/>
          </p:cNvSpPr>
          <p:nvPr>
            <p:ph type="title" hasCustomPrompt="1"/>
          </p:nvPr>
        </p:nvSpPr>
        <p:spPr bwMode="gray">
          <a:xfrm>
            <a:off x="548783" y="1437136"/>
            <a:ext cx="9962830" cy="3026868"/>
          </a:xfrm>
          <a:prstGeom prst="rect">
            <a:avLst/>
          </a:prstGeom>
        </p:spPr>
        <p:txBody>
          <a:bodyPr lIns="0" tIns="60949" rIns="121899" bIns="60949" anchor="b" anchorCtr="0"/>
          <a:lstStyle>
            <a:lvl1pPr marL="0" algn="l" defTabSz="1218565" rtl="0" eaLnBrk="1" latinLnBrk="0" hangingPunct="1">
              <a:lnSpc>
                <a:spcPts val="7500"/>
              </a:lnSpc>
              <a:spcBef>
                <a:spcPct val="0"/>
              </a:spcBef>
              <a:buNone/>
              <a:defRPr lang="en-US" sz="6000" b="1" kern="1200" cap="none" spc="-150" baseline="0" dirty="0">
                <a:solidFill>
                  <a:schemeClr val="bg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</a:lstStyle>
          <a:p>
            <a:r>
              <a:rPr lang="zh-CN" altLang="en-US"/>
              <a:t>章节标题布局</a:t>
            </a:r>
            <a:endParaRPr lang="en-US"/>
          </a:p>
        </p:txBody>
      </p:sp>
      <p:sp>
        <p:nvSpPr>
          <p:cNvPr id="17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548783" y="4584181"/>
            <a:ext cx="9952388" cy="457200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 algn="l" defTabSz="1218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400" b="0" kern="1200" cap="none" spc="0" baseline="0" dirty="0">
                <a:solidFill>
                  <a:schemeClr val="bg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  <a:lvl2pPr marL="609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1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7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3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5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1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色块版</a:t>
            </a:r>
            <a:endParaRPr lang="en-US"/>
          </a:p>
        </p:txBody>
      </p:sp>
      <p:sp>
        <p:nvSpPr>
          <p:cNvPr id="9" name="Footer Placeholder 1"/>
          <p:cNvSpPr txBox="1"/>
          <p:nvPr userDrawn="1"/>
        </p:nvSpPr>
        <p:spPr>
          <a:xfrm>
            <a:off x="484650" y="6291017"/>
            <a:ext cx="2317663" cy="22751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1218565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096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2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1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7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3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5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1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>
                <a:solidFill>
                  <a:schemeClr val="bg1"/>
                </a:solidFill>
              </a:rPr>
              <a:t>20</a:t>
            </a:r>
            <a:r>
              <a:rPr lang="en-US" altLang="zh-CN" sz="900">
                <a:solidFill>
                  <a:schemeClr val="bg1"/>
                </a:solidFill>
              </a:rPr>
              <a:t>23</a:t>
            </a:r>
            <a:r>
              <a:rPr lang="en-US" sz="900">
                <a:solidFill>
                  <a:schemeClr val="bg1"/>
                </a:solidFill>
              </a:rPr>
              <a:t> Lenovo Internal.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4045146990"/>
      </p:ext>
    </p:extLst>
  </p:cSld>
  <p:clrMapOvr>
    <a:masterClrMapping/>
  </p:clrMapOvr>
  <p:transition spd="med"/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548783" y="274320"/>
            <a:ext cx="11076268" cy="521208"/>
          </a:xfrm>
          <a:prstGeom prst="rect">
            <a:avLst/>
          </a:prstGeom>
        </p:spPr>
        <p:txBody>
          <a:bodyPr wrap="square" lIns="0" tIns="0" rIns="0" bIns="0" anchor="ctr" anchorCtr="0"/>
          <a:lstStyle>
            <a:lvl1pPr marL="0" algn="l" defTabSz="1218565" rtl="0" eaLnBrk="1" latinLnBrk="0" hangingPunct="1">
              <a:lnSpc>
                <a:spcPct val="100000"/>
              </a:lnSpc>
              <a:spcBef>
                <a:spcPct val="0"/>
              </a:spcBef>
              <a:buNone/>
              <a:tabLst>
                <a:tab pos="1218565" algn="l"/>
              </a:tabLst>
              <a:defRPr lang="en-US" sz="3600" kern="1200" cap="none" spc="0" baseline="0" dirty="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</a:lstStyle>
          <a:p>
            <a:r>
              <a:rPr lang="zh-CN" altLang="en-US"/>
              <a:t>添加标题</a:t>
            </a:r>
            <a:endParaRPr lang="en-US"/>
          </a:p>
        </p:txBody>
      </p:sp>
      <p:sp>
        <p:nvSpPr>
          <p:cNvPr id="22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548783" y="1179576"/>
            <a:ext cx="11076268" cy="5211699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600" indent="-228600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2pPr>
            <a:lvl3pPr marL="835660" indent="-150495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3pPr>
            <a:lvl4pPr marL="1146810" indent="-156845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4pPr>
            <a:lvl5pPr marL="1445260" indent="-150495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1"/>
            <a:r>
              <a:rPr lang="zh-CN" altLang="en-US"/>
              <a:t>内容层级</a:t>
            </a:r>
            <a:r>
              <a:rPr lang="en-US" altLang="zh-CN"/>
              <a:t>1</a:t>
            </a:r>
            <a:endParaRPr lang="en-US"/>
          </a:p>
          <a:p>
            <a:pPr lvl="2"/>
            <a:r>
              <a:rPr lang="zh-CN" altLang="en-US"/>
              <a:t>内容层级</a:t>
            </a:r>
            <a:r>
              <a:rPr lang="en-US" altLang="zh-CN"/>
              <a:t>2</a:t>
            </a:r>
            <a:endParaRPr lang="en-US"/>
          </a:p>
          <a:p>
            <a:pPr lvl="3"/>
            <a:r>
              <a:rPr lang="zh-CN" altLang="en-US"/>
              <a:t>内容层级</a:t>
            </a:r>
            <a:r>
              <a:rPr lang="en-US" altLang="zh-CN"/>
              <a:t>3</a:t>
            </a:r>
            <a:r>
              <a:rPr lang="en-US"/>
              <a:t> </a:t>
            </a:r>
          </a:p>
          <a:p>
            <a:pPr lvl="4"/>
            <a:r>
              <a:rPr lang="zh-CN" altLang="en-US"/>
              <a:t>内容层级</a:t>
            </a:r>
            <a:r>
              <a:rPr lang="en-US" altLang="zh-CN"/>
              <a:t>4</a:t>
            </a:r>
            <a:endParaRPr lang="en-US"/>
          </a:p>
        </p:txBody>
      </p:sp>
      <p:sp>
        <p:nvSpPr>
          <p:cNvPr id="1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752974" y="6473952"/>
            <a:ext cx="439026" cy="15544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0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</a:lstStyle>
          <a:p>
            <a:fld id="{6D22F896-40B5-4ADD-8801-0D06FADFA09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Box 1">
            <a:extLst>
              <a:ext uri="{FF2B5EF4-FFF2-40B4-BE49-F238E27FC236}">
                <a16:creationId xmlns:a16="http://schemas.microsoft.com/office/drawing/2014/main" id="{93442975-E5C5-4C7D-BC04-427FBE770D31}"/>
              </a:ext>
            </a:extLst>
          </p:cNvPr>
          <p:cNvSpPr txBox="1"/>
          <p:nvPr userDrawn="1"/>
        </p:nvSpPr>
        <p:spPr>
          <a:xfrm>
            <a:off x="1396578" y="6473952"/>
            <a:ext cx="411587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2024 Lenovo Internal. All rights reserved.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A4F80B53-ECAE-4E60-B615-B44AB1D6B3D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66084" y="6454323"/>
            <a:ext cx="964300" cy="193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5058266"/>
      </p:ext>
    </p:extLst>
  </p:cSld>
  <p:clrMapOvr>
    <a:masterClrMapping/>
  </p:clrMapOvr>
  <p:transition spd="med"/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_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752974" y="6473952"/>
            <a:ext cx="439026" cy="15544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D22F896-40B5-4ADD-8801-0D06FADFA095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548783" y="274320"/>
            <a:ext cx="11076268" cy="521208"/>
          </a:xfrm>
          <a:prstGeom prst="rect">
            <a:avLst/>
          </a:prstGeom>
        </p:spPr>
        <p:txBody>
          <a:bodyPr wrap="square" lIns="0" tIns="0" rIns="0" bIns="0" anchor="ctr" anchorCtr="0"/>
          <a:lstStyle>
            <a:lvl1pPr marL="0" algn="l" defTabSz="1218565" rtl="0" eaLnBrk="1" latinLnBrk="0" hangingPunct="1">
              <a:lnSpc>
                <a:spcPct val="100000"/>
              </a:lnSpc>
              <a:spcBef>
                <a:spcPct val="0"/>
              </a:spcBef>
              <a:buNone/>
              <a:tabLst>
                <a:tab pos="1218565" algn="l"/>
              </a:tabLst>
              <a:defRPr lang="en-US" sz="3600" kern="1200" cap="none" spc="0" baseline="0" dirty="0">
                <a:solidFill>
                  <a:schemeClr val="bg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</a:lstStyle>
          <a:p>
            <a:r>
              <a:rPr lang="zh-CN" altLang="en-US"/>
              <a:t>添加标题</a:t>
            </a:r>
            <a:endParaRPr lang="en-US"/>
          </a:p>
        </p:txBody>
      </p:sp>
      <p:sp>
        <p:nvSpPr>
          <p:cNvPr id="7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548783" y="1179576"/>
            <a:ext cx="11076268" cy="5211699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600" indent="-228600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–"/>
              <a:defRPr sz="2000">
                <a:solidFill>
                  <a:schemeClr val="bg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2pPr>
            <a:lvl3pPr marL="835660" indent="-150495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bg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3pPr>
            <a:lvl4pPr marL="1146810" indent="-156845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bg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4pPr>
            <a:lvl5pPr marL="1445260" indent="-150495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bg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1"/>
            <a:r>
              <a:rPr lang="zh-CN" altLang="en-US"/>
              <a:t>内容层级</a:t>
            </a:r>
            <a:r>
              <a:rPr lang="en-US" altLang="zh-CN"/>
              <a:t>1</a:t>
            </a:r>
            <a:endParaRPr lang="en-US"/>
          </a:p>
          <a:p>
            <a:pPr lvl="2"/>
            <a:r>
              <a:rPr lang="zh-CN" altLang="en-US"/>
              <a:t>内容层级</a:t>
            </a:r>
            <a:r>
              <a:rPr lang="en-US" altLang="zh-CN"/>
              <a:t>2</a:t>
            </a:r>
            <a:endParaRPr lang="en-US"/>
          </a:p>
          <a:p>
            <a:pPr lvl="3"/>
            <a:r>
              <a:rPr lang="zh-CN" altLang="en-US"/>
              <a:t>内容层级</a:t>
            </a:r>
            <a:r>
              <a:rPr lang="en-US" altLang="zh-CN"/>
              <a:t>3</a:t>
            </a:r>
            <a:r>
              <a:rPr lang="en-US"/>
              <a:t> </a:t>
            </a:r>
          </a:p>
          <a:p>
            <a:pPr lvl="4"/>
            <a:r>
              <a:rPr lang="zh-CN" altLang="en-US"/>
              <a:t>内容层级</a:t>
            </a:r>
            <a:r>
              <a:rPr lang="en-US" altLang="zh-CN"/>
              <a:t>4</a:t>
            </a:r>
            <a:endParaRPr lang="en-US"/>
          </a:p>
        </p:txBody>
      </p:sp>
      <p:sp>
        <p:nvSpPr>
          <p:cNvPr id="8" name="TextBox 1">
            <a:extLst>
              <a:ext uri="{FF2B5EF4-FFF2-40B4-BE49-F238E27FC236}">
                <a16:creationId xmlns:a16="http://schemas.microsoft.com/office/drawing/2014/main" id="{7170D424-50EE-473E-A6C6-94A3C75D6A86}"/>
              </a:ext>
            </a:extLst>
          </p:cNvPr>
          <p:cNvSpPr txBox="1"/>
          <p:nvPr userDrawn="1"/>
        </p:nvSpPr>
        <p:spPr>
          <a:xfrm>
            <a:off x="1396578" y="6473952"/>
            <a:ext cx="411587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2023 Lenovo Internal. All rights reserved.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7A4E3D7D-E19F-406D-AF0D-5865DD32490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66084" y="6454323"/>
            <a:ext cx="964300" cy="193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5656463"/>
      </p:ext>
    </p:extLst>
  </p:cSld>
  <p:clrMapOvr>
    <a:masterClrMapping/>
  </p:clrMapOvr>
  <p:transition spd="med"/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Subtitle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"/>
          <p:cNvSpPr>
            <a:spLocks noGrp="1"/>
          </p:cNvSpPr>
          <p:nvPr>
            <p:ph type="body" idx="10" hasCustomPrompt="1"/>
          </p:nvPr>
        </p:nvSpPr>
        <p:spPr bwMode="gray">
          <a:xfrm>
            <a:off x="557930" y="914400"/>
            <a:ext cx="11076268" cy="292608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>
              <a:spcBef>
                <a:spcPts val="0"/>
              </a:spcBef>
              <a:buNone/>
              <a:defRPr sz="2200" b="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  <a:lvl2pPr marL="609600" indent="0">
              <a:buNone/>
              <a:defRPr sz="2700" b="1"/>
            </a:lvl2pPr>
            <a:lvl3pPr marL="1219200" indent="0">
              <a:buNone/>
              <a:defRPr sz="2400" b="1"/>
            </a:lvl3pPr>
            <a:lvl4pPr marL="1828165" indent="0">
              <a:buNone/>
              <a:defRPr sz="2100" b="1"/>
            </a:lvl4pPr>
            <a:lvl5pPr marL="2437765" indent="0">
              <a:buNone/>
              <a:defRPr sz="2100" b="1"/>
            </a:lvl5pPr>
            <a:lvl6pPr marL="3047365" indent="0">
              <a:buNone/>
              <a:defRPr sz="2100" b="1"/>
            </a:lvl6pPr>
            <a:lvl7pPr marL="3656965" indent="0">
              <a:buNone/>
              <a:defRPr sz="2100" b="1"/>
            </a:lvl7pPr>
            <a:lvl8pPr marL="4266565" indent="0">
              <a:buNone/>
              <a:defRPr sz="2100" b="1"/>
            </a:lvl8pPr>
            <a:lvl9pPr marL="4876165" indent="0">
              <a:buNone/>
              <a:defRPr sz="2100" b="1"/>
            </a:lvl9pPr>
          </a:lstStyle>
          <a:p>
            <a:pPr lvl="0"/>
            <a:r>
              <a:rPr lang="zh-CN" altLang="en-US"/>
              <a:t>点击添加副标题</a:t>
            </a:r>
            <a:endParaRPr lang="en-US"/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752974" y="6473952"/>
            <a:ext cx="439026" cy="15544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D22F896-40B5-4ADD-8801-0D06FADFA09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Slide Number Placeholder 5"/>
          <p:cNvSpPr txBox="1"/>
          <p:nvPr userDrawn="1"/>
        </p:nvSpPr>
        <p:spPr>
          <a:xfrm>
            <a:off x="11752974" y="6473952"/>
            <a:ext cx="439026" cy="155448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1218565" rtl="0" eaLnBrk="1" latinLnBrk="0" hangingPunct="1">
              <a:defRPr sz="10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096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2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1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7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3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5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1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D22F896-40B5-4ADD-8801-0D06FADFA095}" type="slidenum">
              <a:rPr lang="en-US" sz="1000" smtClean="0">
                <a:solidFill>
                  <a:schemeClr val="tx1"/>
                </a:solidFill>
              </a:rPr>
              <a:t>‹#›</a:t>
            </a:fld>
            <a:endParaRPr lang="en-US" sz="1000">
              <a:solidFill>
                <a:schemeClr val="tx1"/>
              </a:solidFill>
            </a:endParaRPr>
          </a:p>
        </p:txBody>
      </p:sp>
      <p:sp>
        <p:nvSpPr>
          <p:cNvPr id="8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548783" y="274320"/>
            <a:ext cx="11076268" cy="521208"/>
          </a:xfrm>
          <a:prstGeom prst="rect">
            <a:avLst/>
          </a:prstGeom>
        </p:spPr>
        <p:txBody>
          <a:bodyPr wrap="square" lIns="0" tIns="0" rIns="0" bIns="0" anchor="ctr" anchorCtr="0"/>
          <a:lstStyle>
            <a:lvl1pPr marL="0" algn="l" defTabSz="1218565" rtl="0" eaLnBrk="1" latinLnBrk="0" hangingPunct="1">
              <a:lnSpc>
                <a:spcPct val="100000"/>
              </a:lnSpc>
              <a:spcBef>
                <a:spcPct val="0"/>
              </a:spcBef>
              <a:buNone/>
              <a:tabLst>
                <a:tab pos="1218565" algn="l"/>
              </a:tabLst>
              <a:defRPr lang="en-US" sz="3600" kern="1200" cap="none" spc="0" baseline="0" dirty="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</a:lstStyle>
          <a:p>
            <a:r>
              <a:rPr lang="zh-CN" altLang="en-US"/>
              <a:t>添加标题</a:t>
            </a:r>
            <a:endParaRPr lang="en-US"/>
          </a:p>
        </p:txBody>
      </p:sp>
      <p:sp>
        <p:nvSpPr>
          <p:cNvPr id="9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548783" y="1591056"/>
            <a:ext cx="11076268" cy="4800218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600" indent="-228600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2pPr>
            <a:lvl3pPr marL="835660" indent="-150495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3pPr>
            <a:lvl4pPr marL="1146810" indent="-156845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4pPr>
            <a:lvl5pPr marL="1445260" indent="-150495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1"/>
            <a:r>
              <a:rPr lang="zh-CN" altLang="en-US"/>
              <a:t>内容层级</a:t>
            </a:r>
            <a:r>
              <a:rPr lang="en-US" altLang="zh-CN"/>
              <a:t>1</a:t>
            </a:r>
            <a:endParaRPr lang="en-US"/>
          </a:p>
          <a:p>
            <a:pPr lvl="2"/>
            <a:r>
              <a:rPr lang="zh-CN" altLang="en-US"/>
              <a:t>内容层级</a:t>
            </a:r>
            <a:r>
              <a:rPr lang="en-US" altLang="zh-CN"/>
              <a:t>2</a:t>
            </a:r>
            <a:endParaRPr lang="en-US"/>
          </a:p>
          <a:p>
            <a:pPr lvl="3"/>
            <a:r>
              <a:rPr lang="zh-CN" altLang="en-US"/>
              <a:t>内容层级</a:t>
            </a:r>
            <a:r>
              <a:rPr lang="en-US" altLang="zh-CN"/>
              <a:t>3</a:t>
            </a:r>
            <a:r>
              <a:rPr lang="en-US"/>
              <a:t> </a:t>
            </a:r>
          </a:p>
          <a:p>
            <a:pPr lvl="4"/>
            <a:r>
              <a:rPr lang="zh-CN" altLang="en-US"/>
              <a:t>内容层级</a:t>
            </a:r>
            <a:r>
              <a:rPr lang="en-US" altLang="zh-CN"/>
              <a:t>4</a:t>
            </a:r>
            <a:endParaRPr lang="en-US"/>
          </a:p>
        </p:txBody>
      </p:sp>
      <p:sp>
        <p:nvSpPr>
          <p:cNvPr id="10" name="TextBox 1">
            <a:extLst>
              <a:ext uri="{FF2B5EF4-FFF2-40B4-BE49-F238E27FC236}">
                <a16:creationId xmlns:a16="http://schemas.microsoft.com/office/drawing/2014/main" id="{2E8D6A61-5F5D-4373-A595-5A0CA1C4A63D}"/>
              </a:ext>
            </a:extLst>
          </p:cNvPr>
          <p:cNvSpPr txBox="1"/>
          <p:nvPr userDrawn="1"/>
        </p:nvSpPr>
        <p:spPr>
          <a:xfrm>
            <a:off x="1396578" y="6473952"/>
            <a:ext cx="411587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2023 Lenovo Internal. All rights reserved.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4B842AFE-6C11-4A21-9D3C-20259844AE9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66084" y="6454323"/>
            <a:ext cx="964300" cy="193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8484394"/>
      </p:ext>
    </p:extLst>
  </p:cSld>
  <p:clrMapOvr>
    <a:masterClrMapping/>
  </p:clrMapOvr>
  <p:transition spd="med"/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Subtitle Content_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"/>
          <p:cNvSpPr>
            <a:spLocks noGrp="1"/>
          </p:cNvSpPr>
          <p:nvPr>
            <p:ph type="body" idx="10" hasCustomPrompt="1"/>
          </p:nvPr>
        </p:nvSpPr>
        <p:spPr bwMode="gray">
          <a:xfrm>
            <a:off x="557930" y="914400"/>
            <a:ext cx="11076268" cy="292608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>
              <a:spcBef>
                <a:spcPts val="0"/>
              </a:spcBef>
              <a:buNone/>
              <a:defRPr sz="2200" b="0">
                <a:solidFill>
                  <a:schemeClr val="bg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  <a:lvl2pPr marL="609600" indent="0">
              <a:buNone/>
              <a:defRPr sz="2700" b="1"/>
            </a:lvl2pPr>
            <a:lvl3pPr marL="1219200" indent="0">
              <a:buNone/>
              <a:defRPr sz="2400" b="1"/>
            </a:lvl3pPr>
            <a:lvl4pPr marL="1828165" indent="0">
              <a:buNone/>
              <a:defRPr sz="2100" b="1"/>
            </a:lvl4pPr>
            <a:lvl5pPr marL="2437765" indent="0">
              <a:buNone/>
              <a:defRPr sz="2100" b="1"/>
            </a:lvl5pPr>
            <a:lvl6pPr marL="3047365" indent="0">
              <a:buNone/>
              <a:defRPr sz="2100" b="1"/>
            </a:lvl6pPr>
            <a:lvl7pPr marL="3656965" indent="0">
              <a:buNone/>
              <a:defRPr sz="2100" b="1"/>
            </a:lvl7pPr>
            <a:lvl8pPr marL="4266565" indent="0">
              <a:buNone/>
              <a:defRPr sz="2100" b="1"/>
            </a:lvl8pPr>
            <a:lvl9pPr marL="4876165" indent="0">
              <a:buNone/>
              <a:defRPr sz="2100" b="1"/>
            </a:lvl9pPr>
          </a:lstStyle>
          <a:p>
            <a:pPr lvl="0"/>
            <a:r>
              <a:rPr lang="zh-CN" altLang="en-US"/>
              <a:t>点击添加副标题</a:t>
            </a: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752974" y="6473952"/>
            <a:ext cx="439026" cy="15544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D22F896-40B5-4ADD-8801-0D06FADFA095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Slide Number Placeholder 5"/>
          <p:cNvSpPr txBox="1"/>
          <p:nvPr userDrawn="1"/>
        </p:nvSpPr>
        <p:spPr>
          <a:xfrm>
            <a:off x="11752974" y="6473952"/>
            <a:ext cx="439026" cy="155448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1218565" rtl="0" eaLnBrk="1" latinLnBrk="0" hangingPunct="1">
              <a:defRPr sz="10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096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2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1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7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3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5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1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D22F896-40B5-4ADD-8801-0D06FADFA095}" type="slidenum">
              <a:rPr lang="en-US" sz="1000" smtClean="0">
                <a:solidFill>
                  <a:schemeClr val="bg1"/>
                </a:solidFill>
              </a:rPr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13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548783" y="274320"/>
            <a:ext cx="11076268" cy="521208"/>
          </a:xfrm>
          <a:prstGeom prst="rect">
            <a:avLst/>
          </a:prstGeom>
        </p:spPr>
        <p:txBody>
          <a:bodyPr wrap="square" lIns="0" tIns="0" rIns="0" bIns="0" anchor="ctr" anchorCtr="0"/>
          <a:lstStyle>
            <a:lvl1pPr marL="0" algn="l" defTabSz="1218565" rtl="0" eaLnBrk="1" latinLnBrk="0" hangingPunct="1">
              <a:lnSpc>
                <a:spcPct val="100000"/>
              </a:lnSpc>
              <a:spcBef>
                <a:spcPct val="0"/>
              </a:spcBef>
              <a:buNone/>
              <a:tabLst>
                <a:tab pos="1218565" algn="l"/>
              </a:tabLst>
              <a:defRPr lang="en-US" sz="3600" kern="1200" cap="none" spc="0" baseline="0" dirty="0">
                <a:solidFill>
                  <a:schemeClr val="bg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</a:lstStyle>
          <a:p>
            <a:r>
              <a:rPr lang="zh-CN" altLang="en-US"/>
              <a:t>添加标题</a:t>
            </a:r>
            <a:endParaRPr lang="en-US"/>
          </a:p>
        </p:txBody>
      </p:sp>
      <p:sp>
        <p:nvSpPr>
          <p:cNvPr id="14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548783" y="1591056"/>
            <a:ext cx="11076268" cy="4800218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600" indent="-228600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–"/>
              <a:defRPr sz="2000">
                <a:solidFill>
                  <a:schemeClr val="bg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2pPr>
            <a:lvl3pPr marL="835660" indent="-150495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bg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3pPr>
            <a:lvl4pPr marL="1146810" indent="-156845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bg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4pPr>
            <a:lvl5pPr marL="1445260" indent="-150495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bg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1"/>
            <a:r>
              <a:rPr lang="zh-CN" altLang="en-US"/>
              <a:t>内容层级</a:t>
            </a:r>
            <a:r>
              <a:rPr lang="en-US" altLang="zh-CN"/>
              <a:t>1</a:t>
            </a:r>
            <a:endParaRPr lang="en-US"/>
          </a:p>
          <a:p>
            <a:pPr lvl="2"/>
            <a:r>
              <a:rPr lang="zh-CN" altLang="en-US"/>
              <a:t>内容层级</a:t>
            </a:r>
            <a:r>
              <a:rPr lang="en-US" altLang="zh-CN"/>
              <a:t>2</a:t>
            </a:r>
            <a:endParaRPr lang="en-US"/>
          </a:p>
          <a:p>
            <a:pPr lvl="3"/>
            <a:r>
              <a:rPr lang="zh-CN" altLang="en-US"/>
              <a:t>内容层级</a:t>
            </a:r>
            <a:r>
              <a:rPr lang="en-US" altLang="zh-CN"/>
              <a:t>3</a:t>
            </a:r>
            <a:r>
              <a:rPr lang="en-US"/>
              <a:t> </a:t>
            </a:r>
          </a:p>
          <a:p>
            <a:pPr lvl="4"/>
            <a:r>
              <a:rPr lang="zh-CN" altLang="en-US"/>
              <a:t>内容层级</a:t>
            </a:r>
            <a:r>
              <a:rPr lang="en-US" altLang="zh-CN"/>
              <a:t>4</a:t>
            </a:r>
            <a:endParaRPr lang="en-US"/>
          </a:p>
        </p:txBody>
      </p:sp>
      <p:sp>
        <p:nvSpPr>
          <p:cNvPr id="11" name="TextBox 1">
            <a:extLst>
              <a:ext uri="{FF2B5EF4-FFF2-40B4-BE49-F238E27FC236}">
                <a16:creationId xmlns:a16="http://schemas.microsoft.com/office/drawing/2014/main" id="{E0119850-6225-401C-8D65-79BBC08A1915}"/>
              </a:ext>
            </a:extLst>
          </p:cNvPr>
          <p:cNvSpPr txBox="1"/>
          <p:nvPr userDrawn="1"/>
        </p:nvSpPr>
        <p:spPr>
          <a:xfrm>
            <a:off x="1396578" y="6473952"/>
            <a:ext cx="411587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2023 Lenovo Internal. All rights reserved.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252B00BE-AEA1-42CB-BDC5-B007D67BD89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66084" y="6454323"/>
            <a:ext cx="964300" cy="193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8764015"/>
      </p:ext>
    </p:extLst>
  </p:cSld>
  <p:clrMapOvr>
    <a:masterClrMapping/>
  </p:clrMapOvr>
  <p:transition spd="med"/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lumn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548783" y="274320"/>
            <a:ext cx="11076268" cy="521208"/>
          </a:xfrm>
          <a:prstGeom prst="rect">
            <a:avLst/>
          </a:prstGeom>
        </p:spPr>
        <p:txBody>
          <a:bodyPr wrap="square" lIns="0" tIns="0" rIns="0" bIns="0" anchor="ctr" anchorCtr="0"/>
          <a:lstStyle>
            <a:lvl1pPr marL="0" algn="l" defTabSz="1218565" rtl="0" eaLnBrk="1" latinLnBrk="0" hangingPunct="1">
              <a:lnSpc>
                <a:spcPct val="100000"/>
              </a:lnSpc>
              <a:spcBef>
                <a:spcPct val="0"/>
              </a:spcBef>
              <a:buNone/>
              <a:tabLst>
                <a:tab pos="1218565" algn="l"/>
              </a:tabLst>
              <a:defRPr lang="en-US" sz="3600" kern="1200" cap="none" spc="0" baseline="0" dirty="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</a:lstStyle>
          <a:p>
            <a:r>
              <a:rPr lang="zh-CN" altLang="en-US"/>
              <a:t>添加标题</a:t>
            </a:r>
            <a:endParaRPr lang="en-US"/>
          </a:p>
        </p:txBody>
      </p:sp>
      <p:sp>
        <p:nvSpPr>
          <p:cNvPr id="16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548783" y="1179576"/>
            <a:ext cx="5380359" cy="5211699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600" indent="-228600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2pPr>
            <a:lvl3pPr marL="835660" indent="-150495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3pPr>
            <a:lvl4pPr marL="1146810" indent="-156845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4pPr>
            <a:lvl5pPr marL="1445260" indent="-150495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1"/>
            <a:r>
              <a:rPr lang="zh-CN" altLang="en-US"/>
              <a:t>内容层级</a:t>
            </a:r>
            <a:r>
              <a:rPr lang="en-US" altLang="zh-CN"/>
              <a:t>1</a:t>
            </a:r>
          </a:p>
          <a:p>
            <a:pPr lvl="2"/>
            <a:r>
              <a:rPr lang="zh-CN" altLang="en-US"/>
              <a:t>内容层级</a:t>
            </a:r>
            <a:r>
              <a:rPr lang="en-US" altLang="zh-CN"/>
              <a:t>2</a:t>
            </a:r>
          </a:p>
          <a:p>
            <a:pPr lvl="3"/>
            <a:r>
              <a:rPr lang="zh-CN" altLang="en-US"/>
              <a:t>内容层级</a:t>
            </a:r>
            <a:r>
              <a:rPr lang="en-US" altLang="zh-CN"/>
              <a:t>3 </a:t>
            </a:r>
          </a:p>
          <a:p>
            <a:pPr lvl="4"/>
            <a:r>
              <a:rPr lang="zh-CN" altLang="en-US"/>
              <a:t>内容层级</a:t>
            </a:r>
            <a:r>
              <a:rPr lang="en-US" altLang="zh-CN"/>
              <a:t>4</a:t>
            </a:r>
          </a:p>
        </p:txBody>
      </p:sp>
      <p:sp>
        <p:nvSpPr>
          <p:cNvPr id="1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752974" y="6473952"/>
            <a:ext cx="439026" cy="15544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0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</a:lstStyle>
          <a:p>
            <a:fld id="{6D22F896-40B5-4ADD-8801-0D06FADFA095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2"/>
          <p:cNvSpPr>
            <a:spLocks noGrp="1"/>
          </p:cNvSpPr>
          <p:nvPr>
            <p:ph sz="half" idx="16" hasCustomPrompt="1"/>
          </p:nvPr>
        </p:nvSpPr>
        <p:spPr bwMode="gray">
          <a:xfrm>
            <a:off x="6244692" y="1179575"/>
            <a:ext cx="5380359" cy="5211699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600" indent="-228600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2pPr>
            <a:lvl3pPr marL="835660" indent="-150495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3pPr>
            <a:lvl4pPr marL="1146810" indent="-156845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4pPr>
            <a:lvl5pPr marL="1445260" indent="-150495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1"/>
            <a:r>
              <a:rPr lang="zh-CN" altLang="en-US"/>
              <a:t>内容层级</a:t>
            </a:r>
            <a:r>
              <a:rPr lang="en-US" altLang="zh-CN"/>
              <a:t>1</a:t>
            </a:r>
          </a:p>
          <a:p>
            <a:pPr lvl="2"/>
            <a:r>
              <a:rPr lang="zh-CN" altLang="en-US"/>
              <a:t>内容层级</a:t>
            </a:r>
            <a:r>
              <a:rPr lang="en-US" altLang="zh-CN"/>
              <a:t>2</a:t>
            </a:r>
          </a:p>
          <a:p>
            <a:pPr lvl="3"/>
            <a:r>
              <a:rPr lang="zh-CN" altLang="en-US"/>
              <a:t>内容层级</a:t>
            </a:r>
            <a:r>
              <a:rPr lang="en-US" altLang="zh-CN"/>
              <a:t>3 </a:t>
            </a:r>
          </a:p>
          <a:p>
            <a:pPr lvl="4"/>
            <a:r>
              <a:rPr lang="zh-CN" altLang="en-US"/>
              <a:t>内容层级</a:t>
            </a:r>
            <a:r>
              <a:rPr lang="en-US" altLang="zh-CN"/>
              <a:t>4</a:t>
            </a:r>
          </a:p>
        </p:txBody>
      </p:sp>
      <p:sp>
        <p:nvSpPr>
          <p:cNvPr id="9" name="TextBox 1">
            <a:extLst>
              <a:ext uri="{FF2B5EF4-FFF2-40B4-BE49-F238E27FC236}">
                <a16:creationId xmlns:a16="http://schemas.microsoft.com/office/drawing/2014/main" id="{C8973CFE-52E6-4FA3-9DF3-0AF01FB154F4}"/>
              </a:ext>
            </a:extLst>
          </p:cNvPr>
          <p:cNvSpPr txBox="1"/>
          <p:nvPr userDrawn="1"/>
        </p:nvSpPr>
        <p:spPr>
          <a:xfrm>
            <a:off x="1396578" y="6473952"/>
            <a:ext cx="411587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2023 Lenovo Internal. All rights reserved.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FD89C56A-1D01-4AE9-918C-B58AD3F9AF8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66084" y="6454323"/>
            <a:ext cx="964300" cy="193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2246708"/>
      </p:ext>
    </p:extLst>
  </p:cSld>
  <p:clrMapOvr>
    <a:masterClrMapping/>
  </p:clrMapOvr>
  <p:transition spd="med"/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Slide_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752974" y="6473952"/>
            <a:ext cx="439026" cy="15544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D22F896-40B5-4ADD-8801-0D06FADFA09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548783" y="274320"/>
            <a:ext cx="11076268" cy="521208"/>
          </a:xfrm>
          <a:prstGeom prst="rect">
            <a:avLst/>
          </a:prstGeom>
        </p:spPr>
        <p:txBody>
          <a:bodyPr wrap="square" lIns="0" tIns="0" rIns="0" bIns="0" anchor="ctr" anchorCtr="0"/>
          <a:lstStyle>
            <a:lvl1pPr marL="0" algn="l" defTabSz="1218565" rtl="0" eaLnBrk="1" latinLnBrk="0" hangingPunct="1">
              <a:lnSpc>
                <a:spcPct val="100000"/>
              </a:lnSpc>
              <a:spcBef>
                <a:spcPct val="0"/>
              </a:spcBef>
              <a:buNone/>
              <a:tabLst>
                <a:tab pos="1218565" algn="l"/>
              </a:tabLst>
              <a:defRPr lang="en-US" sz="3600" kern="1200" cap="none" spc="0" baseline="0" dirty="0">
                <a:solidFill>
                  <a:schemeClr val="bg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</a:lstStyle>
          <a:p>
            <a:r>
              <a:rPr lang="zh-CN" altLang="en-US"/>
              <a:t>添加标题</a:t>
            </a:r>
            <a:endParaRPr lang="en-US"/>
          </a:p>
        </p:txBody>
      </p:sp>
      <p:sp>
        <p:nvSpPr>
          <p:cNvPr id="8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548783" y="1179576"/>
            <a:ext cx="5380359" cy="5211699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600" indent="-228600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–"/>
              <a:defRPr sz="2000">
                <a:solidFill>
                  <a:schemeClr val="bg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2pPr>
            <a:lvl3pPr marL="835660" indent="-150495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bg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3pPr>
            <a:lvl4pPr marL="1146810" indent="-156845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bg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4pPr>
            <a:lvl5pPr marL="1445260" indent="-150495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bg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1"/>
            <a:r>
              <a:rPr lang="zh-CN" altLang="en-US"/>
              <a:t>内容层级</a:t>
            </a:r>
            <a:r>
              <a:rPr lang="en-US" altLang="zh-CN"/>
              <a:t>1</a:t>
            </a:r>
          </a:p>
          <a:p>
            <a:pPr lvl="2"/>
            <a:r>
              <a:rPr lang="zh-CN" altLang="en-US"/>
              <a:t>内容层级</a:t>
            </a:r>
            <a:r>
              <a:rPr lang="en-US" altLang="zh-CN"/>
              <a:t>2</a:t>
            </a:r>
          </a:p>
          <a:p>
            <a:pPr lvl="3"/>
            <a:r>
              <a:rPr lang="zh-CN" altLang="en-US"/>
              <a:t>内容层级</a:t>
            </a:r>
            <a:r>
              <a:rPr lang="en-US" altLang="zh-CN"/>
              <a:t>3 </a:t>
            </a:r>
          </a:p>
          <a:p>
            <a:pPr lvl="4"/>
            <a:r>
              <a:rPr lang="zh-CN" altLang="en-US"/>
              <a:t>内容层级</a:t>
            </a:r>
            <a:r>
              <a:rPr lang="en-US" altLang="zh-CN"/>
              <a:t>4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sz="half" idx="16" hasCustomPrompt="1"/>
          </p:nvPr>
        </p:nvSpPr>
        <p:spPr bwMode="gray">
          <a:xfrm>
            <a:off x="6244692" y="1179575"/>
            <a:ext cx="5380359" cy="5211699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600" indent="-228600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–"/>
              <a:defRPr sz="2000">
                <a:solidFill>
                  <a:schemeClr val="bg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2pPr>
            <a:lvl3pPr marL="835660" indent="-150495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bg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3pPr>
            <a:lvl4pPr marL="1146810" indent="-156845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bg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4pPr>
            <a:lvl5pPr marL="1445260" indent="-150495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bg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1"/>
            <a:r>
              <a:rPr lang="zh-CN" altLang="en-US"/>
              <a:t>内容层级</a:t>
            </a:r>
            <a:r>
              <a:rPr lang="en-US" altLang="zh-CN"/>
              <a:t>1</a:t>
            </a:r>
          </a:p>
          <a:p>
            <a:pPr lvl="2"/>
            <a:r>
              <a:rPr lang="zh-CN" altLang="en-US"/>
              <a:t>内容层级</a:t>
            </a:r>
            <a:r>
              <a:rPr lang="en-US" altLang="zh-CN"/>
              <a:t>2</a:t>
            </a:r>
          </a:p>
          <a:p>
            <a:pPr lvl="3"/>
            <a:r>
              <a:rPr lang="zh-CN" altLang="en-US"/>
              <a:t>内容层级</a:t>
            </a:r>
            <a:r>
              <a:rPr lang="en-US" altLang="zh-CN"/>
              <a:t>3 </a:t>
            </a:r>
          </a:p>
          <a:p>
            <a:pPr lvl="4"/>
            <a:r>
              <a:rPr lang="zh-CN" altLang="en-US"/>
              <a:t>内容层级</a:t>
            </a:r>
            <a:r>
              <a:rPr lang="en-US" altLang="zh-CN"/>
              <a:t>4</a:t>
            </a:r>
          </a:p>
        </p:txBody>
      </p:sp>
      <p:sp>
        <p:nvSpPr>
          <p:cNvPr id="13" name="TextBox 1">
            <a:extLst>
              <a:ext uri="{FF2B5EF4-FFF2-40B4-BE49-F238E27FC236}">
                <a16:creationId xmlns:a16="http://schemas.microsoft.com/office/drawing/2014/main" id="{3CD730C5-C630-40F5-B593-8C3AB6E008A9}"/>
              </a:ext>
            </a:extLst>
          </p:cNvPr>
          <p:cNvSpPr txBox="1"/>
          <p:nvPr userDrawn="1"/>
        </p:nvSpPr>
        <p:spPr>
          <a:xfrm>
            <a:off x="1396578" y="6473952"/>
            <a:ext cx="411587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2023 Lenovo Internal. All rights reserved.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76CED411-BEF1-47FF-8498-E6A9D87EDD6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66084" y="6454323"/>
            <a:ext cx="964300" cy="193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1961045"/>
      </p:ext>
    </p:extLst>
  </p:cSld>
  <p:clrMapOvr>
    <a:masterClrMapping/>
  </p:clrMapOvr>
  <p:transition spd="med"/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/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3"/>
          <p:cNvPicPr>
            <a:picLocks noChangeAspect="1"/>
          </p:cNvPicPr>
          <p:nvPr userDrawn="1"/>
        </p:nvPicPr>
        <p:blipFill rotWithShape="1">
          <a:blip r:embed="rId2"/>
          <a:srcRect l="54687" r="1391"/>
          <a:stretch>
            <a:fillRect/>
          </a:stretch>
        </p:blipFill>
        <p:spPr>
          <a:xfrm>
            <a:off x="6837067" y="648"/>
            <a:ext cx="5354934" cy="6857353"/>
          </a:xfrm>
          <a:prstGeom prst="rect">
            <a:avLst/>
          </a:prstGeom>
        </p:spPr>
      </p:pic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548783" y="274320"/>
            <a:ext cx="6038290" cy="521208"/>
          </a:xfrm>
          <a:prstGeom prst="rect">
            <a:avLst/>
          </a:prstGeom>
        </p:spPr>
        <p:txBody>
          <a:bodyPr wrap="square" lIns="0" tIns="0" rIns="0" bIns="0" anchor="ctr" anchorCtr="0"/>
          <a:lstStyle>
            <a:lvl1pPr marL="0" algn="l" defTabSz="1218565" rtl="0" eaLnBrk="1" latinLnBrk="0" hangingPunct="1">
              <a:lnSpc>
                <a:spcPct val="100000"/>
              </a:lnSpc>
              <a:spcBef>
                <a:spcPct val="0"/>
              </a:spcBef>
              <a:buNone/>
              <a:tabLst>
                <a:tab pos="1218565" algn="l"/>
              </a:tabLst>
              <a:defRPr lang="en-US" sz="3600" kern="1200" cap="none" spc="0" baseline="0" dirty="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</a:lstStyle>
          <a:p>
            <a:r>
              <a:rPr lang="zh-CN" altLang="en-US"/>
              <a:t>添加标题</a:t>
            </a:r>
            <a:endParaRPr lang="en-US"/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752974" y="6473952"/>
            <a:ext cx="439026" cy="15544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D22F896-40B5-4ADD-8801-0D06FADFA09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548783" y="1179576"/>
            <a:ext cx="5380359" cy="5211699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600" indent="-228600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2pPr>
            <a:lvl3pPr marL="835660" indent="-150495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3pPr>
            <a:lvl4pPr marL="1146810" indent="-156845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4pPr>
            <a:lvl5pPr marL="1445260" indent="-150495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1"/>
            <a:r>
              <a:rPr lang="zh-CN" altLang="en-US"/>
              <a:t>内容层级</a:t>
            </a:r>
            <a:r>
              <a:rPr lang="en-US" altLang="zh-CN"/>
              <a:t>1</a:t>
            </a:r>
          </a:p>
          <a:p>
            <a:pPr lvl="2"/>
            <a:r>
              <a:rPr lang="zh-CN" altLang="en-US"/>
              <a:t>内容层级</a:t>
            </a:r>
            <a:r>
              <a:rPr lang="en-US" altLang="zh-CN"/>
              <a:t>2</a:t>
            </a:r>
          </a:p>
          <a:p>
            <a:pPr lvl="3"/>
            <a:r>
              <a:rPr lang="zh-CN" altLang="en-US"/>
              <a:t>内容层级</a:t>
            </a:r>
            <a:r>
              <a:rPr lang="en-US" altLang="zh-CN"/>
              <a:t>3 </a:t>
            </a:r>
          </a:p>
          <a:p>
            <a:pPr lvl="4"/>
            <a:r>
              <a:rPr lang="zh-CN" altLang="en-US"/>
              <a:t>内容层级</a:t>
            </a:r>
            <a:r>
              <a:rPr lang="en-US" altLang="zh-CN"/>
              <a:t>4</a:t>
            </a:r>
          </a:p>
        </p:txBody>
      </p:sp>
      <p:sp>
        <p:nvSpPr>
          <p:cNvPr id="8" name="TextBox 1">
            <a:extLst>
              <a:ext uri="{FF2B5EF4-FFF2-40B4-BE49-F238E27FC236}">
                <a16:creationId xmlns:a16="http://schemas.microsoft.com/office/drawing/2014/main" id="{055D70F7-A082-412D-8FC1-25FC0476C9D3}"/>
              </a:ext>
            </a:extLst>
          </p:cNvPr>
          <p:cNvSpPr txBox="1"/>
          <p:nvPr userDrawn="1"/>
        </p:nvSpPr>
        <p:spPr>
          <a:xfrm>
            <a:off x="1396578" y="6473952"/>
            <a:ext cx="411587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2023 Lenovo Internal. All rights reserved.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4A367010-ADCF-49C0-B0D9-E6A6EC920D1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66084" y="6454323"/>
            <a:ext cx="964300" cy="193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5952036"/>
      </p:ext>
    </p:extLst>
  </p:cSld>
  <p:clrMapOvr>
    <a:masterClrMapping/>
  </p:clrMapOvr>
  <p:transition spd="med"/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/Image_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3"/>
          <p:cNvPicPr>
            <a:picLocks noChangeAspect="1"/>
          </p:cNvPicPr>
          <p:nvPr userDrawn="1"/>
        </p:nvPicPr>
        <p:blipFill rotWithShape="1">
          <a:blip r:embed="rId2"/>
          <a:srcRect l="54687" r="1391"/>
          <a:stretch>
            <a:fillRect/>
          </a:stretch>
        </p:blipFill>
        <p:spPr>
          <a:xfrm>
            <a:off x="6837067" y="648"/>
            <a:ext cx="5354934" cy="6857353"/>
          </a:xfrm>
          <a:prstGeom prst="rect">
            <a:avLst/>
          </a:prstGeom>
        </p:spPr>
      </p:pic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752974" y="6473952"/>
            <a:ext cx="439026" cy="15544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D22F896-40B5-4ADD-8801-0D06FADFA095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548783" y="274320"/>
            <a:ext cx="6038290" cy="521208"/>
          </a:xfrm>
          <a:prstGeom prst="rect">
            <a:avLst/>
          </a:prstGeom>
        </p:spPr>
        <p:txBody>
          <a:bodyPr wrap="square" lIns="0" tIns="0" rIns="0" bIns="0" anchor="ctr" anchorCtr="0"/>
          <a:lstStyle>
            <a:lvl1pPr marL="0" algn="l" defTabSz="1218565" rtl="0" eaLnBrk="1" latinLnBrk="0" hangingPunct="1">
              <a:lnSpc>
                <a:spcPct val="100000"/>
              </a:lnSpc>
              <a:spcBef>
                <a:spcPct val="0"/>
              </a:spcBef>
              <a:buNone/>
              <a:tabLst>
                <a:tab pos="1218565" algn="l"/>
              </a:tabLst>
              <a:defRPr lang="en-US" sz="3600" kern="1200" cap="none" spc="0" baseline="0" dirty="0">
                <a:solidFill>
                  <a:schemeClr val="bg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</a:lstStyle>
          <a:p>
            <a:r>
              <a:rPr lang="zh-CN" altLang="en-US"/>
              <a:t>添加标题</a:t>
            </a:r>
            <a:endParaRPr lang="en-US"/>
          </a:p>
        </p:txBody>
      </p:sp>
      <p:sp>
        <p:nvSpPr>
          <p:cNvPr id="9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548783" y="1179576"/>
            <a:ext cx="5380359" cy="5211699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600" indent="-228600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–"/>
              <a:defRPr sz="2000">
                <a:solidFill>
                  <a:schemeClr val="bg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2pPr>
            <a:lvl3pPr marL="835660" indent="-150495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bg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3pPr>
            <a:lvl4pPr marL="1146810" indent="-156845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bg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4pPr>
            <a:lvl5pPr marL="1445260" indent="-150495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bg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1"/>
            <a:r>
              <a:rPr lang="zh-CN" altLang="en-US"/>
              <a:t>内容层级</a:t>
            </a:r>
            <a:r>
              <a:rPr lang="en-US" altLang="zh-CN"/>
              <a:t>1</a:t>
            </a:r>
          </a:p>
          <a:p>
            <a:pPr lvl="2"/>
            <a:r>
              <a:rPr lang="zh-CN" altLang="en-US"/>
              <a:t>内容层级</a:t>
            </a:r>
            <a:r>
              <a:rPr lang="en-US" altLang="zh-CN"/>
              <a:t>2</a:t>
            </a:r>
          </a:p>
          <a:p>
            <a:pPr lvl="3"/>
            <a:r>
              <a:rPr lang="zh-CN" altLang="en-US"/>
              <a:t>内容层级</a:t>
            </a:r>
            <a:r>
              <a:rPr lang="en-US" altLang="zh-CN"/>
              <a:t>3 </a:t>
            </a:r>
          </a:p>
          <a:p>
            <a:pPr lvl="4"/>
            <a:r>
              <a:rPr lang="zh-CN" altLang="en-US"/>
              <a:t>内容层级</a:t>
            </a:r>
            <a:r>
              <a:rPr lang="en-US" altLang="zh-CN"/>
              <a:t>4</a:t>
            </a:r>
          </a:p>
        </p:txBody>
      </p:sp>
      <p:sp>
        <p:nvSpPr>
          <p:cNvPr id="11" name="TextBox 1">
            <a:extLst>
              <a:ext uri="{FF2B5EF4-FFF2-40B4-BE49-F238E27FC236}">
                <a16:creationId xmlns:a16="http://schemas.microsoft.com/office/drawing/2014/main" id="{B6023997-83F3-44A9-BF4D-4BCFB5005DC5}"/>
              </a:ext>
            </a:extLst>
          </p:cNvPr>
          <p:cNvSpPr txBox="1"/>
          <p:nvPr userDrawn="1"/>
        </p:nvSpPr>
        <p:spPr>
          <a:xfrm>
            <a:off x="1396578" y="6473952"/>
            <a:ext cx="411587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3C666566-D435-46F9-80DA-310CC87FF64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66084" y="6454323"/>
            <a:ext cx="964300" cy="193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0199221"/>
      </p:ext>
    </p:extLst>
  </p:cSld>
  <p:clrMapOvr>
    <a:masterClrMapping/>
  </p:clrMapOvr>
  <p:transition spd="med"/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1" y="0"/>
            <a:ext cx="4062849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schemeClr val="tx1"/>
              </a:solidFill>
            </a:endParaRPr>
          </a:p>
        </p:txBody>
      </p:sp>
      <p:sp>
        <p:nvSpPr>
          <p:cNvPr id="12" name="Slide Number Placeholder 5"/>
          <p:cNvSpPr>
            <a:spLocks noGrp="1"/>
          </p:cNvSpPr>
          <p:nvPr userDrawn="1"/>
        </p:nvSpPr>
        <p:spPr>
          <a:xfrm>
            <a:off x="11880007" y="6600952"/>
            <a:ext cx="439026" cy="15544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D22F896-40B5-4ADD-8801-0D06FADFA095}" type="slidenum">
              <a:rPr lang="en-US" sz="1000" smtClean="0">
                <a:solidFill>
                  <a:schemeClr val="tx1"/>
                </a:solidFill>
              </a:rPr>
              <a:t>‹#›</a:t>
            </a:fld>
            <a:endParaRPr lang="en-US" sz="1000">
              <a:solidFill>
                <a:schemeClr val="tx1"/>
              </a:solidFill>
            </a:endParaRPr>
          </a:p>
        </p:txBody>
      </p:sp>
      <p:sp>
        <p:nvSpPr>
          <p:cNvPr id="7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548783" y="274320"/>
            <a:ext cx="11076268" cy="521208"/>
          </a:xfrm>
          <a:prstGeom prst="rect">
            <a:avLst/>
          </a:prstGeom>
        </p:spPr>
        <p:txBody>
          <a:bodyPr wrap="square" lIns="0" tIns="0" rIns="0" bIns="0" anchor="ctr" anchorCtr="0"/>
          <a:lstStyle>
            <a:lvl1pPr marL="0" algn="l" defTabSz="1218565" rtl="0" eaLnBrk="1" latinLnBrk="0" hangingPunct="1">
              <a:lnSpc>
                <a:spcPct val="100000"/>
              </a:lnSpc>
              <a:spcBef>
                <a:spcPct val="0"/>
              </a:spcBef>
              <a:buNone/>
              <a:tabLst>
                <a:tab pos="1218565" algn="l"/>
              </a:tabLst>
              <a:defRPr lang="en-US" sz="3600" kern="1200" cap="none" spc="0" baseline="0" dirty="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</a:lstStyle>
          <a:p>
            <a:r>
              <a:rPr lang="zh-CN" altLang="en-US"/>
              <a:t>添加标题</a:t>
            </a:r>
            <a:endParaRPr lang="en-US"/>
          </a:p>
        </p:txBody>
      </p:sp>
      <p:sp>
        <p:nvSpPr>
          <p:cNvPr id="4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548783" y="1179576"/>
            <a:ext cx="5380359" cy="5211699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600" indent="-228600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2pPr>
            <a:lvl3pPr marL="835660" indent="-150495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3pPr>
            <a:lvl4pPr marL="1146810" indent="-156845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4pPr>
            <a:lvl5pPr marL="1445260" indent="-150495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1"/>
            <a:r>
              <a:rPr lang="zh-CN" altLang="en-US"/>
              <a:t>内容层级</a:t>
            </a:r>
            <a:r>
              <a:rPr lang="en-US" altLang="zh-CN"/>
              <a:t>1</a:t>
            </a:r>
          </a:p>
          <a:p>
            <a:pPr lvl="2"/>
            <a:r>
              <a:rPr lang="zh-CN" altLang="en-US"/>
              <a:t>内容层级</a:t>
            </a:r>
            <a:r>
              <a:rPr lang="en-US" altLang="zh-CN"/>
              <a:t>2</a:t>
            </a:r>
          </a:p>
          <a:p>
            <a:pPr lvl="3"/>
            <a:r>
              <a:rPr lang="zh-CN" altLang="en-US"/>
              <a:t>内容层级</a:t>
            </a:r>
            <a:r>
              <a:rPr lang="en-US" altLang="zh-CN"/>
              <a:t>3 </a:t>
            </a:r>
          </a:p>
          <a:p>
            <a:pPr lvl="4"/>
            <a:r>
              <a:rPr lang="zh-CN" altLang="en-US"/>
              <a:t>内容层级</a:t>
            </a:r>
            <a:r>
              <a:rPr lang="en-US" altLang="zh-CN"/>
              <a:t>4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sz="half" idx="20" hasCustomPrompt="1"/>
          </p:nvPr>
        </p:nvSpPr>
        <p:spPr bwMode="gray">
          <a:xfrm>
            <a:off x="6244692" y="1179575"/>
            <a:ext cx="5380359" cy="5211699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600" indent="-228600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2pPr>
            <a:lvl3pPr marL="835660" indent="-150495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3pPr>
            <a:lvl4pPr marL="1146810" indent="-156845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4pPr>
            <a:lvl5pPr marL="1445260" indent="-150495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1"/>
            <a:r>
              <a:rPr lang="zh-CN" altLang="en-US"/>
              <a:t>内容层级</a:t>
            </a:r>
            <a:r>
              <a:rPr lang="en-US" altLang="zh-CN"/>
              <a:t>1</a:t>
            </a:r>
          </a:p>
          <a:p>
            <a:pPr lvl="2"/>
            <a:r>
              <a:rPr lang="zh-CN" altLang="en-US"/>
              <a:t>内容层级</a:t>
            </a:r>
            <a:r>
              <a:rPr lang="en-US" altLang="zh-CN"/>
              <a:t>2</a:t>
            </a:r>
          </a:p>
          <a:p>
            <a:pPr lvl="3"/>
            <a:r>
              <a:rPr lang="zh-CN" altLang="en-US"/>
              <a:t>内容层级</a:t>
            </a:r>
            <a:r>
              <a:rPr lang="en-US" altLang="zh-CN"/>
              <a:t>3 </a:t>
            </a:r>
          </a:p>
          <a:p>
            <a:pPr lvl="4"/>
            <a:r>
              <a:rPr lang="zh-CN" altLang="en-US"/>
              <a:t>内容层级</a:t>
            </a:r>
            <a:r>
              <a:rPr lang="en-US" altLang="zh-CN"/>
              <a:t>4</a:t>
            </a:r>
          </a:p>
        </p:txBody>
      </p:sp>
      <p:sp>
        <p:nvSpPr>
          <p:cNvPr id="21" name="TextBox 1">
            <a:extLst>
              <a:ext uri="{FF2B5EF4-FFF2-40B4-BE49-F238E27FC236}">
                <a16:creationId xmlns:a16="http://schemas.microsoft.com/office/drawing/2014/main" id="{9B99578F-D491-4F3F-ABA5-96F74BC96AA1}"/>
              </a:ext>
            </a:extLst>
          </p:cNvPr>
          <p:cNvSpPr txBox="1"/>
          <p:nvPr userDrawn="1"/>
        </p:nvSpPr>
        <p:spPr>
          <a:xfrm>
            <a:off x="1396578" y="6473952"/>
            <a:ext cx="411587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2023 Lenovo Internal. All rights reserved.</a:t>
            </a:r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B591025C-C2B1-447E-9F30-37D0F1148B5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66084" y="6454323"/>
            <a:ext cx="964300" cy="193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4232580"/>
      </p:ext>
    </p:extLst>
  </p:cSld>
  <p:clrMapOvr>
    <a:masterClrMapping/>
  </p:clrMapOvr>
  <p:transition spd="med"/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Statement_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548783" y="1179576"/>
            <a:ext cx="5380359" cy="5211699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600" indent="-228600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–"/>
              <a:defRPr sz="2000">
                <a:solidFill>
                  <a:schemeClr val="bg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2pPr>
            <a:lvl3pPr marL="835660" indent="-150495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bg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3pPr>
            <a:lvl4pPr marL="1146810" indent="-156845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bg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4pPr>
            <a:lvl5pPr marL="1445260" indent="-150495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bg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1"/>
            <a:r>
              <a:rPr lang="zh-CN" altLang="en-US"/>
              <a:t>内容层级</a:t>
            </a:r>
            <a:r>
              <a:rPr lang="en-US" altLang="zh-CN"/>
              <a:t>1</a:t>
            </a:r>
          </a:p>
          <a:p>
            <a:pPr lvl="2"/>
            <a:r>
              <a:rPr lang="zh-CN" altLang="en-US"/>
              <a:t>内容层级</a:t>
            </a:r>
            <a:r>
              <a:rPr lang="en-US" altLang="zh-CN"/>
              <a:t>2</a:t>
            </a:r>
          </a:p>
          <a:p>
            <a:pPr lvl="3"/>
            <a:r>
              <a:rPr lang="zh-CN" altLang="en-US"/>
              <a:t>内容层级</a:t>
            </a:r>
            <a:r>
              <a:rPr lang="en-US" altLang="zh-CN"/>
              <a:t>3 </a:t>
            </a:r>
          </a:p>
          <a:p>
            <a:pPr lvl="4"/>
            <a:r>
              <a:rPr lang="zh-CN" altLang="en-US"/>
              <a:t>内容层级</a:t>
            </a:r>
            <a:r>
              <a:rPr lang="en-US" altLang="zh-CN"/>
              <a:t>4</a:t>
            </a:r>
          </a:p>
        </p:txBody>
      </p:sp>
      <p:sp>
        <p:nvSpPr>
          <p:cNvPr id="3" name="Rectangle 2"/>
          <p:cNvSpPr/>
          <p:nvPr userDrawn="1"/>
        </p:nvSpPr>
        <p:spPr>
          <a:xfrm>
            <a:off x="323470" y="-419770"/>
            <a:ext cx="4062849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752974" y="6473952"/>
            <a:ext cx="439026" cy="15544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D22F896-40B5-4ADD-8801-0D06FADFA09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548783" y="274320"/>
            <a:ext cx="11076268" cy="521208"/>
          </a:xfrm>
          <a:prstGeom prst="rect">
            <a:avLst/>
          </a:prstGeom>
        </p:spPr>
        <p:txBody>
          <a:bodyPr wrap="square" lIns="0" tIns="0" rIns="0" bIns="0" anchor="ctr" anchorCtr="0"/>
          <a:lstStyle>
            <a:lvl1pPr marL="0" algn="l" defTabSz="1218565" rtl="0" eaLnBrk="1" latinLnBrk="0" hangingPunct="1">
              <a:lnSpc>
                <a:spcPct val="100000"/>
              </a:lnSpc>
              <a:spcBef>
                <a:spcPct val="0"/>
              </a:spcBef>
              <a:buNone/>
              <a:tabLst>
                <a:tab pos="1218565" algn="l"/>
              </a:tabLst>
              <a:defRPr lang="en-US" sz="3600" kern="1200" cap="none" spc="0" baseline="0" dirty="0">
                <a:solidFill>
                  <a:schemeClr val="bg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</a:lstStyle>
          <a:p>
            <a:r>
              <a:rPr lang="zh-CN" altLang="en-US"/>
              <a:t>添加标题</a:t>
            </a:r>
            <a:endParaRPr lang="en-US"/>
          </a:p>
        </p:txBody>
      </p:sp>
      <p:sp>
        <p:nvSpPr>
          <p:cNvPr id="20" name="Content Placeholder 2"/>
          <p:cNvSpPr>
            <a:spLocks noGrp="1"/>
          </p:cNvSpPr>
          <p:nvPr>
            <p:ph sz="half" idx="20" hasCustomPrompt="1"/>
          </p:nvPr>
        </p:nvSpPr>
        <p:spPr bwMode="gray">
          <a:xfrm>
            <a:off x="6244692" y="1179575"/>
            <a:ext cx="5380359" cy="5211699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600" indent="-228600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–"/>
              <a:defRPr sz="2000">
                <a:solidFill>
                  <a:schemeClr val="bg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2pPr>
            <a:lvl3pPr marL="835660" indent="-150495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bg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3pPr>
            <a:lvl4pPr marL="1146810" indent="-156845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bg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4pPr>
            <a:lvl5pPr marL="1445260" indent="-150495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bg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1"/>
            <a:r>
              <a:rPr lang="zh-CN" altLang="en-US"/>
              <a:t>内容层级</a:t>
            </a:r>
            <a:r>
              <a:rPr lang="en-US" altLang="zh-CN"/>
              <a:t>1</a:t>
            </a:r>
          </a:p>
          <a:p>
            <a:pPr lvl="2"/>
            <a:r>
              <a:rPr lang="zh-CN" altLang="en-US"/>
              <a:t>内容层级</a:t>
            </a:r>
            <a:r>
              <a:rPr lang="en-US" altLang="zh-CN"/>
              <a:t>2</a:t>
            </a:r>
          </a:p>
          <a:p>
            <a:pPr lvl="3"/>
            <a:r>
              <a:rPr lang="zh-CN" altLang="en-US"/>
              <a:t>内容层级</a:t>
            </a:r>
            <a:r>
              <a:rPr lang="en-US" altLang="zh-CN"/>
              <a:t>3 </a:t>
            </a:r>
          </a:p>
          <a:p>
            <a:pPr lvl="4"/>
            <a:r>
              <a:rPr lang="zh-CN" altLang="en-US"/>
              <a:t>内容层级</a:t>
            </a:r>
            <a:r>
              <a:rPr lang="en-US" altLang="zh-CN"/>
              <a:t>4</a:t>
            </a:r>
          </a:p>
        </p:txBody>
      </p:sp>
      <p:sp>
        <p:nvSpPr>
          <p:cNvPr id="23" name="TextBox 1">
            <a:extLst>
              <a:ext uri="{FF2B5EF4-FFF2-40B4-BE49-F238E27FC236}">
                <a16:creationId xmlns:a16="http://schemas.microsoft.com/office/drawing/2014/main" id="{4A072C97-BBF9-43D4-BE57-792F2AC75875}"/>
              </a:ext>
            </a:extLst>
          </p:cNvPr>
          <p:cNvSpPr txBox="1"/>
          <p:nvPr userDrawn="1"/>
        </p:nvSpPr>
        <p:spPr>
          <a:xfrm>
            <a:off x="1396578" y="6473952"/>
            <a:ext cx="411587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2023 Lenovo Internal. All rights reserved.</a:t>
            </a:r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77EAFEA6-87A2-4A7F-9D9B-C163AF96DDE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66084" y="6454323"/>
            <a:ext cx="964300" cy="193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8603943"/>
      </p:ext>
    </p:extLst>
  </p:cSld>
  <p:clrMapOvr>
    <a:masterClrMapping/>
  </p:clrMapOvr>
  <p:transition spd="med"/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752974" y="6473952"/>
            <a:ext cx="439026" cy="15544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D22F896-40B5-4ADD-8801-0D06FADFA095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TextBox 1">
            <a:extLst>
              <a:ext uri="{FF2B5EF4-FFF2-40B4-BE49-F238E27FC236}">
                <a16:creationId xmlns:a16="http://schemas.microsoft.com/office/drawing/2014/main" id="{AFA658F9-0C71-45A6-AC1F-01869ADF61A6}"/>
              </a:ext>
            </a:extLst>
          </p:cNvPr>
          <p:cNvSpPr txBox="1"/>
          <p:nvPr userDrawn="1"/>
        </p:nvSpPr>
        <p:spPr>
          <a:xfrm>
            <a:off x="1396578" y="6473952"/>
            <a:ext cx="411587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2023 Lenovo Internal. All rights reserved.</a:t>
            </a: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4A3FB190-DB7B-4708-864C-49F3FDD7BD8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66084" y="6454323"/>
            <a:ext cx="964300" cy="193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4852179"/>
      </p:ext>
    </p:extLst>
  </p:cSld>
  <p:clrMapOvr>
    <a:masterClrMapping/>
  </p:clrMapOvr>
  <p:transition spd="med"/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_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752974" y="6473952"/>
            <a:ext cx="439026" cy="15544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D22F896-40B5-4ADD-8801-0D06FADFA095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">
            <a:extLst>
              <a:ext uri="{FF2B5EF4-FFF2-40B4-BE49-F238E27FC236}">
                <a16:creationId xmlns:a16="http://schemas.microsoft.com/office/drawing/2014/main" id="{ADA4ACC9-D9B4-4B02-8549-D3E6BF8920E5}"/>
              </a:ext>
            </a:extLst>
          </p:cNvPr>
          <p:cNvSpPr txBox="1"/>
          <p:nvPr userDrawn="1"/>
        </p:nvSpPr>
        <p:spPr>
          <a:xfrm>
            <a:off x="1396578" y="6473952"/>
            <a:ext cx="411587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2023 Lenovo Internal. All rights reserved.</a:t>
            </a:r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4792AEA9-C227-4BC5-A125-06FF2A978F8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66084" y="6454323"/>
            <a:ext cx="964300" cy="193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575414"/>
      </p:ext>
    </p:extLst>
  </p:cSld>
  <p:clrMapOvr>
    <a:masterClrMapping/>
  </p:clrMapOvr>
  <p:transition spd="med"/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406033" y="5789256"/>
            <a:ext cx="2211051" cy="442865"/>
          </a:xfrm>
          <a:prstGeom prst="rect">
            <a:avLst/>
          </a:prstGeom>
        </p:spPr>
      </p:pic>
      <p:grpSp>
        <p:nvGrpSpPr>
          <p:cNvPr id="11" name="Group 52">
            <a:extLst>
              <a:ext uri="{FF2B5EF4-FFF2-40B4-BE49-F238E27FC236}">
                <a16:creationId xmlns:a16="http://schemas.microsoft.com/office/drawing/2014/main" id="{3F1AE419-A8F4-4EB0-AF16-52918920DB52}"/>
              </a:ext>
            </a:extLst>
          </p:cNvPr>
          <p:cNvGrpSpPr/>
          <p:nvPr userDrawn="1"/>
        </p:nvGrpSpPr>
        <p:grpSpPr>
          <a:xfrm>
            <a:off x="1092681" y="2328853"/>
            <a:ext cx="7853422" cy="1769127"/>
            <a:chOff x="541049" y="2649538"/>
            <a:chExt cx="9285724" cy="2092325"/>
          </a:xfrm>
          <a:solidFill>
            <a:schemeClr val="accent1"/>
          </a:solidFill>
        </p:grpSpPr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DB603679-3476-4917-B2C7-4E55482B295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1049" y="2809876"/>
              <a:ext cx="963613" cy="1928813"/>
            </a:xfrm>
            <a:custGeom>
              <a:avLst/>
              <a:gdLst>
                <a:gd name="T0" fmla="*/ 57 w 301"/>
                <a:gd name="T1" fmla="*/ 458 h 600"/>
                <a:gd name="T2" fmla="*/ 57 w 301"/>
                <a:gd name="T3" fmla="*/ 235 h 600"/>
                <a:gd name="T4" fmla="*/ 0 w 301"/>
                <a:gd name="T5" fmla="*/ 235 h 600"/>
                <a:gd name="T6" fmla="*/ 0 w 301"/>
                <a:gd name="T7" fmla="*/ 121 h 600"/>
                <a:gd name="T8" fmla="*/ 57 w 301"/>
                <a:gd name="T9" fmla="*/ 121 h 600"/>
                <a:gd name="T10" fmla="*/ 57 w 301"/>
                <a:gd name="T11" fmla="*/ 0 h 600"/>
                <a:gd name="T12" fmla="*/ 190 w 301"/>
                <a:gd name="T13" fmla="*/ 0 h 600"/>
                <a:gd name="T14" fmla="*/ 190 w 301"/>
                <a:gd name="T15" fmla="*/ 121 h 600"/>
                <a:gd name="T16" fmla="*/ 301 w 301"/>
                <a:gd name="T17" fmla="*/ 121 h 600"/>
                <a:gd name="T18" fmla="*/ 301 w 301"/>
                <a:gd name="T19" fmla="*/ 235 h 600"/>
                <a:gd name="T20" fmla="*/ 190 w 301"/>
                <a:gd name="T21" fmla="*/ 235 h 600"/>
                <a:gd name="T22" fmla="*/ 190 w 301"/>
                <a:gd name="T23" fmla="*/ 436 h 600"/>
                <a:gd name="T24" fmla="*/ 233 w 301"/>
                <a:gd name="T25" fmla="*/ 482 h 600"/>
                <a:gd name="T26" fmla="*/ 299 w 301"/>
                <a:gd name="T27" fmla="*/ 465 h 600"/>
                <a:gd name="T28" fmla="*/ 299 w 301"/>
                <a:gd name="T29" fmla="*/ 573 h 600"/>
                <a:gd name="T30" fmla="*/ 194 w 301"/>
                <a:gd name="T31" fmla="*/ 600 h 600"/>
                <a:gd name="T32" fmla="*/ 57 w 301"/>
                <a:gd name="T33" fmla="*/ 458 h 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01" h="600">
                  <a:moveTo>
                    <a:pt x="57" y="458"/>
                  </a:moveTo>
                  <a:cubicBezTo>
                    <a:pt x="57" y="235"/>
                    <a:pt x="57" y="235"/>
                    <a:pt x="57" y="235"/>
                  </a:cubicBezTo>
                  <a:cubicBezTo>
                    <a:pt x="0" y="235"/>
                    <a:pt x="0" y="235"/>
                    <a:pt x="0" y="235"/>
                  </a:cubicBezTo>
                  <a:cubicBezTo>
                    <a:pt x="0" y="121"/>
                    <a:pt x="0" y="121"/>
                    <a:pt x="0" y="121"/>
                  </a:cubicBezTo>
                  <a:cubicBezTo>
                    <a:pt x="57" y="121"/>
                    <a:pt x="57" y="121"/>
                    <a:pt x="57" y="121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190" y="0"/>
                    <a:pt x="190" y="0"/>
                    <a:pt x="190" y="0"/>
                  </a:cubicBezTo>
                  <a:cubicBezTo>
                    <a:pt x="190" y="121"/>
                    <a:pt x="190" y="121"/>
                    <a:pt x="190" y="121"/>
                  </a:cubicBezTo>
                  <a:cubicBezTo>
                    <a:pt x="301" y="121"/>
                    <a:pt x="301" y="121"/>
                    <a:pt x="301" y="121"/>
                  </a:cubicBezTo>
                  <a:cubicBezTo>
                    <a:pt x="301" y="235"/>
                    <a:pt x="301" y="235"/>
                    <a:pt x="301" y="235"/>
                  </a:cubicBezTo>
                  <a:cubicBezTo>
                    <a:pt x="190" y="235"/>
                    <a:pt x="190" y="235"/>
                    <a:pt x="190" y="235"/>
                  </a:cubicBezTo>
                  <a:cubicBezTo>
                    <a:pt x="190" y="436"/>
                    <a:pt x="190" y="436"/>
                    <a:pt x="190" y="436"/>
                  </a:cubicBezTo>
                  <a:cubicBezTo>
                    <a:pt x="190" y="467"/>
                    <a:pt x="203" y="482"/>
                    <a:pt x="233" y="482"/>
                  </a:cubicBezTo>
                  <a:cubicBezTo>
                    <a:pt x="258" y="482"/>
                    <a:pt x="280" y="476"/>
                    <a:pt x="299" y="465"/>
                  </a:cubicBezTo>
                  <a:cubicBezTo>
                    <a:pt x="299" y="573"/>
                    <a:pt x="299" y="573"/>
                    <a:pt x="299" y="573"/>
                  </a:cubicBezTo>
                  <a:cubicBezTo>
                    <a:pt x="271" y="590"/>
                    <a:pt x="239" y="600"/>
                    <a:pt x="194" y="600"/>
                  </a:cubicBezTo>
                  <a:cubicBezTo>
                    <a:pt x="112" y="600"/>
                    <a:pt x="57" y="568"/>
                    <a:pt x="57" y="45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32C9F8AA-5E6E-4797-984A-A72659C5150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708151" y="2649538"/>
              <a:ext cx="1382713" cy="2063750"/>
            </a:xfrm>
            <a:custGeom>
              <a:avLst/>
              <a:gdLst>
                <a:gd name="T0" fmla="*/ 0 w 432"/>
                <a:gd name="T1" fmla="*/ 0 h 642"/>
                <a:gd name="T2" fmla="*/ 134 w 432"/>
                <a:gd name="T3" fmla="*/ 0 h 642"/>
                <a:gd name="T4" fmla="*/ 134 w 432"/>
                <a:gd name="T5" fmla="*/ 237 h 642"/>
                <a:gd name="T6" fmla="*/ 272 w 432"/>
                <a:gd name="T7" fmla="*/ 162 h 642"/>
                <a:gd name="T8" fmla="*/ 432 w 432"/>
                <a:gd name="T9" fmla="*/ 337 h 642"/>
                <a:gd name="T10" fmla="*/ 432 w 432"/>
                <a:gd name="T11" fmla="*/ 642 h 642"/>
                <a:gd name="T12" fmla="*/ 298 w 432"/>
                <a:gd name="T13" fmla="*/ 642 h 642"/>
                <a:gd name="T14" fmla="*/ 298 w 432"/>
                <a:gd name="T15" fmla="*/ 379 h 642"/>
                <a:gd name="T16" fmla="*/ 218 w 432"/>
                <a:gd name="T17" fmla="*/ 283 h 642"/>
                <a:gd name="T18" fmla="*/ 134 w 432"/>
                <a:gd name="T19" fmla="*/ 379 h 642"/>
                <a:gd name="T20" fmla="*/ 134 w 432"/>
                <a:gd name="T21" fmla="*/ 642 h 642"/>
                <a:gd name="T22" fmla="*/ 0 w 432"/>
                <a:gd name="T23" fmla="*/ 642 h 642"/>
                <a:gd name="T24" fmla="*/ 0 w 432"/>
                <a:gd name="T25" fmla="*/ 0 h 6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2" h="642">
                  <a:moveTo>
                    <a:pt x="0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4" y="237"/>
                    <a:pt x="134" y="237"/>
                    <a:pt x="134" y="237"/>
                  </a:cubicBezTo>
                  <a:cubicBezTo>
                    <a:pt x="165" y="198"/>
                    <a:pt x="204" y="162"/>
                    <a:pt x="272" y="162"/>
                  </a:cubicBezTo>
                  <a:cubicBezTo>
                    <a:pt x="373" y="162"/>
                    <a:pt x="432" y="229"/>
                    <a:pt x="432" y="337"/>
                  </a:cubicBezTo>
                  <a:cubicBezTo>
                    <a:pt x="432" y="642"/>
                    <a:pt x="432" y="642"/>
                    <a:pt x="432" y="642"/>
                  </a:cubicBezTo>
                  <a:cubicBezTo>
                    <a:pt x="298" y="642"/>
                    <a:pt x="298" y="642"/>
                    <a:pt x="298" y="642"/>
                  </a:cubicBezTo>
                  <a:cubicBezTo>
                    <a:pt x="298" y="379"/>
                    <a:pt x="298" y="379"/>
                    <a:pt x="298" y="379"/>
                  </a:cubicBezTo>
                  <a:cubicBezTo>
                    <a:pt x="298" y="316"/>
                    <a:pt x="269" y="283"/>
                    <a:pt x="218" y="283"/>
                  </a:cubicBezTo>
                  <a:cubicBezTo>
                    <a:pt x="166" y="283"/>
                    <a:pt x="134" y="316"/>
                    <a:pt x="134" y="379"/>
                  </a:cubicBezTo>
                  <a:cubicBezTo>
                    <a:pt x="134" y="642"/>
                    <a:pt x="134" y="642"/>
                    <a:pt x="134" y="642"/>
                  </a:cubicBezTo>
                  <a:cubicBezTo>
                    <a:pt x="0" y="642"/>
                    <a:pt x="0" y="642"/>
                    <a:pt x="0" y="642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45E6C0B3-41AD-48F4-B173-E417F41A8C2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261304" y="3179763"/>
              <a:ext cx="1390650" cy="1562100"/>
            </a:xfrm>
            <a:custGeom>
              <a:avLst/>
              <a:gdLst>
                <a:gd name="T0" fmla="*/ 0 w 434"/>
                <a:gd name="T1" fmla="*/ 342 h 486"/>
                <a:gd name="T2" fmla="*/ 0 w 434"/>
                <a:gd name="T3" fmla="*/ 340 h 486"/>
                <a:gd name="T4" fmla="*/ 190 w 434"/>
                <a:gd name="T5" fmla="*/ 189 h 486"/>
                <a:gd name="T6" fmla="*/ 305 w 434"/>
                <a:gd name="T7" fmla="*/ 209 h 486"/>
                <a:gd name="T8" fmla="*/ 305 w 434"/>
                <a:gd name="T9" fmla="*/ 201 h 486"/>
                <a:gd name="T10" fmla="*/ 204 w 434"/>
                <a:gd name="T11" fmla="*/ 115 h 486"/>
                <a:gd name="T12" fmla="*/ 74 w 434"/>
                <a:gd name="T13" fmla="*/ 140 h 486"/>
                <a:gd name="T14" fmla="*/ 40 w 434"/>
                <a:gd name="T15" fmla="*/ 38 h 486"/>
                <a:gd name="T16" fmla="*/ 223 w 434"/>
                <a:gd name="T17" fmla="*/ 0 h 486"/>
                <a:gd name="T18" fmla="*/ 383 w 434"/>
                <a:gd name="T19" fmla="*/ 53 h 486"/>
                <a:gd name="T20" fmla="*/ 434 w 434"/>
                <a:gd name="T21" fmla="*/ 204 h 486"/>
                <a:gd name="T22" fmla="*/ 434 w 434"/>
                <a:gd name="T23" fmla="*/ 477 h 486"/>
                <a:gd name="T24" fmla="*/ 304 w 434"/>
                <a:gd name="T25" fmla="*/ 477 h 486"/>
                <a:gd name="T26" fmla="*/ 304 w 434"/>
                <a:gd name="T27" fmla="*/ 426 h 486"/>
                <a:gd name="T28" fmla="*/ 162 w 434"/>
                <a:gd name="T29" fmla="*/ 486 h 486"/>
                <a:gd name="T30" fmla="*/ 0 w 434"/>
                <a:gd name="T31" fmla="*/ 342 h 486"/>
                <a:gd name="T32" fmla="*/ 307 w 434"/>
                <a:gd name="T33" fmla="*/ 311 h 486"/>
                <a:gd name="T34" fmla="*/ 307 w 434"/>
                <a:gd name="T35" fmla="*/ 287 h 486"/>
                <a:gd name="T36" fmla="*/ 222 w 434"/>
                <a:gd name="T37" fmla="*/ 270 h 486"/>
                <a:gd name="T38" fmla="*/ 129 w 434"/>
                <a:gd name="T39" fmla="*/ 335 h 486"/>
                <a:gd name="T40" fmla="*/ 129 w 434"/>
                <a:gd name="T41" fmla="*/ 336 h 486"/>
                <a:gd name="T42" fmla="*/ 202 w 434"/>
                <a:gd name="T43" fmla="*/ 394 h 486"/>
                <a:gd name="T44" fmla="*/ 307 w 434"/>
                <a:gd name="T45" fmla="*/ 311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34" h="486">
                  <a:moveTo>
                    <a:pt x="0" y="342"/>
                  </a:moveTo>
                  <a:cubicBezTo>
                    <a:pt x="0" y="340"/>
                    <a:pt x="0" y="340"/>
                    <a:pt x="0" y="340"/>
                  </a:cubicBezTo>
                  <a:cubicBezTo>
                    <a:pt x="0" y="237"/>
                    <a:pt x="78" y="189"/>
                    <a:pt x="190" y="189"/>
                  </a:cubicBezTo>
                  <a:cubicBezTo>
                    <a:pt x="237" y="189"/>
                    <a:pt x="272" y="197"/>
                    <a:pt x="305" y="209"/>
                  </a:cubicBezTo>
                  <a:cubicBezTo>
                    <a:pt x="305" y="201"/>
                    <a:pt x="305" y="201"/>
                    <a:pt x="305" y="201"/>
                  </a:cubicBezTo>
                  <a:cubicBezTo>
                    <a:pt x="305" y="145"/>
                    <a:pt x="271" y="115"/>
                    <a:pt x="204" y="115"/>
                  </a:cubicBezTo>
                  <a:cubicBezTo>
                    <a:pt x="153" y="115"/>
                    <a:pt x="117" y="124"/>
                    <a:pt x="74" y="140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92" y="15"/>
                    <a:pt x="143" y="0"/>
                    <a:pt x="223" y="0"/>
                  </a:cubicBezTo>
                  <a:cubicBezTo>
                    <a:pt x="296" y="0"/>
                    <a:pt x="349" y="20"/>
                    <a:pt x="383" y="53"/>
                  </a:cubicBezTo>
                  <a:cubicBezTo>
                    <a:pt x="418" y="88"/>
                    <a:pt x="434" y="140"/>
                    <a:pt x="434" y="204"/>
                  </a:cubicBezTo>
                  <a:cubicBezTo>
                    <a:pt x="434" y="477"/>
                    <a:pt x="434" y="477"/>
                    <a:pt x="434" y="477"/>
                  </a:cubicBezTo>
                  <a:cubicBezTo>
                    <a:pt x="304" y="477"/>
                    <a:pt x="304" y="477"/>
                    <a:pt x="304" y="477"/>
                  </a:cubicBezTo>
                  <a:cubicBezTo>
                    <a:pt x="304" y="426"/>
                    <a:pt x="304" y="426"/>
                    <a:pt x="304" y="426"/>
                  </a:cubicBezTo>
                  <a:cubicBezTo>
                    <a:pt x="272" y="462"/>
                    <a:pt x="227" y="486"/>
                    <a:pt x="162" y="486"/>
                  </a:cubicBezTo>
                  <a:cubicBezTo>
                    <a:pt x="73" y="486"/>
                    <a:pt x="0" y="435"/>
                    <a:pt x="0" y="342"/>
                  </a:cubicBezTo>
                  <a:close/>
                  <a:moveTo>
                    <a:pt x="307" y="311"/>
                  </a:moveTo>
                  <a:cubicBezTo>
                    <a:pt x="307" y="287"/>
                    <a:pt x="307" y="287"/>
                    <a:pt x="307" y="287"/>
                  </a:cubicBezTo>
                  <a:cubicBezTo>
                    <a:pt x="284" y="277"/>
                    <a:pt x="254" y="270"/>
                    <a:pt x="222" y="270"/>
                  </a:cubicBezTo>
                  <a:cubicBezTo>
                    <a:pt x="164" y="270"/>
                    <a:pt x="129" y="292"/>
                    <a:pt x="129" y="335"/>
                  </a:cubicBezTo>
                  <a:cubicBezTo>
                    <a:pt x="129" y="336"/>
                    <a:pt x="129" y="336"/>
                    <a:pt x="129" y="336"/>
                  </a:cubicBezTo>
                  <a:cubicBezTo>
                    <a:pt x="129" y="372"/>
                    <a:pt x="159" y="394"/>
                    <a:pt x="202" y="394"/>
                  </a:cubicBezTo>
                  <a:cubicBezTo>
                    <a:pt x="265" y="394"/>
                    <a:pt x="307" y="359"/>
                    <a:pt x="307" y="3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5" name="Freeform 8">
              <a:extLst>
                <a:ext uri="{FF2B5EF4-FFF2-40B4-BE49-F238E27FC236}">
                  <a16:creationId xmlns:a16="http://schemas.microsoft.com/office/drawing/2014/main" id="{7E238CD6-0AFC-4FA5-8606-B30811C5586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59916" y="3170238"/>
              <a:ext cx="1384300" cy="1543050"/>
            </a:xfrm>
            <a:custGeom>
              <a:avLst/>
              <a:gdLst>
                <a:gd name="T0" fmla="*/ 0 w 432"/>
                <a:gd name="T1" fmla="*/ 9 h 480"/>
                <a:gd name="T2" fmla="*/ 133 w 432"/>
                <a:gd name="T3" fmla="*/ 9 h 480"/>
                <a:gd name="T4" fmla="*/ 133 w 432"/>
                <a:gd name="T5" fmla="*/ 75 h 480"/>
                <a:gd name="T6" fmla="*/ 272 w 432"/>
                <a:gd name="T7" fmla="*/ 0 h 480"/>
                <a:gd name="T8" fmla="*/ 432 w 432"/>
                <a:gd name="T9" fmla="*/ 175 h 480"/>
                <a:gd name="T10" fmla="*/ 432 w 432"/>
                <a:gd name="T11" fmla="*/ 480 h 480"/>
                <a:gd name="T12" fmla="*/ 298 w 432"/>
                <a:gd name="T13" fmla="*/ 480 h 480"/>
                <a:gd name="T14" fmla="*/ 298 w 432"/>
                <a:gd name="T15" fmla="*/ 217 h 480"/>
                <a:gd name="T16" fmla="*/ 217 w 432"/>
                <a:gd name="T17" fmla="*/ 121 h 480"/>
                <a:gd name="T18" fmla="*/ 133 w 432"/>
                <a:gd name="T19" fmla="*/ 217 h 480"/>
                <a:gd name="T20" fmla="*/ 133 w 432"/>
                <a:gd name="T21" fmla="*/ 480 h 480"/>
                <a:gd name="T22" fmla="*/ 0 w 432"/>
                <a:gd name="T23" fmla="*/ 480 h 480"/>
                <a:gd name="T24" fmla="*/ 0 w 432"/>
                <a:gd name="T25" fmla="*/ 9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2" h="480">
                  <a:moveTo>
                    <a:pt x="0" y="9"/>
                  </a:moveTo>
                  <a:cubicBezTo>
                    <a:pt x="133" y="9"/>
                    <a:pt x="133" y="9"/>
                    <a:pt x="133" y="9"/>
                  </a:cubicBezTo>
                  <a:cubicBezTo>
                    <a:pt x="133" y="75"/>
                    <a:pt x="133" y="75"/>
                    <a:pt x="133" y="75"/>
                  </a:cubicBezTo>
                  <a:cubicBezTo>
                    <a:pt x="164" y="36"/>
                    <a:pt x="204" y="0"/>
                    <a:pt x="272" y="0"/>
                  </a:cubicBezTo>
                  <a:cubicBezTo>
                    <a:pt x="373" y="0"/>
                    <a:pt x="432" y="67"/>
                    <a:pt x="432" y="175"/>
                  </a:cubicBezTo>
                  <a:cubicBezTo>
                    <a:pt x="432" y="480"/>
                    <a:pt x="432" y="480"/>
                    <a:pt x="432" y="480"/>
                  </a:cubicBezTo>
                  <a:cubicBezTo>
                    <a:pt x="298" y="480"/>
                    <a:pt x="298" y="480"/>
                    <a:pt x="298" y="480"/>
                  </a:cubicBezTo>
                  <a:cubicBezTo>
                    <a:pt x="298" y="217"/>
                    <a:pt x="298" y="217"/>
                    <a:pt x="298" y="217"/>
                  </a:cubicBezTo>
                  <a:cubicBezTo>
                    <a:pt x="298" y="154"/>
                    <a:pt x="268" y="121"/>
                    <a:pt x="217" y="121"/>
                  </a:cubicBezTo>
                  <a:cubicBezTo>
                    <a:pt x="166" y="121"/>
                    <a:pt x="133" y="154"/>
                    <a:pt x="133" y="217"/>
                  </a:cubicBezTo>
                  <a:cubicBezTo>
                    <a:pt x="133" y="480"/>
                    <a:pt x="133" y="480"/>
                    <a:pt x="133" y="480"/>
                  </a:cubicBezTo>
                  <a:cubicBezTo>
                    <a:pt x="0" y="480"/>
                    <a:pt x="0" y="480"/>
                    <a:pt x="0" y="480"/>
                  </a:cubicBezTo>
                  <a:lnTo>
                    <a:pt x="0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6" name="Freeform 9">
              <a:extLst>
                <a:ext uri="{FF2B5EF4-FFF2-40B4-BE49-F238E27FC236}">
                  <a16:creationId xmlns:a16="http://schemas.microsoft.com/office/drawing/2014/main" id="{100A9E48-C1EB-4B9F-A16A-FB4CA5C8856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436593" y="2649538"/>
              <a:ext cx="1460500" cy="2063750"/>
            </a:xfrm>
            <a:custGeom>
              <a:avLst/>
              <a:gdLst>
                <a:gd name="T0" fmla="*/ 0 w 920"/>
                <a:gd name="T1" fmla="*/ 0 h 1300"/>
                <a:gd name="T2" fmla="*/ 270 w 920"/>
                <a:gd name="T3" fmla="*/ 0 h 1300"/>
                <a:gd name="T4" fmla="*/ 270 w 920"/>
                <a:gd name="T5" fmla="*/ 692 h 1300"/>
                <a:gd name="T6" fmla="*/ 585 w 920"/>
                <a:gd name="T7" fmla="*/ 346 h 1300"/>
                <a:gd name="T8" fmla="*/ 908 w 920"/>
                <a:gd name="T9" fmla="*/ 346 h 1300"/>
                <a:gd name="T10" fmla="*/ 547 w 920"/>
                <a:gd name="T11" fmla="*/ 721 h 1300"/>
                <a:gd name="T12" fmla="*/ 920 w 920"/>
                <a:gd name="T13" fmla="*/ 1300 h 1300"/>
                <a:gd name="T14" fmla="*/ 609 w 920"/>
                <a:gd name="T15" fmla="*/ 1300 h 1300"/>
                <a:gd name="T16" fmla="*/ 365 w 920"/>
                <a:gd name="T17" fmla="*/ 909 h 1300"/>
                <a:gd name="T18" fmla="*/ 270 w 920"/>
                <a:gd name="T19" fmla="*/ 1010 h 1300"/>
                <a:gd name="T20" fmla="*/ 270 w 920"/>
                <a:gd name="T21" fmla="*/ 1300 h 1300"/>
                <a:gd name="T22" fmla="*/ 0 w 920"/>
                <a:gd name="T23" fmla="*/ 1300 h 1300"/>
                <a:gd name="T24" fmla="*/ 0 w 920"/>
                <a:gd name="T25" fmla="*/ 0 h 13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20" h="1300">
                  <a:moveTo>
                    <a:pt x="0" y="0"/>
                  </a:moveTo>
                  <a:lnTo>
                    <a:pt x="270" y="0"/>
                  </a:lnTo>
                  <a:lnTo>
                    <a:pt x="270" y="692"/>
                  </a:lnTo>
                  <a:lnTo>
                    <a:pt x="585" y="346"/>
                  </a:lnTo>
                  <a:lnTo>
                    <a:pt x="908" y="346"/>
                  </a:lnTo>
                  <a:lnTo>
                    <a:pt x="547" y="721"/>
                  </a:lnTo>
                  <a:lnTo>
                    <a:pt x="920" y="1300"/>
                  </a:lnTo>
                  <a:lnTo>
                    <a:pt x="609" y="1300"/>
                  </a:lnTo>
                  <a:lnTo>
                    <a:pt x="365" y="909"/>
                  </a:lnTo>
                  <a:lnTo>
                    <a:pt x="270" y="1010"/>
                  </a:lnTo>
                  <a:lnTo>
                    <a:pt x="270" y="1300"/>
                  </a:lnTo>
                  <a:lnTo>
                    <a:pt x="0" y="130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7" name="Freeform 10">
              <a:extLst>
                <a:ext uri="{FF2B5EF4-FFF2-40B4-BE49-F238E27FC236}">
                  <a16:creationId xmlns:a16="http://schemas.microsoft.com/office/drawing/2014/main" id="{0E4624CA-8D43-4B41-B4AA-C6CB1CAAD7C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919896" y="3173413"/>
              <a:ext cx="1227138" cy="1568450"/>
            </a:xfrm>
            <a:custGeom>
              <a:avLst/>
              <a:gdLst>
                <a:gd name="T0" fmla="*/ 0 w 383"/>
                <a:gd name="T1" fmla="*/ 417 h 488"/>
                <a:gd name="T2" fmla="*/ 57 w 383"/>
                <a:gd name="T3" fmla="*/ 329 h 488"/>
                <a:gd name="T4" fmla="*/ 206 w 383"/>
                <a:gd name="T5" fmla="*/ 385 h 488"/>
                <a:gd name="T6" fmla="*/ 262 w 383"/>
                <a:gd name="T7" fmla="*/ 350 h 488"/>
                <a:gd name="T8" fmla="*/ 262 w 383"/>
                <a:gd name="T9" fmla="*/ 348 h 488"/>
                <a:gd name="T10" fmla="*/ 165 w 383"/>
                <a:gd name="T11" fmla="*/ 294 h 488"/>
                <a:gd name="T12" fmla="*/ 24 w 383"/>
                <a:gd name="T13" fmla="*/ 152 h 488"/>
                <a:gd name="T14" fmla="*/ 24 w 383"/>
                <a:gd name="T15" fmla="*/ 150 h 488"/>
                <a:gd name="T16" fmla="*/ 196 w 383"/>
                <a:gd name="T17" fmla="*/ 0 h 488"/>
                <a:gd name="T18" fmla="*/ 372 w 383"/>
                <a:gd name="T19" fmla="*/ 55 h 488"/>
                <a:gd name="T20" fmla="*/ 321 w 383"/>
                <a:gd name="T21" fmla="*/ 147 h 488"/>
                <a:gd name="T22" fmla="*/ 194 w 383"/>
                <a:gd name="T23" fmla="*/ 103 h 488"/>
                <a:gd name="T24" fmla="*/ 144 w 383"/>
                <a:gd name="T25" fmla="*/ 136 h 488"/>
                <a:gd name="T26" fmla="*/ 144 w 383"/>
                <a:gd name="T27" fmla="*/ 138 h 488"/>
                <a:gd name="T28" fmla="*/ 240 w 383"/>
                <a:gd name="T29" fmla="*/ 194 h 488"/>
                <a:gd name="T30" fmla="*/ 383 w 383"/>
                <a:gd name="T31" fmla="*/ 334 h 488"/>
                <a:gd name="T32" fmla="*/ 383 w 383"/>
                <a:gd name="T33" fmla="*/ 336 h 488"/>
                <a:gd name="T34" fmla="*/ 203 w 383"/>
                <a:gd name="T35" fmla="*/ 488 h 488"/>
                <a:gd name="T36" fmla="*/ 0 w 383"/>
                <a:gd name="T37" fmla="*/ 417 h 4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83" h="488">
                  <a:moveTo>
                    <a:pt x="0" y="417"/>
                  </a:moveTo>
                  <a:cubicBezTo>
                    <a:pt x="57" y="329"/>
                    <a:pt x="57" y="329"/>
                    <a:pt x="57" y="329"/>
                  </a:cubicBezTo>
                  <a:cubicBezTo>
                    <a:pt x="108" y="366"/>
                    <a:pt x="162" y="385"/>
                    <a:pt x="206" y="385"/>
                  </a:cubicBezTo>
                  <a:cubicBezTo>
                    <a:pt x="245" y="385"/>
                    <a:pt x="262" y="371"/>
                    <a:pt x="262" y="350"/>
                  </a:cubicBezTo>
                  <a:cubicBezTo>
                    <a:pt x="262" y="348"/>
                    <a:pt x="262" y="348"/>
                    <a:pt x="262" y="348"/>
                  </a:cubicBezTo>
                  <a:cubicBezTo>
                    <a:pt x="262" y="319"/>
                    <a:pt x="217" y="309"/>
                    <a:pt x="165" y="294"/>
                  </a:cubicBezTo>
                  <a:cubicBezTo>
                    <a:pt x="99" y="274"/>
                    <a:pt x="24" y="243"/>
                    <a:pt x="24" y="152"/>
                  </a:cubicBezTo>
                  <a:cubicBezTo>
                    <a:pt x="24" y="150"/>
                    <a:pt x="24" y="150"/>
                    <a:pt x="24" y="150"/>
                  </a:cubicBezTo>
                  <a:cubicBezTo>
                    <a:pt x="24" y="54"/>
                    <a:pt x="101" y="0"/>
                    <a:pt x="196" y="0"/>
                  </a:cubicBezTo>
                  <a:cubicBezTo>
                    <a:pt x="256" y="0"/>
                    <a:pt x="321" y="21"/>
                    <a:pt x="372" y="55"/>
                  </a:cubicBezTo>
                  <a:cubicBezTo>
                    <a:pt x="321" y="147"/>
                    <a:pt x="321" y="147"/>
                    <a:pt x="321" y="147"/>
                  </a:cubicBezTo>
                  <a:cubicBezTo>
                    <a:pt x="275" y="120"/>
                    <a:pt x="228" y="103"/>
                    <a:pt x="194" y="103"/>
                  </a:cubicBezTo>
                  <a:cubicBezTo>
                    <a:pt x="161" y="103"/>
                    <a:pt x="144" y="118"/>
                    <a:pt x="144" y="136"/>
                  </a:cubicBezTo>
                  <a:cubicBezTo>
                    <a:pt x="144" y="138"/>
                    <a:pt x="144" y="138"/>
                    <a:pt x="144" y="138"/>
                  </a:cubicBezTo>
                  <a:cubicBezTo>
                    <a:pt x="144" y="164"/>
                    <a:pt x="189" y="176"/>
                    <a:pt x="240" y="194"/>
                  </a:cubicBezTo>
                  <a:cubicBezTo>
                    <a:pt x="306" y="216"/>
                    <a:pt x="383" y="248"/>
                    <a:pt x="383" y="334"/>
                  </a:cubicBezTo>
                  <a:cubicBezTo>
                    <a:pt x="383" y="336"/>
                    <a:pt x="383" y="336"/>
                    <a:pt x="383" y="336"/>
                  </a:cubicBezTo>
                  <a:cubicBezTo>
                    <a:pt x="383" y="440"/>
                    <a:pt x="305" y="488"/>
                    <a:pt x="203" y="488"/>
                  </a:cubicBezTo>
                  <a:cubicBezTo>
                    <a:pt x="137" y="488"/>
                    <a:pt x="63" y="466"/>
                    <a:pt x="0" y="4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8" name="Oval 11">
              <a:extLst>
                <a:ext uri="{FF2B5EF4-FFF2-40B4-BE49-F238E27FC236}">
                  <a16:creationId xmlns:a16="http://schemas.microsoft.com/office/drawing/2014/main" id="{1A35BB02-ED66-454F-B676-7124CF3F048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9282260" y="4167188"/>
              <a:ext cx="544513" cy="5461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1406189360"/>
      </p:ext>
    </p:extLst>
  </p:cSld>
  <p:clrMapOvr>
    <a:masterClrMapping/>
  </p:clrMapOvr>
  <p:transition spd="med"/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_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406033" y="5789256"/>
            <a:ext cx="2211051" cy="442865"/>
          </a:xfrm>
          <a:prstGeom prst="rect">
            <a:avLst/>
          </a:prstGeom>
        </p:spPr>
      </p:pic>
      <p:grpSp>
        <p:nvGrpSpPr>
          <p:cNvPr id="11" name="Group 52">
            <a:extLst>
              <a:ext uri="{FF2B5EF4-FFF2-40B4-BE49-F238E27FC236}">
                <a16:creationId xmlns:a16="http://schemas.microsoft.com/office/drawing/2014/main" id="{936EFBFF-989B-4C51-A028-0DAFEBF5EB1A}"/>
              </a:ext>
            </a:extLst>
          </p:cNvPr>
          <p:cNvGrpSpPr/>
          <p:nvPr userDrawn="1"/>
        </p:nvGrpSpPr>
        <p:grpSpPr>
          <a:xfrm>
            <a:off x="1155042" y="2335781"/>
            <a:ext cx="7853422" cy="1769127"/>
            <a:chOff x="541049" y="2649538"/>
            <a:chExt cx="9285724" cy="2092325"/>
          </a:xfrm>
          <a:solidFill>
            <a:schemeClr val="accent1"/>
          </a:solidFill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6B3D2B33-8A52-4D03-BDE0-8F77A6C7A8D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1049" y="2809876"/>
              <a:ext cx="963613" cy="1928813"/>
            </a:xfrm>
            <a:custGeom>
              <a:avLst/>
              <a:gdLst>
                <a:gd name="T0" fmla="*/ 57 w 301"/>
                <a:gd name="T1" fmla="*/ 458 h 600"/>
                <a:gd name="T2" fmla="*/ 57 w 301"/>
                <a:gd name="T3" fmla="*/ 235 h 600"/>
                <a:gd name="T4" fmla="*/ 0 w 301"/>
                <a:gd name="T5" fmla="*/ 235 h 600"/>
                <a:gd name="T6" fmla="*/ 0 w 301"/>
                <a:gd name="T7" fmla="*/ 121 h 600"/>
                <a:gd name="T8" fmla="*/ 57 w 301"/>
                <a:gd name="T9" fmla="*/ 121 h 600"/>
                <a:gd name="T10" fmla="*/ 57 w 301"/>
                <a:gd name="T11" fmla="*/ 0 h 600"/>
                <a:gd name="T12" fmla="*/ 190 w 301"/>
                <a:gd name="T13" fmla="*/ 0 h 600"/>
                <a:gd name="T14" fmla="*/ 190 w 301"/>
                <a:gd name="T15" fmla="*/ 121 h 600"/>
                <a:gd name="T16" fmla="*/ 301 w 301"/>
                <a:gd name="T17" fmla="*/ 121 h 600"/>
                <a:gd name="T18" fmla="*/ 301 w 301"/>
                <a:gd name="T19" fmla="*/ 235 h 600"/>
                <a:gd name="T20" fmla="*/ 190 w 301"/>
                <a:gd name="T21" fmla="*/ 235 h 600"/>
                <a:gd name="T22" fmla="*/ 190 w 301"/>
                <a:gd name="T23" fmla="*/ 436 h 600"/>
                <a:gd name="T24" fmla="*/ 233 w 301"/>
                <a:gd name="T25" fmla="*/ 482 h 600"/>
                <a:gd name="T26" fmla="*/ 299 w 301"/>
                <a:gd name="T27" fmla="*/ 465 h 600"/>
                <a:gd name="T28" fmla="*/ 299 w 301"/>
                <a:gd name="T29" fmla="*/ 573 h 600"/>
                <a:gd name="T30" fmla="*/ 194 w 301"/>
                <a:gd name="T31" fmla="*/ 600 h 600"/>
                <a:gd name="T32" fmla="*/ 57 w 301"/>
                <a:gd name="T33" fmla="*/ 458 h 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01" h="600">
                  <a:moveTo>
                    <a:pt x="57" y="458"/>
                  </a:moveTo>
                  <a:cubicBezTo>
                    <a:pt x="57" y="235"/>
                    <a:pt x="57" y="235"/>
                    <a:pt x="57" y="235"/>
                  </a:cubicBezTo>
                  <a:cubicBezTo>
                    <a:pt x="0" y="235"/>
                    <a:pt x="0" y="235"/>
                    <a:pt x="0" y="235"/>
                  </a:cubicBezTo>
                  <a:cubicBezTo>
                    <a:pt x="0" y="121"/>
                    <a:pt x="0" y="121"/>
                    <a:pt x="0" y="121"/>
                  </a:cubicBezTo>
                  <a:cubicBezTo>
                    <a:pt x="57" y="121"/>
                    <a:pt x="57" y="121"/>
                    <a:pt x="57" y="121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190" y="0"/>
                    <a:pt x="190" y="0"/>
                    <a:pt x="190" y="0"/>
                  </a:cubicBezTo>
                  <a:cubicBezTo>
                    <a:pt x="190" y="121"/>
                    <a:pt x="190" y="121"/>
                    <a:pt x="190" y="121"/>
                  </a:cubicBezTo>
                  <a:cubicBezTo>
                    <a:pt x="301" y="121"/>
                    <a:pt x="301" y="121"/>
                    <a:pt x="301" y="121"/>
                  </a:cubicBezTo>
                  <a:cubicBezTo>
                    <a:pt x="301" y="235"/>
                    <a:pt x="301" y="235"/>
                    <a:pt x="301" y="235"/>
                  </a:cubicBezTo>
                  <a:cubicBezTo>
                    <a:pt x="190" y="235"/>
                    <a:pt x="190" y="235"/>
                    <a:pt x="190" y="235"/>
                  </a:cubicBezTo>
                  <a:cubicBezTo>
                    <a:pt x="190" y="436"/>
                    <a:pt x="190" y="436"/>
                    <a:pt x="190" y="436"/>
                  </a:cubicBezTo>
                  <a:cubicBezTo>
                    <a:pt x="190" y="467"/>
                    <a:pt x="203" y="482"/>
                    <a:pt x="233" y="482"/>
                  </a:cubicBezTo>
                  <a:cubicBezTo>
                    <a:pt x="258" y="482"/>
                    <a:pt x="280" y="476"/>
                    <a:pt x="299" y="465"/>
                  </a:cubicBezTo>
                  <a:cubicBezTo>
                    <a:pt x="299" y="573"/>
                    <a:pt x="299" y="573"/>
                    <a:pt x="299" y="573"/>
                  </a:cubicBezTo>
                  <a:cubicBezTo>
                    <a:pt x="271" y="590"/>
                    <a:pt x="239" y="600"/>
                    <a:pt x="194" y="600"/>
                  </a:cubicBezTo>
                  <a:cubicBezTo>
                    <a:pt x="112" y="600"/>
                    <a:pt x="57" y="568"/>
                    <a:pt x="57" y="45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BBABF9DB-0E6C-4727-814A-3B09079F408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708151" y="2649538"/>
              <a:ext cx="1382713" cy="2063750"/>
            </a:xfrm>
            <a:custGeom>
              <a:avLst/>
              <a:gdLst>
                <a:gd name="T0" fmla="*/ 0 w 432"/>
                <a:gd name="T1" fmla="*/ 0 h 642"/>
                <a:gd name="T2" fmla="*/ 134 w 432"/>
                <a:gd name="T3" fmla="*/ 0 h 642"/>
                <a:gd name="T4" fmla="*/ 134 w 432"/>
                <a:gd name="T5" fmla="*/ 237 h 642"/>
                <a:gd name="T6" fmla="*/ 272 w 432"/>
                <a:gd name="T7" fmla="*/ 162 h 642"/>
                <a:gd name="T8" fmla="*/ 432 w 432"/>
                <a:gd name="T9" fmla="*/ 337 h 642"/>
                <a:gd name="T10" fmla="*/ 432 w 432"/>
                <a:gd name="T11" fmla="*/ 642 h 642"/>
                <a:gd name="T12" fmla="*/ 298 w 432"/>
                <a:gd name="T13" fmla="*/ 642 h 642"/>
                <a:gd name="T14" fmla="*/ 298 w 432"/>
                <a:gd name="T15" fmla="*/ 379 h 642"/>
                <a:gd name="T16" fmla="*/ 218 w 432"/>
                <a:gd name="T17" fmla="*/ 283 h 642"/>
                <a:gd name="T18" fmla="*/ 134 w 432"/>
                <a:gd name="T19" fmla="*/ 379 h 642"/>
                <a:gd name="T20" fmla="*/ 134 w 432"/>
                <a:gd name="T21" fmla="*/ 642 h 642"/>
                <a:gd name="T22" fmla="*/ 0 w 432"/>
                <a:gd name="T23" fmla="*/ 642 h 642"/>
                <a:gd name="T24" fmla="*/ 0 w 432"/>
                <a:gd name="T25" fmla="*/ 0 h 6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2" h="642">
                  <a:moveTo>
                    <a:pt x="0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4" y="237"/>
                    <a:pt x="134" y="237"/>
                    <a:pt x="134" y="237"/>
                  </a:cubicBezTo>
                  <a:cubicBezTo>
                    <a:pt x="165" y="198"/>
                    <a:pt x="204" y="162"/>
                    <a:pt x="272" y="162"/>
                  </a:cubicBezTo>
                  <a:cubicBezTo>
                    <a:pt x="373" y="162"/>
                    <a:pt x="432" y="229"/>
                    <a:pt x="432" y="337"/>
                  </a:cubicBezTo>
                  <a:cubicBezTo>
                    <a:pt x="432" y="642"/>
                    <a:pt x="432" y="642"/>
                    <a:pt x="432" y="642"/>
                  </a:cubicBezTo>
                  <a:cubicBezTo>
                    <a:pt x="298" y="642"/>
                    <a:pt x="298" y="642"/>
                    <a:pt x="298" y="642"/>
                  </a:cubicBezTo>
                  <a:cubicBezTo>
                    <a:pt x="298" y="379"/>
                    <a:pt x="298" y="379"/>
                    <a:pt x="298" y="379"/>
                  </a:cubicBezTo>
                  <a:cubicBezTo>
                    <a:pt x="298" y="316"/>
                    <a:pt x="269" y="283"/>
                    <a:pt x="218" y="283"/>
                  </a:cubicBezTo>
                  <a:cubicBezTo>
                    <a:pt x="166" y="283"/>
                    <a:pt x="134" y="316"/>
                    <a:pt x="134" y="379"/>
                  </a:cubicBezTo>
                  <a:cubicBezTo>
                    <a:pt x="134" y="642"/>
                    <a:pt x="134" y="642"/>
                    <a:pt x="134" y="642"/>
                  </a:cubicBezTo>
                  <a:cubicBezTo>
                    <a:pt x="0" y="642"/>
                    <a:pt x="0" y="642"/>
                    <a:pt x="0" y="642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5" name="Freeform 7">
              <a:extLst>
                <a:ext uri="{FF2B5EF4-FFF2-40B4-BE49-F238E27FC236}">
                  <a16:creationId xmlns:a16="http://schemas.microsoft.com/office/drawing/2014/main" id="{649B26E2-C29B-433F-B1EE-5B43CAF2F29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261304" y="3179763"/>
              <a:ext cx="1390650" cy="1562100"/>
            </a:xfrm>
            <a:custGeom>
              <a:avLst/>
              <a:gdLst>
                <a:gd name="T0" fmla="*/ 0 w 434"/>
                <a:gd name="T1" fmla="*/ 342 h 486"/>
                <a:gd name="T2" fmla="*/ 0 w 434"/>
                <a:gd name="T3" fmla="*/ 340 h 486"/>
                <a:gd name="T4" fmla="*/ 190 w 434"/>
                <a:gd name="T5" fmla="*/ 189 h 486"/>
                <a:gd name="T6" fmla="*/ 305 w 434"/>
                <a:gd name="T7" fmla="*/ 209 h 486"/>
                <a:gd name="T8" fmla="*/ 305 w 434"/>
                <a:gd name="T9" fmla="*/ 201 h 486"/>
                <a:gd name="T10" fmla="*/ 204 w 434"/>
                <a:gd name="T11" fmla="*/ 115 h 486"/>
                <a:gd name="T12" fmla="*/ 74 w 434"/>
                <a:gd name="T13" fmla="*/ 140 h 486"/>
                <a:gd name="T14" fmla="*/ 40 w 434"/>
                <a:gd name="T15" fmla="*/ 38 h 486"/>
                <a:gd name="T16" fmla="*/ 223 w 434"/>
                <a:gd name="T17" fmla="*/ 0 h 486"/>
                <a:gd name="T18" fmla="*/ 383 w 434"/>
                <a:gd name="T19" fmla="*/ 53 h 486"/>
                <a:gd name="T20" fmla="*/ 434 w 434"/>
                <a:gd name="T21" fmla="*/ 204 h 486"/>
                <a:gd name="T22" fmla="*/ 434 w 434"/>
                <a:gd name="T23" fmla="*/ 477 h 486"/>
                <a:gd name="T24" fmla="*/ 304 w 434"/>
                <a:gd name="T25" fmla="*/ 477 h 486"/>
                <a:gd name="T26" fmla="*/ 304 w 434"/>
                <a:gd name="T27" fmla="*/ 426 h 486"/>
                <a:gd name="T28" fmla="*/ 162 w 434"/>
                <a:gd name="T29" fmla="*/ 486 h 486"/>
                <a:gd name="T30" fmla="*/ 0 w 434"/>
                <a:gd name="T31" fmla="*/ 342 h 486"/>
                <a:gd name="T32" fmla="*/ 307 w 434"/>
                <a:gd name="T33" fmla="*/ 311 h 486"/>
                <a:gd name="T34" fmla="*/ 307 w 434"/>
                <a:gd name="T35" fmla="*/ 287 h 486"/>
                <a:gd name="T36" fmla="*/ 222 w 434"/>
                <a:gd name="T37" fmla="*/ 270 h 486"/>
                <a:gd name="T38" fmla="*/ 129 w 434"/>
                <a:gd name="T39" fmla="*/ 335 h 486"/>
                <a:gd name="T40" fmla="*/ 129 w 434"/>
                <a:gd name="T41" fmla="*/ 336 h 486"/>
                <a:gd name="T42" fmla="*/ 202 w 434"/>
                <a:gd name="T43" fmla="*/ 394 h 486"/>
                <a:gd name="T44" fmla="*/ 307 w 434"/>
                <a:gd name="T45" fmla="*/ 311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34" h="486">
                  <a:moveTo>
                    <a:pt x="0" y="342"/>
                  </a:moveTo>
                  <a:cubicBezTo>
                    <a:pt x="0" y="340"/>
                    <a:pt x="0" y="340"/>
                    <a:pt x="0" y="340"/>
                  </a:cubicBezTo>
                  <a:cubicBezTo>
                    <a:pt x="0" y="237"/>
                    <a:pt x="78" y="189"/>
                    <a:pt x="190" y="189"/>
                  </a:cubicBezTo>
                  <a:cubicBezTo>
                    <a:pt x="237" y="189"/>
                    <a:pt x="272" y="197"/>
                    <a:pt x="305" y="209"/>
                  </a:cubicBezTo>
                  <a:cubicBezTo>
                    <a:pt x="305" y="201"/>
                    <a:pt x="305" y="201"/>
                    <a:pt x="305" y="201"/>
                  </a:cubicBezTo>
                  <a:cubicBezTo>
                    <a:pt x="305" y="145"/>
                    <a:pt x="271" y="115"/>
                    <a:pt x="204" y="115"/>
                  </a:cubicBezTo>
                  <a:cubicBezTo>
                    <a:pt x="153" y="115"/>
                    <a:pt x="117" y="124"/>
                    <a:pt x="74" y="140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92" y="15"/>
                    <a:pt x="143" y="0"/>
                    <a:pt x="223" y="0"/>
                  </a:cubicBezTo>
                  <a:cubicBezTo>
                    <a:pt x="296" y="0"/>
                    <a:pt x="349" y="20"/>
                    <a:pt x="383" y="53"/>
                  </a:cubicBezTo>
                  <a:cubicBezTo>
                    <a:pt x="418" y="88"/>
                    <a:pt x="434" y="140"/>
                    <a:pt x="434" y="204"/>
                  </a:cubicBezTo>
                  <a:cubicBezTo>
                    <a:pt x="434" y="477"/>
                    <a:pt x="434" y="477"/>
                    <a:pt x="434" y="477"/>
                  </a:cubicBezTo>
                  <a:cubicBezTo>
                    <a:pt x="304" y="477"/>
                    <a:pt x="304" y="477"/>
                    <a:pt x="304" y="477"/>
                  </a:cubicBezTo>
                  <a:cubicBezTo>
                    <a:pt x="304" y="426"/>
                    <a:pt x="304" y="426"/>
                    <a:pt x="304" y="426"/>
                  </a:cubicBezTo>
                  <a:cubicBezTo>
                    <a:pt x="272" y="462"/>
                    <a:pt x="227" y="486"/>
                    <a:pt x="162" y="486"/>
                  </a:cubicBezTo>
                  <a:cubicBezTo>
                    <a:pt x="73" y="486"/>
                    <a:pt x="0" y="435"/>
                    <a:pt x="0" y="342"/>
                  </a:cubicBezTo>
                  <a:close/>
                  <a:moveTo>
                    <a:pt x="307" y="311"/>
                  </a:moveTo>
                  <a:cubicBezTo>
                    <a:pt x="307" y="287"/>
                    <a:pt x="307" y="287"/>
                    <a:pt x="307" y="287"/>
                  </a:cubicBezTo>
                  <a:cubicBezTo>
                    <a:pt x="284" y="277"/>
                    <a:pt x="254" y="270"/>
                    <a:pt x="222" y="270"/>
                  </a:cubicBezTo>
                  <a:cubicBezTo>
                    <a:pt x="164" y="270"/>
                    <a:pt x="129" y="292"/>
                    <a:pt x="129" y="335"/>
                  </a:cubicBezTo>
                  <a:cubicBezTo>
                    <a:pt x="129" y="336"/>
                    <a:pt x="129" y="336"/>
                    <a:pt x="129" y="336"/>
                  </a:cubicBezTo>
                  <a:cubicBezTo>
                    <a:pt x="129" y="372"/>
                    <a:pt x="159" y="394"/>
                    <a:pt x="202" y="394"/>
                  </a:cubicBezTo>
                  <a:cubicBezTo>
                    <a:pt x="265" y="394"/>
                    <a:pt x="307" y="359"/>
                    <a:pt x="307" y="3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6" name="Freeform 8">
              <a:extLst>
                <a:ext uri="{FF2B5EF4-FFF2-40B4-BE49-F238E27FC236}">
                  <a16:creationId xmlns:a16="http://schemas.microsoft.com/office/drawing/2014/main" id="{5E970BD7-4ED1-4105-99D1-3334AF6363B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59916" y="3170238"/>
              <a:ext cx="1384300" cy="1543050"/>
            </a:xfrm>
            <a:custGeom>
              <a:avLst/>
              <a:gdLst>
                <a:gd name="T0" fmla="*/ 0 w 432"/>
                <a:gd name="T1" fmla="*/ 9 h 480"/>
                <a:gd name="T2" fmla="*/ 133 w 432"/>
                <a:gd name="T3" fmla="*/ 9 h 480"/>
                <a:gd name="T4" fmla="*/ 133 w 432"/>
                <a:gd name="T5" fmla="*/ 75 h 480"/>
                <a:gd name="T6" fmla="*/ 272 w 432"/>
                <a:gd name="T7" fmla="*/ 0 h 480"/>
                <a:gd name="T8" fmla="*/ 432 w 432"/>
                <a:gd name="T9" fmla="*/ 175 h 480"/>
                <a:gd name="T10" fmla="*/ 432 w 432"/>
                <a:gd name="T11" fmla="*/ 480 h 480"/>
                <a:gd name="T12" fmla="*/ 298 w 432"/>
                <a:gd name="T13" fmla="*/ 480 h 480"/>
                <a:gd name="T14" fmla="*/ 298 w 432"/>
                <a:gd name="T15" fmla="*/ 217 h 480"/>
                <a:gd name="T16" fmla="*/ 217 w 432"/>
                <a:gd name="T17" fmla="*/ 121 h 480"/>
                <a:gd name="T18" fmla="*/ 133 w 432"/>
                <a:gd name="T19" fmla="*/ 217 h 480"/>
                <a:gd name="T20" fmla="*/ 133 w 432"/>
                <a:gd name="T21" fmla="*/ 480 h 480"/>
                <a:gd name="T22" fmla="*/ 0 w 432"/>
                <a:gd name="T23" fmla="*/ 480 h 480"/>
                <a:gd name="T24" fmla="*/ 0 w 432"/>
                <a:gd name="T25" fmla="*/ 9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2" h="480">
                  <a:moveTo>
                    <a:pt x="0" y="9"/>
                  </a:moveTo>
                  <a:cubicBezTo>
                    <a:pt x="133" y="9"/>
                    <a:pt x="133" y="9"/>
                    <a:pt x="133" y="9"/>
                  </a:cubicBezTo>
                  <a:cubicBezTo>
                    <a:pt x="133" y="75"/>
                    <a:pt x="133" y="75"/>
                    <a:pt x="133" y="75"/>
                  </a:cubicBezTo>
                  <a:cubicBezTo>
                    <a:pt x="164" y="36"/>
                    <a:pt x="204" y="0"/>
                    <a:pt x="272" y="0"/>
                  </a:cubicBezTo>
                  <a:cubicBezTo>
                    <a:pt x="373" y="0"/>
                    <a:pt x="432" y="67"/>
                    <a:pt x="432" y="175"/>
                  </a:cubicBezTo>
                  <a:cubicBezTo>
                    <a:pt x="432" y="480"/>
                    <a:pt x="432" y="480"/>
                    <a:pt x="432" y="480"/>
                  </a:cubicBezTo>
                  <a:cubicBezTo>
                    <a:pt x="298" y="480"/>
                    <a:pt x="298" y="480"/>
                    <a:pt x="298" y="480"/>
                  </a:cubicBezTo>
                  <a:cubicBezTo>
                    <a:pt x="298" y="217"/>
                    <a:pt x="298" y="217"/>
                    <a:pt x="298" y="217"/>
                  </a:cubicBezTo>
                  <a:cubicBezTo>
                    <a:pt x="298" y="154"/>
                    <a:pt x="268" y="121"/>
                    <a:pt x="217" y="121"/>
                  </a:cubicBezTo>
                  <a:cubicBezTo>
                    <a:pt x="166" y="121"/>
                    <a:pt x="133" y="154"/>
                    <a:pt x="133" y="217"/>
                  </a:cubicBezTo>
                  <a:cubicBezTo>
                    <a:pt x="133" y="480"/>
                    <a:pt x="133" y="480"/>
                    <a:pt x="133" y="480"/>
                  </a:cubicBezTo>
                  <a:cubicBezTo>
                    <a:pt x="0" y="480"/>
                    <a:pt x="0" y="480"/>
                    <a:pt x="0" y="480"/>
                  </a:cubicBezTo>
                  <a:lnTo>
                    <a:pt x="0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7" name="Freeform 9">
              <a:extLst>
                <a:ext uri="{FF2B5EF4-FFF2-40B4-BE49-F238E27FC236}">
                  <a16:creationId xmlns:a16="http://schemas.microsoft.com/office/drawing/2014/main" id="{E6A45631-65BC-4A78-A3E4-87FEAFCA48D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436593" y="2649538"/>
              <a:ext cx="1460500" cy="2063750"/>
            </a:xfrm>
            <a:custGeom>
              <a:avLst/>
              <a:gdLst>
                <a:gd name="T0" fmla="*/ 0 w 920"/>
                <a:gd name="T1" fmla="*/ 0 h 1300"/>
                <a:gd name="T2" fmla="*/ 270 w 920"/>
                <a:gd name="T3" fmla="*/ 0 h 1300"/>
                <a:gd name="T4" fmla="*/ 270 w 920"/>
                <a:gd name="T5" fmla="*/ 692 h 1300"/>
                <a:gd name="T6" fmla="*/ 585 w 920"/>
                <a:gd name="T7" fmla="*/ 346 h 1300"/>
                <a:gd name="T8" fmla="*/ 908 w 920"/>
                <a:gd name="T9" fmla="*/ 346 h 1300"/>
                <a:gd name="T10" fmla="*/ 547 w 920"/>
                <a:gd name="T11" fmla="*/ 721 h 1300"/>
                <a:gd name="T12" fmla="*/ 920 w 920"/>
                <a:gd name="T13" fmla="*/ 1300 h 1300"/>
                <a:gd name="T14" fmla="*/ 609 w 920"/>
                <a:gd name="T15" fmla="*/ 1300 h 1300"/>
                <a:gd name="T16" fmla="*/ 365 w 920"/>
                <a:gd name="T17" fmla="*/ 909 h 1300"/>
                <a:gd name="T18" fmla="*/ 270 w 920"/>
                <a:gd name="T19" fmla="*/ 1010 h 1300"/>
                <a:gd name="T20" fmla="*/ 270 w 920"/>
                <a:gd name="T21" fmla="*/ 1300 h 1300"/>
                <a:gd name="T22" fmla="*/ 0 w 920"/>
                <a:gd name="T23" fmla="*/ 1300 h 1300"/>
                <a:gd name="T24" fmla="*/ 0 w 920"/>
                <a:gd name="T25" fmla="*/ 0 h 13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20" h="1300">
                  <a:moveTo>
                    <a:pt x="0" y="0"/>
                  </a:moveTo>
                  <a:lnTo>
                    <a:pt x="270" y="0"/>
                  </a:lnTo>
                  <a:lnTo>
                    <a:pt x="270" y="692"/>
                  </a:lnTo>
                  <a:lnTo>
                    <a:pt x="585" y="346"/>
                  </a:lnTo>
                  <a:lnTo>
                    <a:pt x="908" y="346"/>
                  </a:lnTo>
                  <a:lnTo>
                    <a:pt x="547" y="721"/>
                  </a:lnTo>
                  <a:lnTo>
                    <a:pt x="920" y="1300"/>
                  </a:lnTo>
                  <a:lnTo>
                    <a:pt x="609" y="1300"/>
                  </a:lnTo>
                  <a:lnTo>
                    <a:pt x="365" y="909"/>
                  </a:lnTo>
                  <a:lnTo>
                    <a:pt x="270" y="1010"/>
                  </a:lnTo>
                  <a:lnTo>
                    <a:pt x="270" y="1300"/>
                  </a:lnTo>
                  <a:lnTo>
                    <a:pt x="0" y="130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8" name="Freeform 10">
              <a:extLst>
                <a:ext uri="{FF2B5EF4-FFF2-40B4-BE49-F238E27FC236}">
                  <a16:creationId xmlns:a16="http://schemas.microsoft.com/office/drawing/2014/main" id="{18305435-2E19-4463-94E0-3E02E977613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919896" y="3173413"/>
              <a:ext cx="1227138" cy="1568450"/>
            </a:xfrm>
            <a:custGeom>
              <a:avLst/>
              <a:gdLst>
                <a:gd name="T0" fmla="*/ 0 w 383"/>
                <a:gd name="T1" fmla="*/ 417 h 488"/>
                <a:gd name="T2" fmla="*/ 57 w 383"/>
                <a:gd name="T3" fmla="*/ 329 h 488"/>
                <a:gd name="T4" fmla="*/ 206 w 383"/>
                <a:gd name="T5" fmla="*/ 385 h 488"/>
                <a:gd name="T6" fmla="*/ 262 w 383"/>
                <a:gd name="T7" fmla="*/ 350 h 488"/>
                <a:gd name="T8" fmla="*/ 262 w 383"/>
                <a:gd name="T9" fmla="*/ 348 h 488"/>
                <a:gd name="T10" fmla="*/ 165 w 383"/>
                <a:gd name="T11" fmla="*/ 294 h 488"/>
                <a:gd name="T12" fmla="*/ 24 w 383"/>
                <a:gd name="T13" fmla="*/ 152 h 488"/>
                <a:gd name="T14" fmla="*/ 24 w 383"/>
                <a:gd name="T15" fmla="*/ 150 h 488"/>
                <a:gd name="T16" fmla="*/ 196 w 383"/>
                <a:gd name="T17" fmla="*/ 0 h 488"/>
                <a:gd name="T18" fmla="*/ 372 w 383"/>
                <a:gd name="T19" fmla="*/ 55 h 488"/>
                <a:gd name="T20" fmla="*/ 321 w 383"/>
                <a:gd name="T21" fmla="*/ 147 h 488"/>
                <a:gd name="T22" fmla="*/ 194 w 383"/>
                <a:gd name="T23" fmla="*/ 103 h 488"/>
                <a:gd name="T24" fmla="*/ 144 w 383"/>
                <a:gd name="T25" fmla="*/ 136 h 488"/>
                <a:gd name="T26" fmla="*/ 144 w 383"/>
                <a:gd name="T27" fmla="*/ 138 h 488"/>
                <a:gd name="T28" fmla="*/ 240 w 383"/>
                <a:gd name="T29" fmla="*/ 194 h 488"/>
                <a:gd name="T30" fmla="*/ 383 w 383"/>
                <a:gd name="T31" fmla="*/ 334 h 488"/>
                <a:gd name="T32" fmla="*/ 383 w 383"/>
                <a:gd name="T33" fmla="*/ 336 h 488"/>
                <a:gd name="T34" fmla="*/ 203 w 383"/>
                <a:gd name="T35" fmla="*/ 488 h 488"/>
                <a:gd name="T36" fmla="*/ 0 w 383"/>
                <a:gd name="T37" fmla="*/ 417 h 4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83" h="488">
                  <a:moveTo>
                    <a:pt x="0" y="417"/>
                  </a:moveTo>
                  <a:cubicBezTo>
                    <a:pt x="57" y="329"/>
                    <a:pt x="57" y="329"/>
                    <a:pt x="57" y="329"/>
                  </a:cubicBezTo>
                  <a:cubicBezTo>
                    <a:pt x="108" y="366"/>
                    <a:pt x="162" y="385"/>
                    <a:pt x="206" y="385"/>
                  </a:cubicBezTo>
                  <a:cubicBezTo>
                    <a:pt x="245" y="385"/>
                    <a:pt x="262" y="371"/>
                    <a:pt x="262" y="350"/>
                  </a:cubicBezTo>
                  <a:cubicBezTo>
                    <a:pt x="262" y="348"/>
                    <a:pt x="262" y="348"/>
                    <a:pt x="262" y="348"/>
                  </a:cubicBezTo>
                  <a:cubicBezTo>
                    <a:pt x="262" y="319"/>
                    <a:pt x="217" y="309"/>
                    <a:pt x="165" y="294"/>
                  </a:cubicBezTo>
                  <a:cubicBezTo>
                    <a:pt x="99" y="274"/>
                    <a:pt x="24" y="243"/>
                    <a:pt x="24" y="152"/>
                  </a:cubicBezTo>
                  <a:cubicBezTo>
                    <a:pt x="24" y="150"/>
                    <a:pt x="24" y="150"/>
                    <a:pt x="24" y="150"/>
                  </a:cubicBezTo>
                  <a:cubicBezTo>
                    <a:pt x="24" y="54"/>
                    <a:pt x="101" y="0"/>
                    <a:pt x="196" y="0"/>
                  </a:cubicBezTo>
                  <a:cubicBezTo>
                    <a:pt x="256" y="0"/>
                    <a:pt x="321" y="21"/>
                    <a:pt x="372" y="55"/>
                  </a:cubicBezTo>
                  <a:cubicBezTo>
                    <a:pt x="321" y="147"/>
                    <a:pt x="321" y="147"/>
                    <a:pt x="321" y="147"/>
                  </a:cubicBezTo>
                  <a:cubicBezTo>
                    <a:pt x="275" y="120"/>
                    <a:pt x="228" y="103"/>
                    <a:pt x="194" y="103"/>
                  </a:cubicBezTo>
                  <a:cubicBezTo>
                    <a:pt x="161" y="103"/>
                    <a:pt x="144" y="118"/>
                    <a:pt x="144" y="136"/>
                  </a:cubicBezTo>
                  <a:cubicBezTo>
                    <a:pt x="144" y="138"/>
                    <a:pt x="144" y="138"/>
                    <a:pt x="144" y="138"/>
                  </a:cubicBezTo>
                  <a:cubicBezTo>
                    <a:pt x="144" y="164"/>
                    <a:pt x="189" y="176"/>
                    <a:pt x="240" y="194"/>
                  </a:cubicBezTo>
                  <a:cubicBezTo>
                    <a:pt x="306" y="216"/>
                    <a:pt x="383" y="248"/>
                    <a:pt x="383" y="334"/>
                  </a:cubicBezTo>
                  <a:cubicBezTo>
                    <a:pt x="383" y="336"/>
                    <a:pt x="383" y="336"/>
                    <a:pt x="383" y="336"/>
                  </a:cubicBezTo>
                  <a:cubicBezTo>
                    <a:pt x="383" y="440"/>
                    <a:pt x="305" y="488"/>
                    <a:pt x="203" y="488"/>
                  </a:cubicBezTo>
                  <a:cubicBezTo>
                    <a:pt x="137" y="488"/>
                    <a:pt x="63" y="466"/>
                    <a:pt x="0" y="4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9" name="Oval 11">
              <a:extLst>
                <a:ext uri="{FF2B5EF4-FFF2-40B4-BE49-F238E27FC236}">
                  <a16:creationId xmlns:a16="http://schemas.microsoft.com/office/drawing/2014/main" id="{4042F30B-B4AB-4D8A-965F-AC5546FC55EB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9282260" y="4167188"/>
              <a:ext cx="544513" cy="5461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2161995820"/>
      </p:ext>
    </p:extLst>
  </p:cSld>
  <p:clrMapOvr>
    <a:masterClrMapping/>
  </p:clrMapOvr>
  <p:transition spd="med"/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752974" y="6473952"/>
            <a:ext cx="439026" cy="15544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itle 28">
            <a:extLst>
              <a:ext uri="{FF2B5EF4-FFF2-40B4-BE49-F238E27FC236}">
                <a16:creationId xmlns:a16="http://schemas.microsoft.com/office/drawing/2014/main" id="{ED393E73-9AD2-451E-8C09-450A7C705C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48783" y="402337"/>
            <a:ext cx="11076268" cy="399921"/>
          </a:xfrm>
          <a:prstGeom prst="rect">
            <a:avLst/>
          </a:prstGeom>
        </p:spPr>
        <p:txBody>
          <a:bodyPr wrap="square" lIns="0" tIns="0" rIns="0" bIns="0" anchor="t" anchorCtr="0"/>
          <a:lstStyle>
            <a:lvl1pPr marL="0" algn="l" defTabSz="1219200" rtl="0" eaLnBrk="1" latinLnBrk="0" hangingPunct="1">
              <a:lnSpc>
                <a:spcPts val="3200"/>
              </a:lnSpc>
              <a:spcBef>
                <a:spcPct val="0"/>
              </a:spcBef>
              <a:buNone/>
              <a:tabLst>
                <a:tab pos="1218565" algn="l"/>
              </a:tabLst>
              <a:defRPr lang="en-US" sz="3000" b="1" kern="1200" cap="none" spc="-150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r>
              <a:rPr lang="zh-CN" altLang="en-US"/>
              <a:t>添加标题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393140"/>
      </p:ext>
    </p:extLst>
  </p:cSld>
  <p:clrMapOvr>
    <a:masterClrMapping/>
  </p:clrMapOvr>
  <p:transition spd="med"/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EAEF71-7E49-9D58-96DF-22A732636D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1" y="1122363"/>
            <a:ext cx="9144000" cy="2387600"/>
          </a:xfrm>
        </p:spPr>
        <p:txBody>
          <a:bodyPr anchor="b"/>
          <a:lstStyle>
            <a:lvl1pPr algn="ctr">
              <a:defRPr sz="5998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DCF7F50-A015-AB8B-9743-49E1670113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1" y="3602038"/>
            <a:ext cx="9144000" cy="1655762"/>
          </a:xfrm>
        </p:spPr>
        <p:txBody>
          <a:bodyPr/>
          <a:lstStyle>
            <a:lvl1pPr marL="0" indent="0" algn="ctr">
              <a:buNone/>
              <a:defRPr sz="2399"/>
            </a:lvl1pPr>
            <a:lvl2pPr marL="457063" indent="0" algn="ctr">
              <a:buNone/>
              <a:defRPr sz="1999"/>
            </a:lvl2pPr>
            <a:lvl3pPr marL="914126" indent="0" algn="ctr">
              <a:buNone/>
              <a:defRPr sz="1799"/>
            </a:lvl3pPr>
            <a:lvl4pPr marL="1371189" indent="0" algn="ctr">
              <a:buNone/>
              <a:defRPr sz="1600"/>
            </a:lvl4pPr>
            <a:lvl5pPr marL="1828251" indent="0" algn="ctr">
              <a:buNone/>
              <a:defRPr sz="1600"/>
            </a:lvl5pPr>
            <a:lvl6pPr marL="2285314" indent="0" algn="ctr">
              <a:buNone/>
              <a:defRPr sz="1600"/>
            </a:lvl6pPr>
            <a:lvl7pPr marL="2742377" indent="0" algn="ctr">
              <a:buNone/>
              <a:defRPr sz="1600"/>
            </a:lvl7pPr>
            <a:lvl8pPr marL="3199440" indent="0" algn="ctr">
              <a:buNone/>
              <a:defRPr sz="1600"/>
            </a:lvl8pPr>
            <a:lvl9pPr marL="3656503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77469B5-65AE-0787-BD5E-8040109D8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17C91-2458-4E77-AC34-DC72AC3F8CA4}" type="datetimeFigureOut">
              <a:rPr lang="zh-CN" altLang="en-US" smtClean="0"/>
              <a:t>2026/9/28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3EE1BC-1555-C324-FD95-0BB2737E5D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4E0D201-CF1B-1A0E-3397-C56A5E4570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EC763-20E4-4209-84C2-0A72827A835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6863912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49B174-A5F1-25EC-E821-1657DA765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326B3C5-F6C6-8319-F011-44107F4192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FEDAEF6-1169-D180-A52D-8C60F90BD3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17C91-2458-4E77-AC34-DC72AC3F8CA4}" type="datetimeFigureOut">
              <a:rPr lang="zh-CN" altLang="en-US" smtClean="0"/>
              <a:t>2026/9/28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DDA2C64-5D71-E948-641D-A7B46FEDC7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DC51A68-A99A-479E-5BE1-A8E2A5E54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EC763-20E4-4209-84C2-0A72827A835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7983067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E40D8C-3C8E-7FB8-CD2A-9C7D52430B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40"/>
            <a:ext cx="10515600" cy="2852737"/>
          </a:xfrm>
        </p:spPr>
        <p:txBody>
          <a:bodyPr anchor="b"/>
          <a:lstStyle>
            <a:lvl1pPr>
              <a:defRPr sz="5998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934630D-6E7A-DAD3-528C-EAB4A9B674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5"/>
            <a:ext cx="10515600" cy="1500187"/>
          </a:xfrm>
        </p:spPr>
        <p:txBody>
          <a:bodyPr/>
          <a:lstStyle>
            <a:lvl1pPr marL="0" indent="0">
              <a:buNone/>
              <a:defRPr sz="2399">
                <a:solidFill>
                  <a:schemeClr val="tx1">
                    <a:tint val="82000"/>
                  </a:schemeClr>
                </a:solidFill>
              </a:defRPr>
            </a:lvl1pPr>
            <a:lvl2pPr marL="457063" indent="0">
              <a:buNone/>
              <a:defRPr sz="1999">
                <a:solidFill>
                  <a:schemeClr val="tx1">
                    <a:tint val="82000"/>
                  </a:schemeClr>
                </a:solidFill>
              </a:defRPr>
            </a:lvl2pPr>
            <a:lvl3pPr marL="914126" indent="0">
              <a:buNone/>
              <a:defRPr sz="1799">
                <a:solidFill>
                  <a:schemeClr val="tx1">
                    <a:tint val="82000"/>
                  </a:schemeClr>
                </a:solidFill>
              </a:defRPr>
            </a:lvl3pPr>
            <a:lvl4pPr marL="1371189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251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5314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2377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19944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6503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8005833-8FD1-B196-3D93-4506547751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17C91-2458-4E77-AC34-DC72AC3F8CA4}" type="datetimeFigureOut">
              <a:rPr lang="zh-CN" altLang="en-US" smtClean="0"/>
              <a:t>2026/9/28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4E0D26E-8B63-F8B3-CDF1-5C3B0FC8BB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566665-E0AC-136C-0316-7AF785559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EC763-20E4-4209-84C2-0A72827A835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1613975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C94BB8-ACDF-5CA0-D399-037122A04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AF536BB-FF33-3D64-8F4B-9B18DE03D3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F810586-9B74-7F1F-ABF6-9D74365C29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D926B91-4E55-985D-D5BE-CBA69E2B8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17C91-2458-4E77-AC34-DC72AC3F8CA4}" type="datetimeFigureOut">
              <a:rPr lang="zh-CN" altLang="en-US" smtClean="0"/>
              <a:t>2026/9/28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1D0D5F3-011F-C9EE-F357-BB8A74AE8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CBCAF9E-1C5D-CCB7-923F-2939C2A3C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EC763-20E4-4209-84C2-0A72827A835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6477819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BECC66-2AAE-5858-6CE0-B8F3228E61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7F31998-A32D-2E81-C741-FD2FB46DBE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399" b="1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DB5AF01-CAB9-D97E-4D4A-9042BA58FB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341E751-9D4E-9667-39F6-13706A5127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399" b="1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402C52F-1C46-B3B9-1A57-3DFEABA264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7336C64-6133-CD22-F710-C9AC519F8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17C91-2458-4E77-AC34-DC72AC3F8CA4}" type="datetimeFigureOut">
              <a:rPr lang="zh-CN" altLang="en-US" smtClean="0"/>
              <a:t>2026/9/28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BAD6DC2-C0F6-C9E8-A13C-329AB5649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B1A54FD-AE4D-194D-05AF-8EDF85606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EC763-20E4-4209-84C2-0A72827A835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4134162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C1D423-4B3D-A9D8-18C2-6183316B0F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0BE70EC-E800-BA30-29DC-8D52A8FA44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17C91-2458-4E77-AC34-DC72AC3F8CA4}" type="datetimeFigureOut">
              <a:rPr lang="zh-CN" altLang="en-US" smtClean="0"/>
              <a:t>2026/9/28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8ED8265-3869-C9F2-242A-BFE7454F9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C03F314-51DD-1E78-96EA-F1FE5B585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EC763-20E4-4209-84C2-0A72827A835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3431113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3A5F13E-DEBD-71CF-2C0F-465E312118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17C91-2458-4E77-AC34-DC72AC3F8CA4}" type="datetimeFigureOut">
              <a:rPr lang="zh-CN" altLang="en-US" smtClean="0"/>
              <a:t>2026/9/28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820C5AA-0C43-764F-DAD5-5C61195C11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4EA3B76-95A3-EF0E-275D-82BE09248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EC763-20E4-4209-84C2-0A72827A835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6313489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0CDB01-E23B-5A04-BDB0-E333816EA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3199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E7229EF-C117-F1A2-443A-23AD835E0B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199"/>
            </a:lvl1pPr>
            <a:lvl2pPr>
              <a:defRPr sz="2799"/>
            </a:lvl2pPr>
            <a:lvl3pPr>
              <a:defRPr sz="2399"/>
            </a:lvl3pPr>
            <a:lvl4pPr>
              <a:defRPr sz="1999"/>
            </a:lvl4pPr>
            <a:lvl5pPr>
              <a:defRPr sz="1999"/>
            </a:lvl5pPr>
            <a:lvl6pPr>
              <a:defRPr sz="1999"/>
            </a:lvl6pPr>
            <a:lvl7pPr>
              <a:defRPr sz="1999"/>
            </a:lvl7pPr>
            <a:lvl8pPr>
              <a:defRPr sz="1999"/>
            </a:lvl8pPr>
            <a:lvl9pPr>
              <a:defRPr sz="1999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ED1D9C5-34C8-DBEF-7AB3-61AEBF52D1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CAE873C-980B-C19E-66EA-5DFC4B0DA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17C91-2458-4E77-AC34-DC72AC3F8CA4}" type="datetimeFigureOut">
              <a:rPr lang="zh-CN" altLang="en-US" smtClean="0"/>
              <a:t>2026/9/28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613140E-2121-1F6E-EE3B-A158E3A7A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93D2BA2-9316-AE01-1C48-66701F03D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EC763-20E4-4209-84C2-0A72827A835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6601015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27C0F0-ED36-B86B-CE9B-E6B398ABA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3199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4F23784-003F-DD87-E897-238EA0A58C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199"/>
            </a:lvl1pPr>
            <a:lvl2pPr marL="457063" indent="0">
              <a:buNone/>
              <a:defRPr sz="2799"/>
            </a:lvl2pPr>
            <a:lvl3pPr marL="914126" indent="0">
              <a:buNone/>
              <a:defRPr sz="2399"/>
            </a:lvl3pPr>
            <a:lvl4pPr marL="1371189" indent="0">
              <a:buNone/>
              <a:defRPr sz="1999"/>
            </a:lvl4pPr>
            <a:lvl5pPr marL="1828251" indent="0">
              <a:buNone/>
              <a:defRPr sz="1999"/>
            </a:lvl5pPr>
            <a:lvl6pPr marL="2285314" indent="0">
              <a:buNone/>
              <a:defRPr sz="1999"/>
            </a:lvl6pPr>
            <a:lvl7pPr marL="2742377" indent="0">
              <a:buNone/>
              <a:defRPr sz="1999"/>
            </a:lvl7pPr>
            <a:lvl8pPr marL="3199440" indent="0">
              <a:buNone/>
              <a:defRPr sz="1999"/>
            </a:lvl8pPr>
            <a:lvl9pPr marL="3656503" indent="0">
              <a:buNone/>
              <a:defRPr sz="1999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1BB6051-42F9-5058-A322-45DBEC893D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BDB95EC-4129-8AF8-E4D8-48DEF5C732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17C91-2458-4E77-AC34-DC72AC3F8CA4}" type="datetimeFigureOut">
              <a:rPr lang="zh-CN" altLang="en-US" smtClean="0"/>
              <a:t>2026/9/28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2D84964-30BB-D105-C25D-255CAF851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D802D04-42B8-0143-6C70-7102E0CF4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EC763-20E4-4209-84C2-0A72827A835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3064125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85AB1F-BA3B-6C76-795E-BA2317898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1AA4564-2C60-8643-2C59-22962524A8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2D6E711-124E-3169-7C45-6E0B2E069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17C91-2458-4E77-AC34-DC72AC3F8CA4}" type="datetimeFigureOut">
              <a:rPr lang="zh-CN" altLang="en-US" smtClean="0"/>
              <a:t>2026/9/28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AB1E186-2B29-910E-63E0-97B676F7B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40D4912-BF11-978F-AE31-AA5E545DF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EC763-20E4-4209-84C2-0A72827A835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0583167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482EC71-6A46-C188-26B9-BAFF07DFE6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D8AD53D-F03C-7E35-A6D9-EB9EED013A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9E6A952-5BA2-E9FA-20EC-4D2E96E91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17C91-2458-4E77-AC34-DC72AC3F8CA4}" type="datetimeFigureOut">
              <a:rPr lang="zh-CN" altLang="en-US" smtClean="0"/>
              <a:t>2026/9/28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F783386-C51C-AC16-69A8-ED57DFB75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8F6DAC1-BD62-C4A9-4336-D57E86981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EC763-20E4-4209-84C2-0A72827A835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3400315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_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2" y="442528"/>
            <a:ext cx="10670780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621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621" algn="l"/>
              </a:tabLst>
              <a:defRPr lang="en-US" sz="3199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BEE098D-3AB1-76DB-7D94-47416B95B315}"/>
              </a:ext>
            </a:extLst>
          </p:cNvPr>
          <p:cNvSpPr txBox="1"/>
          <p:nvPr userDrawn="1"/>
        </p:nvSpPr>
        <p:spPr>
          <a:xfrm>
            <a:off x="1602706" y="6401580"/>
            <a:ext cx="411587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2024 Lenovo Internal. All rights reserved.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7D3A8838-C4DB-A234-AE13-77FD359114A0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611" y="6348283"/>
            <a:ext cx="777442" cy="259316"/>
            <a:chOff x="547688" y="952500"/>
            <a:chExt cx="12190413" cy="4067175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27C46987-CA04-04BE-C5FA-56E293EEB90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9"/>
            </a:p>
          </p:txBody>
        </p:sp>
        <p:sp>
          <p:nvSpPr>
            <p:cNvPr id="28" name="Freeform 7">
              <a:extLst>
                <a:ext uri="{FF2B5EF4-FFF2-40B4-BE49-F238E27FC236}">
                  <a16:creationId xmlns:a16="http://schemas.microsoft.com/office/drawing/2014/main" id="{91EA1B80-EF2A-EAE6-2B00-FF82A140564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9"/>
            </a:p>
          </p:txBody>
        </p:sp>
        <p:sp>
          <p:nvSpPr>
            <p:cNvPr id="29" name="Freeform 8">
              <a:extLst>
                <a:ext uri="{FF2B5EF4-FFF2-40B4-BE49-F238E27FC236}">
                  <a16:creationId xmlns:a16="http://schemas.microsoft.com/office/drawing/2014/main" id="{679F583A-C57A-3239-E8A4-1C575A0EA73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9"/>
            </a:p>
          </p:txBody>
        </p:sp>
        <p:sp>
          <p:nvSpPr>
            <p:cNvPr id="30" name="Freeform 9">
              <a:extLst>
                <a:ext uri="{FF2B5EF4-FFF2-40B4-BE49-F238E27FC236}">
                  <a16:creationId xmlns:a16="http://schemas.microsoft.com/office/drawing/2014/main" id="{36324797-C488-8192-F77E-9F600E5490D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9"/>
            </a:p>
          </p:txBody>
        </p:sp>
        <p:sp>
          <p:nvSpPr>
            <p:cNvPr id="31" name="Freeform 10">
              <a:extLst>
                <a:ext uri="{FF2B5EF4-FFF2-40B4-BE49-F238E27FC236}">
                  <a16:creationId xmlns:a16="http://schemas.microsoft.com/office/drawing/2014/main" id="{6A067FCF-35DE-4E09-CCD5-280D653D4A6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9"/>
            </a:p>
          </p:txBody>
        </p:sp>
        <p:sp>
          <p:nvSpPr>
            <p:cNvPr id="32" name="Freeform 10">
              <a:extLst>
                <a:ext uri="{FF2B5EF4-FFF2-40B4-BE49-F238E27FC236}">
                  <a16:creationId xmlns:a16="http://schemas.microsoft.com/office/drawing/2014/main" id="{65171654-F4B2-F1B9-6AF4-18F3A499E48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9"/>
            </a:p>
          </p:txBody>
        </p:sp>
        <p:sp>
          <p:nvSpPr>
            <p:cNvPr id="33" name="Freeform 11">
              <a:extLst>
                <a:ext uri="{FF2B5EF4-FFF2-40B4-BE49-F238E27FC236}">
                  <a16:creationId xmlns:a16="http://schemas.microsoft.com/office/drawing/2014/main" id="{7E3A5950-4507-5E83-F8E2-F78AD0930D0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9"/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245D89D-54AB-A7D6-4141-95E6B3C3695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8463639"/>
      </p:ext>
    </p:extLst>
  </p:cSld>
  <p:clrMapOvr>
    <a:masterClrMapping/>
  </p:clrMapOvr>
</p:sldLayout>
</file>

<file path=ppt/slideMasters/_rels/slideMaster1.xml.rels><?xml version='1.0' encoding='utf-8'?>
<ns0:Relationships xmlns:ns0="http://schemas.openxmlformats.org/package/2006/relationships"><ns0:Relationship Id="rId8" Type="http://schemas.openxmlformats.org/officeDocument/2006/relationships/slideLayout" Target="../slideLayouts/slideLayout8.xml" /><ns0:Relationship Id="rId13" Type="http://schemas.openxmlformats.org/officeDocument/2006/relationships/slideLayout" Target="../slideLayouts/slideLayout13.xml" /><ns0:Relationship Id="rId3" Type="http://schemas.openxmlformats.org/officeDocument/2006/relationships/slideLayout" Target="../slideLayouts/slideLayout3.xml" /><ns0:Relationship Id="rId7" Type="http://schemas.openxmlformats.org/officeDocument/2006/relationships/slideLayout" Target="../slideLayouts/slideLayout7.xml" /><ns0:Relationship Id="rId12" Type="http://schemas.openxmlformats.org/officeDocument/2006/relationships/slideLayout" Target="../slideLayouts/slideLayout12.xml" /><ns0:Relationship Id="rId2" Type="http://schemas.openxmlformats.org/officeDocument/2006/relationships/slideLayout" Target="../slideLayouts/slideLayout2.xml" /><ns0:Relationship Id="rId1" Type="http://schemas.openxmlformats.org/officeDocument/2006/relationships/slideLayout" Target="../slideLayouts/slideLayout1.xml" /><ns0:Relationship Id="rId6" Type="http://schemas.openxmlformats.org/officeDocument/2006/relationships/slideLayout" Target="../slideLayouts/slideLayout6.xml" /><ns0:Relationship Id="rId11" Type="http://schemas.openxmlformats.org/officeDocument/2006/relationships/slideLayout" Target="../slideLayouts/slideLayout11.xml" /><ns0:Relationship Id="rId5" Type="http://schemas.openxmlformats.org/officeDocument/2006/relationships/slideLayout" Target="../slideLayouts/slideLayout5.xml" /><ns0:Relationship Id="rId15" Type="http://schemas.openxmlformats.org/officeDocument/2006/relationships/theme" Target="../theme/theme1.xml" /><ns0:Relationship Id="rId10" Type="http://schemas.openxmlformats.org/officeDocument/2006/relationships/slideLayout" Target="../slideLayouts/slideLayout10.xml" /><ns0:Relationship Id="rId4" Type="http://schemas.openxmlformats.org/officeDocument/2006/relationships/slideLayout" Target="../slideLayouts/slideLayout4.xml" /><ns0:Relationship Id="rId9" Type="http://schemas.openxmlformats.org/officeDocument/2006/relationships/slideLayout" Target="../slideLayouts/slideLayout9.xml" /><ns0:Relationship Id="rId14" Type="http://schemas.openxmlformats.org/officeDocument/2006/relationships/slideLayout" Target="../slideLayouts/slideLayout14.xml" /></ns0:Relationships>
</file>

<file path=ppt/slideMasters/_rels/slideMaster2.xml.rels><?xml version='1.0' encoding='utf-8'?>
<ns0:Relationships xmlns:ns0="http://schemas.openxmlformats.org/package/2006/relationships"><ns0:Relationship Id="rId13" Type="http://schemas.openxmlformats.org/officeDocument/2006/relationships/slideLayout" Target="../slideLayouts/slideLayout27.xml" /><ns0:Relationship Id="rId18" Type="http://schemas.openxmlformats.org/officeDocument/2006/relationships/slideLayout" Target="../slideLayouts/slideLayout32.xml" /><ns0:Relationship Id="rId26" Type="http://schemas.openxmlformats.org/officeDocument/2006/relationships/slideLayout" Target="../slideLayouts/slideLayout40.xml" /><ns0:Relationship Id="rId39" Type="http://schemas.openxmlformats.org/officeDocument/2006/relationships/slideLayout" Target="../slideLayouts/slideLayout53.xml" /><ns0:Relationship Id="rId21" Type="http://schemas.openxmlformats.org/officeDocument/2006/relationships/slideLayout" Target="../slideLayouts/slideLayout35.xml" /><ns0:Relationship Id="rId34" Type="http://schemas.openxmlformats.org/officeDocument/2006/relationships/slideLayout" Target="../slideLayouts/slideLayout48.xml" /><ns0:Relationship Id="rId42" Type="http://schemas.openxmlformats.org/officeDocument/2006/relationships/slideLayout" Target="../slideLayouts/slideLayout56.xml" /><ns0:Relationship Id="rId47" Type="http://schemas.openxmlformats.org/officeDocument/2006/relationships/slideLayout" Target="../slideLayouts/slideLayout61.xml" /><ns0:Relationship Id="rId50" Type="http://schemas.openxmlformats.org/officeDocument/2006/relationships/oleObject" Target="../embeddings/oleObject1.bin" /><ns0:Relationship Id="rId7" Type="http://schemas.openxmlformats.org/officeDocument/2006/relationships/slideLayout" Target="../slideLayouts/slideLayout21.xml" /><ns0:Relationship Id="rId2" Type="http://schemas.openxmlformats.org/officeDocument/2006/relationships/slideLayout" Target="../slideLayouts/slideLayout16.xml" /><ns0:Relationship Id="rId16" Type="http://schemas.openxmlformats.org/officeDocument/2006/relationships/slideLayout" Target="../slideLayouts/slideLayout30.xml" /><ns0:Relationship Id="rId29" Type="http://schemas.openxmlformats.org/officeDocument/2006/relationships/slideLayout" Target="../slideLayouts/slideLayout43.xml" /><ns0:Relationship Id="rId11" Type="http://schemas.openxmlformats.org/officeDocument/2006/relationships/slideLayout" Target="../slideLayouts/slideLayout25.xml" /><ns0:Relationship Id="rId24" Type="http://schemas.openxmlformats.org/officeDocument/2006/relationships/slideLayout" Target="../slideLayouts/slideLayout38.xml" /><ns0:Relationship Id="rId32" Type="http://schemas.openxmlformats.org/officeDocument/2006/relationships/slideLayout" Target="../slideLayouts/slideLayout46.xml" /><ns0:Relationship Id="rId37" Type="http://schemas.openxmlformats.org/officeDocument/2006/relationships/slideLayout" Target="../slideLayouts/slideLayout51.xml" /><ns0:Relationship Id="rId40" Type="http://schemas.openxmlformats.org/officeDocument/2006/relationships/slideLayout" Target="../slideLayouts/slideLayout54.xml" /><ns0:Relationship Id="rId45" Type="http://schemas.openxmlformats.org/officeDocument/2006/relationships/slideLayout" Target="../slideLayouts/slideLayout59.xml" /><ns0:Relationship Id="rId5" Type="http://schemas.openxmlformats.org/officeDocument/2006/relationships/slideLayout" Target="../slideLayouts/slideLayout19.xml" /><ns0:Relationship Id="rId15" Type="http://schemas.openxmlformats.org/officeDocument/2006/relationships/slideLayout" Target="../slideLayouts/slideLayout29.xml" /><ns0:Relationship Id="rId23" Type="http://schemas.openxmlformats.org/officeDocument/2006/relationships/slideLayout" Target="../slideLayouts/slideLayout37.xml" /><ns0:Relationship Id="rId28" Type="http://schemas.openxmlformats.org/officeDocument/2006/relationships/slideLayout" Target="../slideLayouts/slideLayout42.xml" /><ns0:Relationship Id="rId36" Type="http://schemas.openxmlformats.org/officeDocument/2006/relationships/slideLayout" Target="../slideLayouts/slideLayout50.xml" /><ns0:Relationship Id="rId10" Type="http://schemas.openxmlformats.org/officeDocument/2006/relationships/slideLayout" Target="../slideLayouts/slideLayout24.xml" /><ns0:Relationship Id="rId19" Type="http://schemas.openxmlformats.org/officeDocument/2006/relationships/slideLayout" Target="../slideLayouts/slideLayout33.xml" /><ns0:Relationship Id="rId31" Type="http://schemas.openxmlformats.org/officeDocument/2006/relationships/slideLayout" Target="../slideLayouts/slideLayout45.xml" /><ns0:Relationship Id="rId44" Type="http://schemas.openxmlformats.org/officeDocument/2006/relationships/slideLayout" Target="../slideLayouts/slideLayout58.xml" /><ns0:Relationship Id="rId4" Type="http://schemas.openxmlformats.org/officeDocument/2006/relationships/slideLayout" Target="../slideLayouts/slideLayout18.xml" /><ns0:Relationship Id="rId9" Type="http://schemas.openxmlformats.org/officeDocument/2006/relationships/slideLayout" Target="../slideLayouts/slideLayout23.xml" /><ns0:Relationship Id="rId14" Type="http://schemas.openxmlformats.org/officeDocument/2006/relationships/slideLayout" Target="../slideLayouts/slideLayout28.xml" /><ns0:Relationship Id="rId22" Type="http://schemas.openxmlformats.org/officeDocument/2006/relationships/slideLayout" Target="../slideLayouts/slideLayout36.xml" /><ns0:Relationship Id="rId27" Type="http://schemas.openxmlformats.org/officeDocument/2006/relationships/slideLayout" Target="../slideLayouts/slideLayout41.xml" /><ns0:Relationship Id="rId30" Type="http://schemas.openxmlformats.org/officeDocument/2006/relationships/slideLayout" Target="../slideLayouts/slideLayout44.xml" /><ns0:Relationship Id="rId35" Type="http://schemas.openxmlformats.org/officeDocument/2006/relationships/slideLayout" Target="../slideLayouts/slideLayout49.xml" /><ns0:Relationship Id="rId43" Type="http://schemas.openxmlformats.org/officeDocument/2006/relationships/slideLayout" Target="../slideLayouts/slideLayout57.xml" /><ns0:Relationship Id="rId48" Type="http://schemas.openxmlformats.org/officeDocument/2006/relationships/theme" Target="../theme/theme2.xml" /><ns0:Relationship Id="rId8" Type="http://schemas.openxmlformats.org/officeDocument/2006/relationships/slideLayout" Target="../slideLayouts/slideLayout22.xml" /><ns0:Relationship Id="rId51" Type="http://schemas.openxmlformats.org/officeDocument/2006/relationships/image" Target="../media/image2.emf" /><ns0:Relationship Id="rId3" Type="http://schemas.openxmlformats.org/officeDocument/2006/relationships/slideLayout" Target="../slideLayouts/slideLayout17.xml" /><ns0:Relationship Id="rId12" Type="http://schemas.openxmlformats.org/officeDocument/2006/relationships/slideLayout" Target="../slideLayouts/slideLayout26.xml" /><ns0:Relationship Id="rId17" Type="http://schemas.openxmlformats.org/officeDocument/2006/relationships/slideLayout" Target="../slideLayouts/slideLayout31.xml" /><ns0:Relationship Id="rId25" Type="http://schemas.openxmlformats.org/officeDocument/2006/relationships/slideLayout" Target="../slideLayouts/slideLayout39.xml" /><ns0:Relationship Id="rId33" Type="http://schemas.openxmlformats.org/officeDocument/2006/relationships/slideLayout" Target="../slideLayouts/slideLayout47.xml" /><ns0:Relationship Id="rId38" Type="http://schemas.openxmlformats.org/officeDocument/2006/relationships/slideLayout" Target="../slideLayouts/slideLayout52.xml" /><ns0:Relationship Id="rId46" Type="http://schemas.openxmlformats.org/officeDocument/2006/relationships/slideLayout" Target="../slideLayouts/slideLayout60.xml" /><ns0:Relationship Id="rId20" Type="http://schemas.openxmlformats.org/officeDocument/2006/relationships/slideLayout" Target="../slideLayouts/slideLayout34.xml" /><ns0:Relationship Id="rId41" Type="http://schemas.openxmlformats.org/officeDocument/2006/relationships/slideLayout" Target="../slideLayouts/slideLayout55.xml" /><ns0:Relationship Id="rId1" Type="http://schemas.openxmlformats.org/officeDocument/2006/relationships/slideLayout" Target="../slideLayouts/slideLayout15.xml" /><ns0:Relationship Id="rId6" Type="http://schemas.openxmlformats.org/officeDocument/2006/relationships/slideLayout" Target="../slideLayouts/slideLayout20.xml" /></ns0:Relationships>
</file>

<file path=ppt/slideMasters/_rels/slideMaster3.xml.rels><?xml version='1.0' encoding='utf-8'?>
<ns0:Relationships xmlns:ns0="http://schemas.openxmlformats.org/package/2006/relationships"><ns0:Relationship Id="rId13" Type="http://schemas.openxmlformats.org/officeDocument/2006/relationships/slideLayout" Target="../slideLayouts/slideLayout74.xml" /><ns0:Relationship Id="rId18" Type="http://schemas.openxmlformats.org/officeDocument/2006/relationships/slideLayout" Target="../slideLayouts/slideLayout79.xml" /><ns0:Relationship Id="rId26" Type="http://schemas.openxmlformats.org/officeDocument/2006/relationships/slideLayout" Target="../slideLayouts/slideLayout87.xml" /><ns0:Relationship Id="rId3" Type="http://schemas.openxmlformats.org/officeDocument/2006/relationships/slideLayout" Target="../slideLayouts/slideLayout64.xml" /><ns0:Relationship Id="rId21" Type="http://schemas.openxmlformats.org/officeDocument/2006/relationships/slideLayout" Target="../slideLayouts/slideLayout82.xml" /><ns0:Relationship Id="rId7" Type="http://schemas.openxmlformats.org/officeDocument/2006/relationships/slideLayout" Target="../slideLayouts/slideLayout68.xml" /><ns0:Relationship Id="rId12" Type="http://schemas.openxmlformats.org/officeDocument/2006/relationships/slideLayout" Target="../slideLayouts/slideLayout73.xml" /><ns0:Relationship Id="rId17" Type="http://schemas.openxmlformats.org/officeDocument/2006/relationships/slideLayout" Target="../slideLayouts/slideLayout78.xml" /><ns0:Relationship Id="rId25" Type="http://schemas.openxmlformats.org/officeDocument/2006/relationships/slideLayout" Target="../slideLayouts/slideLayout86.xml" /><ns0:Relationship Id="rId33" Type="http://schemas.openxmlformats.org/officeDocument/2006/relationships/theme" Target="../theme/theme3.xml" /><ns0:Relationship Id="rId2" Type="http://schemas.openxmlformats.org/officeDocument/2006/relationships/slideLayout" Target="../slideLayouts/slideLayout63.xml" /><ns0:Relationship Id="rId16" Type="http://schemas.openxmlformats.org/officeDocument/2006/relationships/slideLayout" Target="../slideLayouts/slideLayout77.xml" /><ns0:Relationship Id="rId20" Type="http://schemas.openxmlformats.org/officeDocument/2006/relationships/slideLayout" Target="../slideLayouts/slideLayout81.xml" /><ns0:Relationship Id="rId29" Type="http://schemas.openxmlformats.org/officeDocument/2006/relationships/slideLayout" Target="../slideLayouts/slideLayout90.xml" /><ns0:Relationship Id="rId1" Type="http://schemas.openxmlformats.org/officeDocument/2006/relationships/slideLayout" Target="../slideLayouts/slideLayout62.xml" /><ns0:Relationship Id="rId6" Type="http://schemas.openxmlformats.org/officeDocument/2006/relationships/slideLayout" Target="../slideLayouts/slideLayout67.xml" /><ns0:Relationship Id="rId11" Type="http://schemas.openxmlformats.org/officeDocument/2006/relationships/slideLayout" Target="../slideLayouts/slideLayout72.xml" /><ns0:Relationship Id="rId24" Type="http://schemas.openxmlformats.org/officeDocument/2006/relationships/slideLayout" Target="../slideLayouts/slideLayout85.xml" /><ns0:Relationship Id="rId32" Type="http://schemas.openxmlformats.org/officeDocument/2006/relationships/slideLayout" Target="../slideLayouts/slideLayout93.xml" /><ns0:Relationship Id="rId5" Type="http://schemas.openxmlformats.org/officeDocument/2006/relationships/slideLayout" Target="../slideLayouts/slideLayout66.xml" /><ns0:Relationship Id="rId15" Type="http://schemas.openxmlformats.org/officeDocument/2006/relationships/slideLayout" Target="../slideLayouts/slideLayout76.xml" /><ns0:Relationship Id="rId23" Type="http://schemas.openxmlformats.org/officeDocument/2006/relationships/slideLayout" Target="../slideLayouts/slideLayout84.xml" /><ns0:Relationship Id="rId28" Type="http://schemas.openxmlformats.org/officeDocument/2006/relationships/slideLayout" Target="../slideLayouts/slideLayout89.xml" /><ns0:Relationship Id="rId10" Type="http://schemas.openxmlformats.org/officeDocument/2006/relationships/slideLayout" Target="../slideLayouts/slideLayout71.xml" /><ns0:Relationship Id="rId19" Type="http://schemas.openxmlformats.org/officeDocument/2006/relationships/slideLayout" Target="../slideLayouts/slideLayout80.xml" /><ns0:Relationship Id="rId31" Type="http://schemas.openxmlformats.org/officeDocument/2006/relationships/slideLayout" Target="../slideLayouts/slideLayout92.xml" /><ns0:Relationship Id="rId4" Type="http://schemas.openxmlformats.org/officeDocument/2006/relationships/slideLayout" Target="../slideLayouts/slideLayout65.xml" /><ns0:Relationship Id="rId9" Type="http://schemas.openxmlformats.org/officeDocument/2006/relationships/slideLayout" Target="../slideLayouts/slideLayout70.xml" /><ns0:Relationship Id="rId14" Type="http://schemas.openxmlformats.org/officeDocument/2006/relationships/slideLayout" Target="../slideLayouts/slideLayout75.xml" /><ns0:Relationship Id="rId22" Type="http://schemas.openxmlformats.org/officeDocument/2006/relationships/slideLayout" Target="../slideLayouts/slideLayout83.xml" /><ns0:Relationship Id="rId27" Type="http://schemas.openxmlformats.org/officeDocument/2006/relationships/slideLayout" Target="../slideLayouts/slideLayout88.xml" /><ns0:Relationship Id="rId30" Type="http://schemas.openxmlformats.org/officeDocument/2006/relationships/slideLayout" Target="../slideLayouts/slideLayout91.xml" /><ns0:Relationship Id="rId8" Type="http://schemas.openxmlformats.org/officeDocument/2006/relationships/slideLayout" Target="../slideLayouts/slideLayout69.xml" /></ns0:Relationships>
</file>

<file path=ppt/slideMasters/_rels/slideMaster4.xml.rels><?xml version='1.0' encoding='utf-8'?>
<ns0:Relationships xmlns:ns0="http://schemas.openxmlformats.org/package/2006/relationships"><ns0:Relationship Id="rId8" Type="http://schemas.openxmlformats.org/officeDocument/2006/relationships/slideLayout" Target="../slideLayouts/slideLayout101.xml" /><ns0:Relationship Id="rId13" Type="http://schemas.openxmlformats.org/officeDocument/2006/relationships/theme" Target="../theme/theme4.xml" /><ns0:Relationship Id="rId3" Type="http://schemas.openxmlformats.org/officeDocument/2006/relationships/slideLayout" Target="../slideLayouts/slideLayout96.xml" /><ns0:Relationship Id="rId7" Type="http://schemas.openxmlformats.org/officeDocument/2006/relationships/slideLayout" Target="../slideLayouts/slideLayout100.xml" /><ns0:Relationship Id="rId12" Type="http://schemas.openxmlformats.org/officeDocument/2006/relationships/slideLayout" Target="../slideLayouts/slideLayout105.xml" /><ns0:Relationship Id="rId2" Type="http://schemas.openxmlformats.org/officeDocument/2006/relationships/slideLayout" Target="../slideLayouts/slideLayout95.xml" /><ns0:Relationship Id="rId1" Type="http://schemas.openxmlformats.org/officeDocument/2006/relationships/slideLayout" Target="../slideLayouts/slideLayout94.xml" /><ns0:Relationship Id="rId6" Type="http://schemas.openxmlformats.org/officeDocument/2006/relationships/slideLayout" Target="../slideLayouts/slideLayout99.xml" /><ns0:Relationship Id="rId11" Type="http://schemas.openxmlformats.org/officeDocument/2006/relationships/slideLayout" Target="../slideLayouts/slideLayout104.xml" /><ns0:Relationship Id="rId5" Type="http://schemas.openxmlformats.org/officeDocument/2006/relationships/slideLayout" Target="../slideLayouts/slideLayout98.xml" /><ns0:Relationship Id="rId10" Type="http://schemas.openxmlformats.org/officeDocument/2006/relationships/slideLayout" Target="../slideLayouts/slideLayout103.xml" /><ns0:Relationship Id="rId4" Type="http://schemas.openxmlformats.org/officeDocument/2006/relationships/slideLayout" Target="../slideLayouts/slideLayout97.xml" /><ns0:Relationship Id="rId9" Type="http://schemas.openxmlformats.org/officeDocument/2006/relationships/slideLayout" Target="../slideLayouts/slideLayout102.xml" /></ns0: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 userDrawn="1"/>
        </p:nvSpPr>
        <p:spPr>
          <a:xfrm>
            <a:off x="1602706" y="6401580"/>
            <a:ext cx="411587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>
                <a:latin typeface="Arial" pitchFamily="34" charset="0"/>
                <a:cs typeface="Arial" pitchFamily="34" charset="0"/>
              </a:rPr>
              <a:t>2024 Lenovo Internal. All rights reserved.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72569" y="6400800"/>
            <a:ext cx="439026" cy="15544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E8E58A1D-41DA-DC58-93FB-1ED0F2D56A4A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611" y="6348283"/>
            <a:ext cx="777442" cy="259316"/>
            <a:chOff x="547688" y="952500"/>
            <a:chExt cx="12190413" cy="4067175"/>
          </a:xfrm>
        </p:grpSpPr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3BC243CA-E9F6-42B7-4EBD-174C6A6167E4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75" name="Freeform 7">
              <a:extLst>
                <a:ext uri="{FF2B5EF4-FFF2-40B4-BE49-F238E27FC236}">
                  <a16:creationId xmlns:a16="http://schemas.microsoft.com/office/drawing/2014/main" id="{AF0893DC-4B4F-34BC-2BE3-54AE043B958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76" name="Freeform 8">
              <a:extLst>
                <a:ext uri="{FF2B5EF4-FFF2-40B4-BE49-F238E27FC236}">
                  <a16:creationId xmlns:a16="http://schemas.microsoft.com/office/drawing/2014/main" id="{2E9ED647-0AE4-33D4-5156-46F4EDDDEC5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77" name="Freeform 9">
              <a:extLst>
                <a:ext uri="{FF2B5EF4-FFF2-40B4-BE49-F238E27FC236}">
                  <a16:creationId xmlns:a16="http://schemas.microsoft.com/office/drawing/2014/main" id="{05BD8F00-F164-080D-BE9D-F8D1C4DFAED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78" name="Freeform 10">
              <a:extLst>
                <a:ext uri="{FF2B5EF4-FFF2-40B4-BE49-F238E27FC236}">
                  <a16:creationId xmlns:a16="http://schemas.microsoft.com/office/drawing/2014/main" id="{5270BA00-DD8B-D870-AA01-525F7B13253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79" name="Freeform 10">
              <a:extLst>
                <a:ext uri="{FF2B5EF4-FFF2-40B4-BE49-F238E27FC236}">
                  <a16:creationId xmlns:a16="http://schemas.microsoft.com/office/drawing/2014/main" id="{8214A0A3-3CC6-58A0-8F76-87CEE5EF1B5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80" name="Freeform 11">
              <a:extLst>
                <a:ext uri="{FF2B5EF4-FFF2-40B4-BE49-F238E27FC236}">
                  <a16:creationId xmlns:a16="http://schemas.microsoft.com/office/drawing/2014/main" id="{D4ACFFF1-B65B-C5F8-C71D-FED0359A305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9657911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5" r:id="rId1"/>
    <p:sldLayoutId id="2147483786" r:id="rId2"/>
    <p:sldLayoutId id="2147483787" r:id="rId3"/>
    <p:sldLayoutId id="2147483788" r:id="rId4"/>
    <p:sldLayoutId id="2147483789" r:id="rId5"/>
    <p:sldLayoutId id="2147483790" r:id="rId6"/>
    <p:sldLayoutId id="2147483791" r:id="rId7"/>
    <p:sldLayoutId id="2147483793" r:id="rId8"/>
    <p:sldLayoutId id="2147483794" r:id="rId9"/>
    <p:sldLayoutId id="2147483797" r:id="rId10"/>
    <p:sldLayoutId id="2147483834" r:id="rId11"/>
    <p:sldLayoutId id="2147483835" r:id="rId12"/>
    <p:sldLayoutId id="2147483837" r:id="rId13"/>
    <p:sldLayoutId id="2147483836" r:id="rId14"/>
  </p:sldLayoutIdLst>
  <p:hf hdr="0" ftr="0" dt="0"/>
  <p:txStyles>
    <p:titleStyle>
      <a:lvl1pPr algn="ctr" defTabSz="1218987" rtl="0" eaLnBrk="1" latinLnBrk="0" hangingPunct="1">
        <a:spcBef>
          <a:spcPct val="0"/>
        </a:spcBef>
        <a:buNone/>
        <a:defRPr sz="4300" kern="1200" cap="all" baseline="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457120" indent="-457120" algn="l" defTabSz="1218987" rtl="0" eaLnBrk="1" latinLnBrk="0" hangingPunct="1">
        <a:spcBef>
          <a:spcPct val="20000"/>
        </a:spcBef>
        <a:buClrTx/>
        <a:buFont typeface="Arial" panose="020B0604020202020204" pitchFamily="34" charset="0"/>
        <a:buChar char="•"/>
        <a:defRPr sz="43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990427" indent="-380933" algn="l" defTabSz="1218987" rtl="0" eaLnBrk="1" latinLnBrk="0" hangingPunct="1">
        <a:spcBef>
          <a:spcPct val="20000"/>
        </a:spcBef>
        <a:buClrTx/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523733" indent="-304747" algn="l" defTabSz="1218987" rtl="0" eaLnBrk="1" latinLnBrk="0" hangingPunct="1">
        <a:spcBef>
          <a:spcPct val="20000"/>
        </a:spcBef>
        <a:buClrTx/>
        <a:buFont typeface="Arial" panose="020B0604020202020204" pitchFamily="34" charset="0"/>
        <a:buChar char="-"/>
        <a:defRPr sz="3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2133227" indent="-304747" algn="l" defTabSz="1218987" rtl="0" eaLnBrk="1" latinLnBrk="0" hangingPunct="1">
        <a:spcBef>
          <a:spcPct val="20000"/>
        </a:spcBef>
        <a:buClrTx/>
        <a:buFont typeface="Arial" panose="020B0604020202020204" pitchFamily="34" charset="0"/>
        <a:buChar char="-"/>
        <a:defRPr sz="27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742720" indent="-304747" algn="l" defTabSz="1218987" rtl="0" eaLnBrk="1" latinLnBrk="0" hangingPunct="1">
        <a:spcBef>
          <a:spcPct val="20000"/>
        </a:spcBef>
        <a:buClrTx/>
        <a:buFont typeface="Arial" panose="020B0604020202020204" pitchFamily="34" charset="0"/>
        <a:buChar char="-"/>
        <a:defRPr sz="27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335221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1707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200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069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440">
          <p15:clr>
            <a:srgbClr val="F26B43"/>
          </p15:clr>
        </p15:guide>
        <p15:guide id="2" pos="6719">
          <p15:clr>
            <a:srgbClr val="F26B43"/>
          </p15:clr>
        </p15:guide>
        <p15:guide id="3" orient="horz" pos="2880">
          <p15:clr>
            <a:srgbClr val="F26B43"/>
          </p15:clr>
        </p15:guide>
        <p15:guide id="4" pos="3839">
          <p15:clr>
            <a:srgbClr val="F26B43"/>
          </p15:clr>
        </p15:guide>
        <p15:guide id="5" pos="5279">
          <p15:clr>
            <a:srgbClr val="F26B43"/>
          </p15:clr>
        </p15:guide>
        <p15:guide id="6" pos="2399">
          <p15:clr>
            <a:srgbClr val="F26B43"/>
          </p15:clr>
        </p15:guide>
        <p15:guide id="7" pos="959">
          <p15:clr>
            <a:srgbClr val="F26B43"/>
          </p15:clr>
        </p15:guide>
        <p15:guide id="8" pos="7199">
          <p15:clr>
            <a:srgbClr val="FDE53C"/>
          </p15:clr>
        </p15:guide>
        <p15:guide id="9" pos="6239">
          <p15:clr>
            <a:srgbClr val="FDE53C"/>
          </p15:clr>
        </p15:guide>
        <p15:guide id="10" pos="5759">
          <p15:clr>
            <a:srgbClr val="FDE53C"/>
          </p15:clr>
        </p15:guide>
        <p15:guide id="11" pos="4319">
          <p15:clr>
            <a:srgbClr val="FDE53C"/>
          </p15:clr>
        </p15:guide>
        <p15:guide id="12" pos="4799">
          <p15:clr>
            <a:srgbClr val="FDE53C"/>
          </p15:clr>
        </p15:guide>
        <p15:guide id="13" pos="3335">
          <p15:clr>
            <a:srgbClr val="FDE53C"/>
          </p15:clr>
        </p15:guide>
        <p15:guide id="14" pos="2879">
          <p15:clr>
            <a:srgbClr val="FDE53C"/>
          </p15:clr>
        </p15:guide>
        <p15:guide id="15" pos="1919">
          <p15:clr>
            <a:srgbClr val="FDE53C"/>
          </p15:clr>
        </p15:guide>
        <p15:guide id="16" pos="1439">
          <p15:clr>
            <a:srgbClr val="FDE53C"/>
          </p15:clr>
        </p15:guide>
        <p15:guide id="17" pos="479">
          <p15:clr>
            <a:srgbClr val="FDE53C"/>
          </p15:clr>
        </p15:guide>
        <p15:guide id="18" orient="horz" pos="960">
          <p15:clr>
            <a:srgbClr val="FDE53C"/>
          </p15:clr>
        </p15:guide>
        <p15:guide id="19" orient="horz" pos="480">
          <p15:clr>
            <a:srgbClr val="FDE53C"/>
          </p15:clr>
        </p15:guide>
        <p15:guide id="20" orient="horz" pos="1920">
          <p15:clr>
            <a:srgbClr val="FDE53C"/>
          </p15:clr>
        </p15:guide>
        <p15:guide id="21" orient="horz" pos="2400">
          <p15:clr>
            <a:srgbClr val="FDE53C"/>
          </p15:clr>
        </p15:guide>
        <p15:guide id="22" orient="horz" pos="3360">
          <p15:clr>
            <a:srgbClr val="FDE53C"/>
          </p15:clr>
        </p15:guide>
        <p15:guide id="23" orient="horz" pos="3840">
          <p15:clr>
            <a:srgbClr val="FDE53C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物件 2" hidden="1">
            <a:extLst>
              <a:ext uri="{FF2B5EF4-FFF2-40B4-BE49-F238E27FC236}">
                <a16:creationId xmlns:a16="http://schemas.microsoft.com/office/drawing/2014/main" id="{F6188C83-032C-4CBB-AA22-A696C418186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49"/>
            </p:custDataLst>
            <p:extLst>
              <p:ext uri="{D42A27DB-BD31-4B8C-83A1-F6EECF244321}">
                <p14:modId xmlns:p14="http://schemas.microsoft.com/office/powerpoint/2010/main" val="3980764687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50" imgW="415" imgH="416" progId="TCLayout.ActiveDocument.1">
                  <p:embed/>
                </p:oleObj>
              </mc:Choice>
              <mc:Fallback>
                <p:oleObj name="think-cell 幻灯片" r:id="rId50" imgW="415" imgH="416" progId="TCLayout.ActiveDocument.1">
                  <p:embed/>
                  <p:pic>
                    <p:nvPicPr>
                      <p:cNvPr id="3" name="物件 2" hidden="1">
                        <a:extLst>
                          <a:ext uri="{FF2B5EF4-FFF2-40B4-BE49-F238E27FC236}">
                            <a16:creationId xmlns:a16="http://schemas.microsoft.com/office/drawing/2014/main" id="{F6188C83-032C-4CBB-AA22-A696C418186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1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Box 1"/>
          <p:cNvSpPr txBox="1"/>
          <p:nvPr userDrawn="1"/>
        </p:nvSpPr>
        <p:spPr>
          <a:xfrm>
            <a:off x="1602706" y="6401580"/>
            <a:ext cx="411587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>
                <a:latin typeface="Arial" pitchFamily="34" charset="0"/>
                <a:cs typeface="Arial" pitchFamily="34" charset="0"/>
              </a:rPr>
              <a:t>2023 Lenovo Internal. All rights reserved.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72569" y="6400800"/>
            <a:ext cx="439026" cy="15544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E8E58A1D-41DA-DC58-93FB-1ED0F2D56A4A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611" y="6348283"/>
            <a:ext cx="777442" cy="259316"/>
            <a:chOff x="547688" y="952500"/>
            <a:chExt cx="12190413" cy="4067175"/>
          </a:xfrm>
        </p:grpSpPr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3BC243CA-E9F6-42B7-4EBD-174C6A6167E4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75" name="Freeform 7">
              <a:extLst>
                <a:ext uri="{FF2B5EF4-FFF2-40B4-BE49-F238E27FC236}">
                  <a16:creationId xmlns:a16="http://schemas.microsoft.com/office/drawing/2014/main" id="{AF0893DC-4B4F-34BC-2BE3-54AE043B958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76" name="Freeform 8">
              <a:extLst>
                <a:ext uri="{FF2B5EF4-FFF2-40B4-BE49-F238E27FC236}">
                  <a16:creationId xmlns:a16="http://schemas.microsoft.com/office/drawing/2014/main" id="{2E9ED647-0AE4-33D4-5156-46F4EDDDEC5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77" name="Freeform 9">
              <a:extLst>
                <a:ext uri="{FF2B5EF4-FFF2-40B4-BE49-F238E27FC236}">
                  <a16:creationId xmlns:a16="http://schemas.microsoft.com/office/drawing/2014/main" id="{05BD8F00-F164-080D-BE9D-F8D1C4DFAED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78" name="Freeform 10">
              <a:extLst>
                <a:ext uri="{FF2B5EF4-FFF2-40B4-BE49-F238E27FC236}">
                  <a16:creationId xmlns:a16="http://schemas.microsoft.com/office/drawing/2014/main" id="{5270BA00-DD8B-D870-AA01-525F7B13253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79" name="Freeform 10">
              <a:extLst>
                <a:ext uri="{FF2B5EF4-FFF2-40B4-BE49-F238E27FC236}">
                  <a16:creationId xmlns:a16="http://schemas.microsoft.com/office/drawing/2014/main" id="{8214A0A3-3CC6-58A0-8F76-87CEE5EF1B5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80" name="Freeform 11">
              <a:extLst>
                <a:ext uri="{FF2B5EF4-FFF2-40B4-BE49-F238E27FC236}">
                  <a16:creationId xmlns:a16="http://schemas.microsoft.com/office/drawing/2014/main" id="{D4ACFFF1-B65B-C5F8-C71D-FED0359A305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23331467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35" r:id="rId41"/>
    <p:sldLayoutId id="2147483736" r:id="rId42"/>
    <p:sldLayoutId id="2147483737" r:id="rId43"/>
    <p:sldLayoutId id="2147483739" r:id="rId44"/>
    <p:sldLayoutId id="2147483740" r:id="rId45"/>
    <p:sldLayoutId id="2147483798" r:id="rId46"/>
    <p:sldLayoutId id="2147483799" r:id="rId47"/>
  </p:sldLayoutIdLst>
  <p:transition spd="med"/>
  <p:hf hdr="0" ftr="0" dt="0"/>
  <p:txStyles>
    <p:titleStyle>
      <a:lvl1pPr algn="ctr" defTabSz="1218987" rtl="0" eaLnBrk="1" latinLnBrk="0" hangingPunct="1">
        <a:spcBef>
          <a:spcPct val="0"/>
        </a:spcBef>
        <a:buNone/>
        <a:defRPr sz="4300" kern="1200" cap="all" baseline="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457120" indent="-457120" algn="l" defTabSz="1218987" rtl="0" eaLnBrk="1" latinLnBrk="0" hangingPunct="1">
        <a:spcBef>
          <a:spcPct val="20000"/>
        </a:spcBef>
        <a:buClrTx/>
        <a:buFont typeface="Arial" panose="020B0604020202020204" pitchFamily="34" charset="0"/>
        <a:buChar char="•"/>
        <a:defRPr sz="43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990427" indent="-380933" algn="l" defTabSz="1218987" rtl="0" eaLnBrk="1" latinLnBrk="0" hangingPunct="1">
        <a:spcBef>
          <a:spcPct val="20000"/>
        </a:spcBef>
        <a:buClrTx/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523733" indent="-304747" algn="l" defTabSz="1218987" rtl="0" eaLnBrk="1" latinLnBrk="0" hangingPunct="1">
        <a:spcBef>
          <a:spcPct val="20000"/>
        </a:spcBef>
        <a:buClrTx/>
        <a:buFont typeface="Arial" panose="020B0604020202020204" pitchFamily="34" charset="0"/>
        <a:buChar char="-"/>
        <a:defRPr sz="3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2133227" indent="-304747" algn="l" defTabSz="1218987" rtl="0" eaLnBrk="1" latinLnBrk="0" hangingPunct="1">
        <a:spcBef>
          <a:spcPct val="20000"/>
        </a:spcBef>
        <a:buClrTx/>
        <a:buFont typeface="Arial" panose="020B0604020202020204" pitchFamily="34" charset="0"/>
        <a:buChar char="-"/>
        <a:defRPr sz="27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742720" indent="-304747" algn="l" defTabSz="1218987" rtl="0" eaLnBrk="1" latinLnBrk="0" hangingPunct="1">
        <a:spcBef>
          <a:spcPct val="20000"/>
        </a:spcBef>
        <a:buClrTx/>
        <a:buFont typeface="Arial" panose="020B0604020202020204" pitchFamily="34" charset="0"/>
        <a:buChar char="-"/>
        <a:defRPr sz="27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335221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1707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200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069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440">
          <p15:clr>
            <a:srgbClr val="F26B43"/>
          </p15:clr>
        </p15:guide>
        <p15:guide id="2" pos="6719">
          <p15:clr>
            <a:srgbClr val="F26B43"/>
          </p15:clr>
        </p15:guide>
        <p15:guide id="3" orient="horz" pos="2880">
          <p15:clr>
            <a:srgbClr val="F26B43"/>
          </p15:clr>
        </p15:guide>
        <p15:guide id="4" pos="3839">
          <p15:clr>
            <a:srgbClr val="F26B43"/>
          </p15:clr>
        </p15:guide>
        <p15:guide id="5" pos="5279">
          <p15:clr>
            <a:srgbClr val="F26B43"/>
          </p15:clr>
        </p15:guide>
        <p15:guide id="6" pos="2399">
          <p15:clr>
            <a:srgbClr val="F26B43"/>
          </p15:clr>
        </p15:guide>
        <p15:guide id="7" pos="959">
          <p15:clr>
            <a:srgbClr val="F26B43"/>
          </p15:clr>
        </p15:guide>
        <p15:guide id="8" pos="7199">
          <p15:clr>
            <a:srgbClr val="FDE53C"/>
          </p15:clr>
        </p15:guide>
        <p15:guide id="9" pos="6239">
          <p15:clr>
            <a:srgbClr val="FDE53C"/>
          </p15:clr>
        </p15:guide>
        <p15:guide id="10" pos="5759">
          <p15:clr>
            <a:srgbClr val="FDE53C"/>
          </p15:clr>
        </p15:guide>
        <p15:guide id="11" pos="4319">
          <p15:clr>
            <a:srgbClr val="FDE53C"/>
          </p15:clr>
        </p15:guide>
        <p15:guide id="12" pos="4799">
          <p15:clr>
            <a:srgbClr val="FDE53C"/>
          </p15:clr>
        </p15:guide>
        <p15:guide id="13" pos="3335">
          <p15:clr>
            <a:srgbClr val="FDE53C"/>
          </p15:clr>
        </p15:guide>
        <p15:guide id="14" pos="2879">
          <p15:clr>
            <a:srgbClr val="FDE53C"/>
          </p15:clr>
        </p15:guide>
        <p15:guide id="15" pos="1919">
          <p15:clr>
            <a:srgbClr val="FDE53C"/>
          </p15:clr>
        </p15:guide>
        <p15:guide id="16" pos="1439">
          <p15:clr>
            <a:srgbClr val="FDE53C"/>
          </p15:clr>
        </p15:guide>
        <p15:guide id="17" pos="479">
          <p15:clr>
            <a:srgbClr val="FDE53C"/>
          </p15:clr>
        </p15:guide>
        <p15:guide id="18" orient="horz" pos="960">
          <p15:clr>
            <a:srgbClr val="FDE53C"/>
          </p15:clr>
        </p15:guide>
        <p15:guide id="19" orient="horz" pos="480">
          <p15:clr>
            <a:srgbClr val="FDE53C"/>
          </p15:clr>
        </p15:guide>
        <p15:guide id="20" orient="horz" pos="1920">
          <p15:clr>
            <a:srgbClr val="FDE53C"/>
          </p15:clr>
        </p15:guide>
        <p15:guide id="21" orient="horz" pos="2400">
          <p15:clr>
            <a:srgbClr val="FDE53C"/>
          </p15:clr>
        </p15:guide>
        <p15:guide id="22" orient="horz" pos="3360">
          <p15:clr>
            <a:srgbClr val="FDE53C"/>
          </p15:clr>
        </p15:guide>
        <p15:guide id="23" orient="horz" pos="3840">
          <p15:clr>
            <a:srgbClr val="FDE53C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752974" y="6473952"/>
            <a:ext cx="439026" cy="15544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D22F896-40B5-4ADD-8801-0D06FADFA095}" type="slidenum">
              <a:rPr lang="en-US" smtClean="0"/>
              <a:t>‹#›</a:t>
            </a:fld>
            <a:endParaRPr 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1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1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8339610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1" r:id="rId1"/>
    <p:sldLayoutId id="2147483802" r:id="rId2"/>
    <p:sldLayoutId id="2147483803" r:id="rId3"/>
    <p:sldLayoutId id="2147483804" r:id="rId4"/>
    <p:sldLayoutId id="2147483805" r:id="rId5"/>
    <p:sldLayoutId id="2147483806" r:id="rId6"/>
    <p:sldLayoutId id="2147483807" r:id="rId7"/>
    <p:sldLayoutId id="2147483808" r:id="rId8"/>
    <p:sldLayoutId id="2147483809" r:id="rId9"/>
    <p:sldLayoutId id="2147483810" r:id="rId10"/>
    <p:sldLayoutId id="2147483811" r:id="rId11"/>
    <p:sldLayoutId id="2147483812" r:id="rId12"/>
    <p:sldLayoutId id="2147483813" r:id="rId13"/>
    <p:sldLayoutId id="2147483814" r:id="rId14"/>
    <p:sldLayoutId id="2147483815" r:id="rId15"/>
    <p:sldLayoutId id="2147483816" r:id="rId16"/>
    <p:sldLayoutId id="2147483817" r:id="rId17"/>
    <p:sldLayoutId id="2147483818" r:id="rId18"/>
    <p:sldLayoutId id="2147483819" r:id="rId19"/>
    <p:sldLayoutId id="2147483820" r:id="rId20"/>
    <p:sldLayoutId id="2147483821" r:id="rId21"/>
    <p:sldLayoutId id="2147483822" r:id="rId22"/>
    <p:sldLayoutId id="2147483823" r:id="rId23"/>
    <p:sldLayoutId id="2147483824" r:id="rId24"/>
    <p:sldLayoutId id="2147483825" r:id="rId25"/>
    <p:sldLayoutId id="2147483826" r:id="rId26"/>
    <p:sldLayoutId id="2147483827" r:id="rId27"/>
    <p:sldLayoutId id="2147483828" r:id="rId28"/>
    <p:sldLayoutId id="2147483829" r:id="rId29"/>
    <p:sldLayoutId id="2147483830" r:id="rId30"/>
    <p:sldLayoutId id="2147483831" r:id="rId31"/>
    <p:sldLayoutId id="2147483832" r:id="rId32"/>
  </p:sldLayoutIdLst>
  <p:transition spd="med"/>
  <p:hf hdr="0" ftr="0" dt="0"/>
  <p:txStyles>
    <p:titleStyle>
      <a:lvl1pPr algn="ctr" defTabSz="1218565" rtl="0" eaLnBrk="1" latinLnBrk="0" hangingPunct="1">
        <a:spcBef>
          <a:spcPct val="0"/>
        </a:spcBef>
        <a:buNone/>
        <a:defRPr sz="4300" kern="1200" cap="all" baseline="0">
          <a:solidFill>
            <a:schemeClr val="tx1"/>
          </a:solidFill>
          <a:latin typeface="微软雅黑" panose="020B0502040204020203" pitchFamily="34" charset="-122"/>
          <a:ea typeface="微软雅黑" panose="020B0502040204020203" pitchFamily="34" charset="-122"/>
          <a:cs typeface="Arial" panose="020B0604020202020204" pitchFamily="34" charset="0"/>
        </a:defRPr>
      </a:lvl1pPr>
    </p:titleStyle>
    <p:bodyStyle>
      <a:lvl1pPr marL="457200" indent="-457200" algn="l" defTabSz="1218565" rtl="0" eaLnBrk="1" latinLnBrk="0" hangingPunct="1">
        <a:spcBef>
          <a:spcPct val="20000"/>
        </a:spcBef>
        <a:buClr>
          <a:schemeClr val="tx2"/>
        </a:buClr>
        <a:buFont typeface="Wingdings" panose="05000000000000000000" pitchFamily="2" charset="2"/>
        <a:buChar char="§"/>
        <a:defRPr sz="4300" kern="1200">
          <a:solidFill>
            <a:schemeClr val="tx1"/>
          </a:solidFill>
          <a:latin typeface="微软雅黑" panose="020B0502040204020203" pitchFamily="34" charset="-122"/>
          <a:ea typeface="微软雅黑" panose="020B0502040204020203" pitchFamily="34" charset="-122"/>
          <a:cs typeface="Arial" panose="020B0604020202020204" pitchFamily="34" charset="0"/>
        </a:defRPr>
      </a:lvl1pPr>
      <a:lvl2pPr marL="990600" indent="-381000" algn="l" defTabSz="1218565" rtl="0" eaLnBrk="1" latinLnBrk="0" hangingPunct="1">
        <a:spcBef>
          <a:spcPct val="20000"/>
        </a:spcBef>
        <a:buClr>
          <a:schemeClr val="tx2"/>
        </a:buClr>
        <a:buFont typeface="Wingdings" panose="05000000000000000000" pitchFamily="2" charset="2"/>
        <a:buChar char="§"/>
        <a:defRPr sz="3700" kern="1200">
          <a:solidFill>
            <a:schemeClr val="tx1"/>
          </a:solidFill>
          <a:latin typeface="微软雅黑" panose="020B0502040204020203" pitchFamily="34" charset="-122"/>
          <a:ea typeface="微软雅黑" panose="020B0502040204020203" pitchFamily="34" charset="-122"/>
          <a:cs typeface="Arial" panose="020B0604020202020204" pitchFamily="34" charset="0"/>
        </a:defRPr>
      </a:lvl2pPr>
      <a:lvl3pPr marL="1524000" indent="-304800" algn="l" defTabSz="1218565" rtl="0" eaLnBrk="1" latinLnBrk="0" hangingPunct="1">
        <a:spcBef>
          <a:spcPct val="20000"/>
        </a:spcBef>
        <a:buClr>
          <a:schemeClr val="tx2"/>
        </a:buClr>
        <a:buFont typeface="Wingdings" panose="05000000000000000000" pitchFamily="2" charset="2"/>
        <a:buChar char="§"/>
        <a:defRPr sz="3200" kern="1200">
          <a:solidFill>
            <a:schemeClr val="tx1"/>
          </a:solidFill>
          <a:latin typeface="微软雅黑" panose="020B0502040204020203" pitchFamily="34" charset="-122"/>
          <a:ea typeface="微软雅黑" panose="020B0502040204020203" pitchFamily="34" charset="-122"/>
          <a:cs typeface="Arial" panose="020B0604020202020204" pitchFamily="34" charset="0"/>
        </a:defRPr>
      </a:lvl3pPr>
      <a:lvl4pPr marL="2132965" indent="-304800" algn="l" defTabSz="1218565" rtl="0" eaLnBrk="1" latinLnBrk="0" hangingPunct="1">
        <a:spcBef>
          <a:spcPct val="20000"/>
        </a:spcBef>
        <a:buClr>
          <a:schemeClr val="tx2"/>
        </a:buClr>
        <a:buFont typeface="Wingdings" panose="05000000000000000000" pitchFamily="2" charset="2"/>
        <a:buChar char="§"/>
        <a:defRPr sz="2700" kern="1200">
          <a:solidFill>
            <a:schemeClr val="tx1"/>
          </a:solidFill>
          <a:latin typeface="微软雅黑" panose="020B0502040204020203" pitchFamily="34" charset="-122"/>
          <a:ea typeface="微软雅黑" panose="020B0502040204020203" pitchFamily="34" charset="-122"/>
          <a:cs typeface="Arial" panose="020B0604020202020204" pitchFamily="34" charset="0"/>
        </a:defRPr>
      </a:lvl4pPr>
      <a:lvl5pPr marL="2742565" indent="-304800" algn="l" defTabSz="1218565" rtl="0" eaLnBrk="1" latinLnBrk="0" hangingPunct="1">
        <a:spcBef>
          <a:spcPct val="20000"/>
        </a:spcBef>
        <a:buClr>
          <a:schemeClr val="tx2"/>
        </a:buClr>
        <a:buFont typeface="Wingdings" panose="05000000000000000000" pitchFamily="2" charset="2"/>
        <a:buChar char="§"/>
        <a:defRPr sz="2700" kern="1200">
          <a:solidFill>
            <a:schemeClr val="tx1"/>
          </a:solidFill>
          <a:latin typeface="微软雅黑" panose="020B0502040204020203" pitchFamily="34" charset="-122"/>
          <a:ea typeface="微软雅黑" panose="020B0502040204020203" pitchFamily="34" charset="-122"/>
          <a:cs typeface="Arial" panose="020B0604020202020204" pitchFamily="34" charset="0"/>
        </a:defRPr>
      </a:lvl5pPr>
      <a:lvl6pPr marL="3352165" indent="-304800" algn="l" defTabSz="1218565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1765" indent="-304800" algn="l" defTabSz="1218565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365" indent="-304800" algn="l" defTabSz="1218565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0965" indent="-304800" algn="l" defTabSz="1218565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165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765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365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5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565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165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F377F4A-FC02-2B1F-8C97-668B35A7E1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63E5BD5-CD9E-3404-3287-5C016193EB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05D0BF7-11CA-E408-7A02-58BD43F077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A17C91-2458-4E77-AC34-DC72AC3F8CA4}" type="datetimeFigureOut">
              <a:rPr lang="zh-CN" altLang="en-US" smtClean="0"/>
              <a:t>2026/9/28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CBC43AC-765E-EB1A-B76B-F4D9345E80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1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80ECCCC-184D-3A3D-8F80-1150C01855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6EC763-20E4-4209-84C2-0A72827A835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52766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9" r:id="rId1"/>
    <p:sldLayoutId id="2147483840" r:id="rId2"/>
    <p:sldLayoutId id="2147483841" r:id="rId3"/>
    <p:sldLayoutId id="2147483842" r:id="rId4"/>
    <p:sldLayoutId id="2147483843" r:id="rId5"/>
    <p:sldLayoutId id="2147483844" r:id="rId6"/>
    <p:sldLayoutId id="2147483845" r:id="rId7"/>
    <p:sldLayoutId id="2147483846" r:id="rId8"/>
    <p:sldLayoutId id="2147483847" r:id="rId9"/>
    <p:sldLayoutId id="2147483848" r:id="rId10"/>
    <p:sldLayoutId id="2147483849" r:id="rId11"/>
    <p:sldLayoutId id="2147483850" r:id="rId12"/>
  </p:sldLayoutIdLst>
  <p:txStyles>
    <p:titleStyle>
      <a:lvl1pPr algn="l" defTabSz="914126" rtl="0" eaLnBrk="1" latinLnBrk="0" hangingPunct="1">
        <a:lnSpc>
          <a:spcPct val="90000"/>
        </a:lnSpc>
        <a:spcBef>
          <a:spcPct val="0"/>
        </a:spcBef>
        <a:buNone/>
        <a:defRPr sz="43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31" indent="-228531" algn="l" defTabSz="914126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9" kern="1200">
          <a:solidFill>
            <a:schemeClr val="tx1"/>
          </a:solidFill>
          <a:latin typeface="+mn-lt"/>
          <a:ea typeface="+mn-ea"/>
          <a:cs typeface="+mn-cs"/>
        </a:defRPr>
      </a:lvl1pPr>
      <a:lvl2pPr marL="685594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142657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3pPr>
      <a:lvl4pPr marL="1599720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2056783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513846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908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971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5034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0.xml" /></ns0:Relationships>
</file>

<file path=ppt/slides/_rels/slide2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/ns0:Relationships>
</file>

<file path=ppt/slides/slide1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700000" y="1400000"/>
            <a:ext cx="10500000" cy="12000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en-US" sz="3600"/>
              <a:t>{{title}}</a:t>
            </a:r>
          </a:p>
        </p:txBody>
      </p:sp>
      <p:sp>
        <p:nvSpPr>
          <p:cNvPr id="3" name="Period"/>
          <p:cNvSpPr txBox="1"/>
          <p:nvPr/>
        </p:nvSpPr>
        <p:spPr>
          <a:xfrm>
            <a:off x="700000" y="3000000"/>
            <a:ext cx="10000000" cy="9000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en-US" sz="2400"/>
              <a:t>{{period}}</a:t>
            </a:r>
          </a:p>
        </p:txBody>
      </p:sp>
    </p:spTree>
    <p:extLst>
      <p:ext uri="{BB962C8B-B14F-4D97-AF65-F5344CB8AC3E}">
        <ns2:creationId val="3644926648"/>
      </p:ext>
    </p:extLst>
  </p:cSld>
  <p:clrMapOvr>
    <a:masterClrMapping/>
  </p:clrMapOvr>
</p:sld>
</file>

<file path=ppt/slides/slide2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ing"/>
          <p:cNvSpPr txBox="1"/>
          <p:nvPr/>
        </p:nvSpPr>
        <p:spPr>
          <a:xfrm>
            <a:off x="500000" y="200000"/>
            <a:ext cx="10900000" cy="8000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en-US" sz="2800"/>
              <a:t>{{heading}}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600000" y="1250000"/>
            <a:ext cx="10800000" cy="48000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en-US" sz="1800"/>
              <a:t>{{body}}</a:t>
            </a:r>
          </a:p>
        </p:txBody>
      </p:sp>
    </p:spTree>
    <p:extLst>
      <p:ext uri="{BB962C8B-B14F-4D97-AF65-F5344CB8AC3E}">
        <ns2:creationId val="1710045256"/>
      </p:ext>
    </p:extLst>
  </p:cSld>
  <p:clrMapOvr>
    <a:masterClrMapping/>
  </p:clrMapOvr>
</p:sld>
</file>

<file path=ppt/theme/theme1.xml><?xml version="1.0" encoding="utf-8"?>
<a:theme xmlns:a="http://schemas.openxmlformats.org/drawingml/2006/main" name="2_Lenovo Master">
  <a:themeElements>
    <a:clrScheme name="Custom 2">
      <a:dk1>
        <a:srgbClr val="000000"/>
      </a:dk1>
      <a:lt1>
        <a:sysClr val="window" lastClr="FFFFFF"/>
      </a:lt1>
      <a:dk2>
        <a:srgbClr val="F26A52"/>
      </a:dk2>
      <a:lt2>
        <a:srgbClr val="4E444E"/>
      </a:lt2>
      <a:accent1>
        <a:srgbClr val="E1251B"/>
      </a:accent1>
      <a:accent2>
        <a:srgbClr val="871C23"/>
      </a:accent2>
      <a:accent3>
        <a:srgbClr val="D9C1D8"/>
      </a:accent3>
      <a:accent4>
        <a:srgbClr val="4D144A"/>
      </a:accent4>
      <a:accent5>
        <a:srgbClr val="C9D0F0"/>
      </a:accent5>
      <a:accent6>
        <a:srgbClr val="11184F"/>
      </a:accent6>
      <a:hlink>
        <a:srgbClr val="3046AD"/>
      </a:hlink>
      <a:folHlink>
        <a:srgbClr val="3046AD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B8252E"/>
        </a:solidFill>
        <a:ln>
          <a:noFill/>
        </a:ln>
      </a:spPr>
      <a:bodyPr lIns="182880" tIns="182880" rIns="182880" bIns="182880" rtlCol="0" anchor="t"/>
      <a:lstStyle>
        <a:defPPr algn="l">
          <a:defRPr sz="1600" dirty="0" err="1">
            <a:solidFill>
              <a:prstClr val="white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miter lim="800000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800" dirty="0" err="1" smtClean="0">
            <a:latin typeface="Arial" pitchFamily="34" charset="0"/>
            <a:cs typeface="Arial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2" id="{C9212C90-FF6F-43EF-A307-B5598F136E14}" vid="{B830A7B8-AB4F-4859-8DE0-40668DF46002}"/>
    </a:ext>
  </a:extLst>
</a:theme>
</file>

<file path=ppt/theme/theme2.xml><?xml version="1.0" encoding="utf-8"?>
<a:theme xmlns:a="http://schemas.openxmlformats.org/drawingml/2006/main" name="Lenovo Master">
  <a:themeElements>
    <a:clrScheme name="Custom 2">
      <a:dk1>
        <a:srgbClr val="000000"/>
      </a:dk1>
      <a:lt1>
        <a:sysClr val="window" lastClr="FFFFFF"/>
      </a:lt1>
      <a:dk2>
        <a:srgbClr val="F26A52"/>
      </a:dk2>
      <a:lt2>
        <a:srgbClr val="4E444E"/>
      </a:lt2>
      <a:accent1>
        <a:srgbClr val="E1251B"/>
      </a:accent1>
      <a:accent2>
        <a:srgbClr val="871C23"/>
      </a:accent2>
      <a:accent3>
        <a:srgbClr val="D9C1D8"/>
      </a:accent3>
      <a:accent4>
        <a:srgbClr val="4D144A"/>
      </a:accent4>
      <a:accent5>
        <a:srgbClr val="C9D0F0"/>
      </a:accent5>
      <a:accent6>
        <a:srgbClr val="11184F"/>
      </a:accent6>
      <a:hlink>
        <a:srgbClr val="3046AD"/>
      </a:hlink>
      <a:folHlink>
        <a:srgbClr val="3046AD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  <a:ln>
          <a:noFill/>
        </a:ln>
      </a:spPr>
      <a:bodyPr lIns="182880" tIns="108000" rIns="182880" bIns="182880" rtlCol="0" anchor="t"/>
      <a:lstStyle>
        <a:defPPr marL="174625" indent="-174625" algn="l">
          <a:buFont typeface="Arial" panose="020B0604020202020204" pitchFamily="34" charset="0"/>
          <a:buChar char="•"/>
          <a:defRPr sz="1600" b="1" dirty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miter lim="800000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800" dirty="0" err="1" smtClean="0">
            <a:latin typeface="Arial" pitchFamily="34" charset="0"/>
            <a:cs typeface="Arial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Lenovo-16x9_Expanded_Oct2022" id="{B42C92DE-2596-4471-BD2D-E7CB7ED4ED5A}" vid="{90871ED3-FBE5-4CC4-B06A-DA630AA543A3}"/>
    </a:ext>
  </a:extLst>
</a:theme>
</file>

<file path=ppt/theme/theme3.xml><?xml version="1.0" encoding="utf-8"?>
<a:theme xmlns:a="http://schemas.openxmlformats.org/drawingml/2006/main" name="3_Lenovo Master">
  <a:themeElements>
    <a:clrScheme name="Lenovo Colors">
      <a:dk1>
        <a:srgbClr val="000000"/>
      </a:dk1>
      <a:lt1>
        <a:sysClr val="window" lastClr="FFFFFF"/>
      </a:lt1>
      <a:dk2>
        <a:srgbClr val="8246AF"/>
      </a:dk2>
      <a:lt2>
        <a:srgbClr val="333F48"/>
      </a:lt2>
      <a:accent1>
        <a:srgbClr val="E1140A"/>
      </a:accent1>
      <a:accent2>
        <a:srgbClr val="FF6A00"/>
      </a:accent2>
      <a:accent3>
        <a:srgbClr val="F04187"/>
      </a:accent3>
      <a:accent4>
        <a:srgbClr val="3E8DDD"/>
      </a:accent4>
      <a:accent5>
        <a:srgbClr val="46C8E1"/>
      </a:accent5>
      <a:accent6>
        <a:srgbClr val="6AC346"/>
      </a:accent6>
      <a:hlink>
        <a:srgbClr val="4AC0E0"/>
      </a:hlink>
      <a:folHlink>
        <a:srgbClr val="4AC0E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dirty="0" smtClean="0"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